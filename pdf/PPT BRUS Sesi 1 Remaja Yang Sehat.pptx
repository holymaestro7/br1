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75" r:id="rId4"/>
    <p:sldId id="291" r:id="rId5"/>
    <p:sldId id="287" r:id="rId6"/>
    <p:sldId id="302" r:id="rId7"/>
    <p:sldId id="288" r:id="rId8"/>
    <p:sldId id="278" r:id="rId9"/>
    <p:sldId id="289" r:id="rId10"/>
    <p:sldId id="283" r:id="rId11"/>
    <p:sldId id="290" r:id="rId12"/>
    <p:sldId id="280" r:id="rId13"/>
    <p:sldId id="282" r:id="rId14"/>
    <p:sldId id="298" r:id="rId15"/>
    <p:sldId id="293" r:id="rId16"/>
    <p:sldId id="285" r:id="rId17"/>
    <p:sldId id="294" r:id="rId18"/>
    <p:sldId id="299" r:id="rId19"/>
    <p:sldId id="295" r:id="rId20"/>
    <p:sldId id="301" r:id="rId21"/>
    <p:sldId id="300" r:id="rId22"/>
    <p:sldId id="296" r:id="rId23"/>
    <p:sldId id="262" r:id="rId24"/>
    <p:sldId id="263" r:id="rId25"/>
    <p:sldId id="264" r:id="rId26"/>
    <p:sldId id="265" r:id="rId27"/>
    <p:sldId id="266" r:id="rId28"/>
    <p:sldId id="269" r:id="rId29"/>
    <p:sldId id="29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D5FC"/>
    <a:srgbClr val="6793FC"/>
    <a:srgbClr val="2849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6" autoAdjust="0"/>
    <p:restoredTop sz="94660"/>
  </p:normalViewPr>
  <p:slideViewPr>
    <p:cSldViewPr snapToGrid="0">
      <p:cViewPr varScale="1">
        <p:scale>
          <a:sx n="162" d="100"/>
          <a:sy n="162" d="100"/>
        </p:scale>
        <p:origin x="1136"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FB000B-E8C5-455F-ABF2-ED390FADAFB9}"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DD3E7D32-0653-4E4F-8932-DF5FB40B0780}">
      <dgm:prSet phldrT="[Text]"/>
      <dgm:spPr>
        <a:solidFill>
          <a:schemeClr val="accent1">
            <a:lumMod val="50000"/>
          </a:schemeClr>
        </a:solidFill>
      </dgm:spPr>
      <dgm:t>
        <a:bodyPr/>
        <a:lstStyle/>
        <a:p>
          <a:r>
            <a:rPr lang="en-US" dirty="0" err="1"/>
            <a:t>Pokok</a:t>
          </a:r>
          <a:r>
            <a:rPr lang="en-US" dirty="0"/>
            <a:t> </a:t>
          </a:r>
          <a:r>
            <a:rPr lang="en-US" dirty="0" err="1"/>
            <a:t>Bahasan</a:t>
          </a:r>
          <a:endParaRPr lang="en-US" dirty="0"/>
        </a:p>
      </dgm:t>
    </dgm:pt>
    <dgm:pt modelId="{1579D349-D323-4E35-A323-5037CAFBD11C}" type="parTrans" cxnId="{31499033-86B9-4252-A90E-D353958EC69B}">
      <dgm:prSet/>
      <dgm:spPr/>
      <dgm:t>
        <a:bodyPr/>
        <a:lstStyle/>
        <a:p>
          <a:endParaRPr lang="en-US"/>
        </a:p>
      </dgm:t>
    </dgm:pt>
    <dgm:pt modelId="{AAC1BD0C-3BF0-4CB8-BB4E-4F190274B6F7}" type="sibTrans" cxnId="{31499033-86B9-4252-A90E-D353958EC69B}">
      <dgm:prSet/>
      <dgm:spPr/>
      <dgm:t>
        <a:bodyPr/>
        <a:lstStyle/>
        <a:p>
          <a:endParaRPr lang="en-US"/>
        </a:p>
      </dgm:t>
    </dgm:pt>
    <dgm:pt modelId="{89AAA6A9-5E81-4D82-B7C7-E24D869B3F14}">
      <dgm:prSet phldrT="[Text]"/>
      <dgm:spPr>
        <a:solidFill>
          <a:schemeClr val="accent1">
            <a:lumMod val="20000"/>
            <a:lumOff val="80000"/>
            <a:alpha val="89804"/>
          </a:schemeClr>
        </a:solidFill>
      </dgm:spPr>
      <dgm:t>
        <a:bodyPr/>
        <a:lstStyle/>
        <a:p>
          <a:r>
            <a:rPr lang="en-US" sz="3900" dirty="0" err="1"/>
            <a:t>Pengantar</a:t>
          </a:r>
          <a:endParaRPr lang="en-US" sz="3900" dirty="0"/>
        </a:p>
      </dgm:t>
    </dgm:pt>
    <dgm:pt modelId="{22C37E02-C34F-4DDE-9FD2-5D39DD5463C2}" type="parTrans" cxnId="{6B9DAA48-5FCD-480F-8504-01DE9F8D672F}">
      <dgm:prSet/>
      <dgm:spPr/>
      <dgm:t>
        <a:bodyPr/>
        <a:lstStyle/>
        <a:p>
          <a:endParaRPr lang="en-US"/>
        </a:p>
      </dgm:t>
    </dgm:pt>
    <dgm:pt modelId="{E8EBC40A-7D8D-4907-A231-3E35D1525C96}" type="sibTrans" cxnId="{6B9DAA48-5FCD-480F-8504-01DE9F8D672F}">
      <dgm:prSet/>
      <dgm:spPr/>
      <dgm:t>
        <a:bodyPr/>
        <a:lstStyle/>
        <a:p>
          <a:endParaRPr lang="en-US"/>
        </a:p>
      </dgm:t>
    </dgm:pt>
    <dgm:pt modelId="{1E0DFCAF-5261-C944-99B3-BD8E9575955C}">
      <dgm:prSet phldrT="[Text]" custT="1"/>
      <dgm:spPr>
        <a:solidFill>
          <a:schemeClr val="accent1">
            <a:lumMod val="20000"/>
            <a:lumOff val="80000"/>
            <a:alpha val="89804"/>
          </a:schemeClr>
        </a:solidFill>
      </dgm:spPr>
      <dgm:t>
        <a:bodyPr/>
        <a:lstStyle/>
        <a:p>
          <a:r>
            <a:rPr lang="en-US" sz="3600" dirty="0" err="1"/>
            <a:t>Pendalaman</a:t>
          </a:r>
          <a:r>
            <a:rPr lang="en-US" sz="3600" dirty="0"/>
            <a:t> </a:t>
          </a:r>
          <a:r>
            <a:rPr lang="en-US" sz="3600" dirty="0" err="1"/>
            <a:t>Langkah</a:t>
          </a:r>
          <a:r>
            <a:rPr lang="en-US" sz="3600" dirty="0"/>
            <a:t> 2: </a:t>
          </a:r>
          <a:r>
            <a:rPr lang="en-US" sz="3600" dirty="0" err="1"/>
            <a:t>Membangun</a:t>
          </a:r>
          <a:r>
            <a:rPr lang="en-US" sz="3600" dirty="0"/>
            <a:t> </a:t>
          </a:r>
          <a:r>
            <a:rPr lang="en-US" sz="3600" dirty="0" err="1"/>
            <a:t>Jembatan</a:t>
          </a:r>
          <a:r>
            <a:rPr lang="en-US" sz="3600" dirty="0"/>
            <a:t> </a:t>
          </a:r>
          <a:r>
            <a:rPr lang="en-US" sz="3600" dirty="0" err="1"/>
            <a:t>Harapan</a:t>
          </a:r>
          <a:endParaRPr lang="en-US" sz="3600" dirty="0"/>
        </a:p>
      </dgm:t>
    </dgm:pt>
    <dgm:pt modelId="{2A24B79A-BA80-8E47-879C-CF4F5E9942C6}" type="parTrans" cxnId="{A82E63E4-521E-C042-846C-F1BBEB4E5281}">
      <dgm:prSet/>
      <dgm:spPr/>
      <dgm:t>
        <a:bodyPr/>
        <a:lstStyle/>
        <a:p>
          <a:endParaRPr lang="en-US"/>
        </a:p>
      </dgm:t>
    </dgm:pt>
    <dgm:pt modelId="{D3C36232-3CAB-0D42-939A-CB5C7DD7A183}" type="sibTrans" cxnId="{A82E63E4-521E-C042-846C-F1BBEB4E5281}">
      <dgm:prSet/>
      <dgm:spPr/>
      <dgm:t>
        <a:bodyPr/>
        <a:lstStyle/>
        <a:p>
          <a:endParaRPr lang="en-US"/>
        </a:p>
      </dgm:t>
    </dgm:pt>
    <dgm:pt modelId="{D2707C6E-3A98-1243-BE39-DBEF5D35BB58}">
      <dgm:prSet phldrT="[Text]" custT="1"/>
      <dgm:spPr>
        <a:solidFill>
          <a:schemeClr val="accent1">
            <a:lumMod val="20000"/>
            <a:lumOff val="80000"/>
            <a:alpha val="89804"/>
          </a:schemeClr>
        </a:solidFill>
      </dgm:spPr>
      <dgm:t>
        <a:bodyPr/>
        <a:lstStyle/>
        <a:p>
          <a:r>
            <a:rPr lang="en-US" sz="3600" dirty="0" err="1"/>
            <a:t>Pendalaman</a:t>
          </a:r>
          <a:r>
            <a:rPr lang="en-US" sz="3600" dirty="0"/>
            <a:t> </a:t>
          </a:r>
          <a:r>
            <a:rPr lang="en-US" sz="3600" dirty="0" err="1"/>
            <a:t>Langkah</a:t>
          </a:r>
          <a:r>
            <a:rPr lang="en-US" sz="3600" dirty="0"/>
            <a:t> 3: </a:t>
          </a:r>
          <a:r>
            <a:rPr lang="en-US" sz="3600" dirty="0" err="1"/>
            <a:t>Tantangan</a:t>
          </a:r>
          <a:r>
            <a:rPr lang="en-US" sz="3600" dirty="0"/>
            <a:t> </a:t>
          </a:r>
          <a:r>
            <a:rPr lang="en-US" sz="3600" dirty="0" err="1"/>
            <a:t>dan</a:t>
          </a:r>
          <a:r>
            <a:rPr lang="en-US" sz="3600" dirty="0"/>
            <a:t> </a:t>
          </a:r>
          <a:r>
            <a:rPr lang="en-US" sz="3600" dirty="0" err="1"/>
            <a:t>Problematika</a:t>
          </a:r>
          <a:r>
            <a:rPr lang="en-US" sz="3600" dirty="0"/>
            <a:t> </a:t>
          </a:r>
          <a:r>
            <a:rPr lang="en-US" sz="3600" dirty="0" err="1"/>
            <a:t>Remaja</a:t>
          </a:r>
          <a:r>
            <a:rPr lang="en-US" sz="3600" dirty="0"/>
            <a:t> Masa </a:t>
          </a:r>
          <a:r>
            <a:rPr lang="en-US" sz="3600" dirty="0" err="1"/>
            <a:t>Kini</a:t>
          </a:r>
          <a:endParaRPr lang="en-US" sz="3600" dirty="0"/>
        </a:p>
      </dgm:t>
    </dgm:pt>
    <dgm:pt modelId="{39EEA57D-F4DE-1A43-A082-5F0664452D75}" type="parTrans" cxnId="{089C40EA-437E-034D-8FAD-CBD79BCEBEEB}">
      <dgm:prSet/>
      <dgm:spPr/>
      <dgm:t>
        <a:bodyPr/>
        <a:lstStyle/>
        <a:p>
          <a:endParaRPr lang="en-US"/>
        </a:p>
      </dgm:t>
    </dgm:pt>
    <dgm:pt modelId="{3687FE11-4B90-8D42-A9DF-C692A7E1F894}" type="sibTrans" cxnId="{089C40EA-437E-034D-8FAD-CBD79BCEBEEB}">
      <dgm:prSet/>
      <dgm:spPr/>
      <dgm:t>
        <a:bodyPr/>
        <a:lstStyle/>
        <a:p>
          <a:endParaRPr lang="en-US"/>
        </a:p>
      </dgm:t>
    </dgm:pt>
    <dgm:pt modelId="{D40E846D-EAAB-4D48-AFFC-3D4ACC124641}">
      <dgm:prSet phldrT="[Text]" custT="1"/>
      <dgm:spPr>
        <a:solidFill>
          <a:schemeClr val="accent1">
            <a:lumMod val="20000"/>
            <a:lumOff val="80000"/>
            <a:alpha val="89804"/>
          </a:schemeClr>
        </a:solidFill>
      </dgm:spPr>
      <dgm:t>
        <a:bodyPr/>
        <a:lstStyle/>
        <a:p>
          <a:r>
            <a:rPr lang="en-US" sz="3600" dirty="0" err="1"/>
            <a:t>Pendalaman</a:t>
          </a:r>
          <a:r>
            <a:rPr lang="en-US" sz="3600" dirty="0"/>
            <a:t> </a:t>
          </a:r>
          <a:r>
            <a:rPr lang="en-US" sz="3600" dirty="0" err="1"/>
            <a:t>Langkah</a:t>
          </a:r>
          <a:r>
            <a:rPr lang="en-US" sz="3600" dirty="0"/>
            <a:t> 4: </a:t>
          </a:r>
          <a:r>
            <a:rPr lang="en-US" sz="3600" dirty="0" err="1"/>
            <a:t>Konsep</a:t>
          </a:r>
          <a:r>
            <a:rPr lang="en-US" sz="3600" dirty="0"/>
            <a:t> </a:t>
          </a:r>
          <a:r>
            <a:rPr lang="en-US" sz="3600" dirty="0" err="1"/>
            <a:t>Remaja</a:t>
          </a:r>
          <a:r>
            <a:rPr lang="en-US" sz="3600" dirty="0"/>
            <a:t> </a:t>
          </a:r>
          <a:r>
            <a:rPr lang="en-US" sz="3600" dirty="0" err="1"/>
            <a:t>Islami</a:t>
          </a:r>
          <a:r>
            <a:rPr lang="en-US" sz="3600" dirty="0"/>
            <a:t> (</a:t>
          </a:r>
          <a:r>
            <a:rPr lang="en-US" sz="3600" dirty="0" err="1"/>
            <a:t>Remaja</a:t>
          </a:r>
          <a:r>
            <a:rPr lang="en-US" sz="3600" dirty="0"/>
            <a:t> </a:t>
          </a:r>
          <a:r>
            <a:rPr lang="en-US" sz="3600" dirty="0" err="1"/>
            <a:t>Qeren</a:t>
          </a:r>
          <a:r>
            <a:rPr lang="en-US" sz="3600" dirty="0"/>
            <a:t> </a:t>
          </a:r>
          <a:r>
            <a:rPr lang="en-US" sz="3600" dirty="0" err="1"/>
            <a:t>Qur’ani</a:t>
          </a:r>
          <a:r>
            <a:rPr lang="en-US" sz="3600" dirty="0"/>
            <a:t>)</a:t>
          </a:r>
        </a:p>
      </dgm:t>
    </dgm:pt>
    <dgm:pt modelId="{2BBA83D2-8AEA-4347-8020-D1185926302C}" type="parTrans" cxnId="{DA4CED88-866D-BE45-B93F-0D36A6367572}">
      <dgm:prSet/>
      <dgm:spPr/>
      <dgm:t>
        <a:bodyPr/>
        <a:lstStyle/>
        <a:p>
          <a:endParaRPr lang="en-US"/>
        </a:p>
      </dgm:t>
    </dgm:pt>
    <dgm:pt modelId="{37217132-6664-5C4E-9C93-8A3615DE135F}" type="sibTrans" cxnId="{DA4CED88-866D-BE45-B93F-0D36A6367572}">
      <dgm:prSet/>
      <dgm:spPr/>
      <dgm:t>
        <a:bodyPr/>
        <a:lstStyle/>
        <a:p>
          <a:endParaRPr lang="en-US"/>
        </a:p>
      </dgm:t>
    </dgm:pt>
    <dgm:pt modelId="{1FFE7BEE-22FD-5144-A57A-2AE4890AFF74}">
      <dgm:prSet phldrT="[Text]" custT="1"/>
      <dgm:spPr>
        <a:solidFill>
          <a:schemeClr val="accent1">
            <a:lumMod val="20000"/>
            <a:lumOff val="80000"/>
            <a:alpha val="89804"/>
          </a:schemeClr>
        </a:solidFill>
      </dgm:spPr>
      <dgm:t>
        <a:bodyPr/>
        <a:lstStyle/>
        <a:p>
          <a:r>
            <a:rPr lang="en-US" sz="3600" dirty="0" err="1"/>
            <a:t>Pendalaman</a:t>
          </a:r>
          <a:r>
            <a:rPr lang="en-US" sz="3600" dirty="0"/>
            <a:t> </a:t>
          </a:r>
          <a:r>
            <a:rPr lang="en-US" sz="3600" dirty="0" err="1"/>
            <a:t>Langkah</a:t>
          </a:r>
          <a:r>
            <a:rPr lang="en-US" sz="3600" dirty="0"/>
            <a:t> 1: </a:t>
          </a:r>
          <a:r>
            <a:rPr lang="en-US" sz="3600" dirty="0" err="1"/>
            <a:t>Konsep</a:t>
          </a:r>
          <a:r>
            <a:rPr lang="en-US" sz="3600" dirty="0"/>
            <a:t> </a:t>
          </a:r>
          <a:r>
            <a:rPr lang="en-US" sz="3600" dirty="0" err="1"/>
            <a:t>Diri</a:t>
          </a:r>
          <a:r>
            <a:rPr lang="en-US" sz="3600" dirty="0"/>
            <a:t> </a:t>
          </a:r>
          <a:r>
            <a:rPr lang="en-US" sz="3600" dirty="0" err="1"/>
            <a:t>Remaja</a:t>
          </a:r>
          <a:r>
            <a:rPr lang="en-US" sz="3600" dirty="0"/>
            <a:t> yang </a:t>
          </a:r>
          <a:r>
            <a:rPr lang="en-US" sz="3600" dirty="0" err="1"/>
            <a:t>Sehat</a:t>
          </a:r>
          <a:endParaRPr lang="en-US" sz="3600" dirty="0"/>
        </a:p>
      </dgm:t>
    </dgm:pt>
    <dgm:pt modelId="{ABD01368-083B-7E4F-990C-E0872BFA88E2}" type="parTrans" cxnId="{39500AFA-9F88-1B47-B6F9-8F6524ABA976}">
      <dgm:prSet/>
      <dgm:spPr/>
      <dgm:t>
        <a:bodyPr/>
        <a:lstStyle/>
        <a:p>
          <a:endParaRPr lang="en-US"/>
        </a:p>
      </dgm:t>
    </dgm:pt>
    <dgm:pt modelId="{11AD749F-770E-7C4C-8A6A-E03AF82EFFA1}" type="sibTrans" cxnId="{39500AFA-9F88-1B47-B6F9-8F6524ABA976}">
      <dgm:prSet/>
      <dgm:spPr/>
      <dgm:t>
        <a:bodyPr/>
        <a:lstStyle/>
        <a:p>
          <a:endParaRPr lang="en-US"/>
        </a:p>
      </dgm:t>
    </dgm:pt>
    <dgm:pt modelId="{012D4576-25D8-4F53-9474-07E85F89222B}" type="pres">
      <dgm:prSet presAssocID="{96FB000B-E8C5-455F-ABF2-ED390FADAFB9}" presName="Name0" presStyleCnt="0">
        <dgm:presLayoutVars>
          <dgm:dir/>
          <dgm:animLvl val="lvl"/>
          <dgm:resizeHandles val="exact"/>
        </dgm:presLayoutVars>
      </dgm:prSet>
      <dgm:spPr/>
    </dgm:pt>
    <dgm:pt modelId="{0024F63F-F35B-4CBA-A3F1-FC5702E906A3}" type="pres">
      <dgm:prSet presAssocID="{DD3E7D32-0653-4E4F-8932-DF5FB40B0780}" presName="composite" presStyleCnt="0"/>
      <dgm:spPr/>
    </dgm:pt>
    <dgm:pt modelId="{184A7865-CB0F-47B0-BCF0-4D279874A0CD}" type="pres">
      <dgm:prSet presAssocID="{DD3E7D32-0653-4E4F-8932-DF5FB40B0780}" presName="parTx" presStyleLbl="alignNode1" presStyleIdx="0" presStyleCnt="1" custScaleY="98658" custLinFactY="-39738" custLinFactNeighborX="-106" custLinFactNeighborY="-100000">
        <dgm:presLayoutVars>
          <dgm:chMax val="0"/>
          <dgm:chPref val="0"/>
          <dgm:bulletEnabled val="1"/>
        </dgm:presLayoutVars>
      </dgm:prSet>
      <dgm:spPr/>
    </dgm:pt>
    <dgm:pt modelId="{AE690B36-02E9-4D36-8145-5797E30315CB}" type="pres">
      <dgm:prSet presAssocID="{DD3E7D32-0653-4E4F-8932-DF5FB40B0780}" presName="desTx" presStyleLbl="alignAccFollowNode1" presStyleIdx="0" presStyleCnt="1" custScaleY="100000" custLinFactNeighborY="-5316">
        <dgm:presLayoutVars>
          <dgm:bulletEnabled val="1"/>
        </dgm:presLayoutVars>
      </dgm:prSet>
      <dgm:spPr/>
    </dgm:pt>
  </dgm:ptLst>
  <dgm:cxnLst>
    <dgm:cxn modelId="{2434B808-3B74-45EC-971F-E46C91460C7C}" type="presOf" srcId="{89AAA6A9-5E81-4D82-B7C7-E24D869B3F14}" destId="{AE690B36-02E9-4D36-8145-5797E30315CB}" srcOrd="0" destOrd="0" presId="urn:microsoft.com/office/officeart/2005/8/layout/hList1"/>
    <dgm:cxn modelId="{65DBC50E-C2D1-864D-9879-D68CB89AE24E}" type="presOf" srcId="{D2707C6E-3A98-1243-BE39-DBEF5D35BB58}" destId="{AE690B36-02E9-4D36-8145-5797E30315CB}" srcOrd="0" destOrd="3" presId="urn:microsoft.com/office/officeart/2005/8/layout/hList1"/>
    <dgm:cxn modelId="{7628001D-9AC0-E345-B01C-5EA6D628467A}" type="presOf" srcId="{1FFE7BEE-22FD-5144-A57A-2AE4890AFF74}" destId="{AE690B36-02E9-4D36-8145-5797E30315CB}" srcOrd="0" destOrd="1" presId="urn:microsoft.com/office/officeart/2005/8/layout/hList1"/>
    <dgm:cxn modelId="{31499033-86B9-4252-A90E-D353958EC69B}" srcId="{96FB000B-E8C5-455F-ABF2-ED390FADAFB9}" destId="{DD3E7D32-0653-4E4F-8932-DF5FB40B0780}" srcOrd="0" destOrd="0" parTransId="{1579D349-D323-4E35-A323-5037CAFBD11C}" sibTransId="{AAC1BD0C-3BF0-4CB8-BB4E-4F190274B6F7}"/>
    <dgm:cxn modelId="{154B7F37-9D96-714B-B922-CBBA7C857DB4}" type="presOf" srcId="{D40E846D-EAAB-4D48-AFFC-3D4ACC124641}" destId="{AE690B36-02E9-4D36-8145-5797E30315CB}" srcOrd="0" destOrd="4" presId="urn:microsoft.com/office/officeart/2005/8/layout/hList1"/>
    <dgm:cxn modelId="{6B9DAA48-5FCD-480F-8504-01DE9F8D672F}" srcId="{DD3E7D32-0653-4E4F-8932-DF5FB40B0780}" destId="{89AAA6A9-5E81-4D82-B7C7-E24D869B3F14}" srcOrd="0" destOrd="0" parTransId="{22C37E02-C34F-4DDE-9FD2-5D39DD5463C2}" sibTransId="{E8EBC40A-7D8D-4907-A231-3E35D1525C96}"/>
    <dgm:cxn modelId="{CB34096E-17B7-804B-A367-D99CEE4C6911}" type="presOf" srcId="{1E0DFCAF-5261-C944-99B3-BD8E9575955C}" destId="{AE690B36-02E9-4D36-8145-5797E30315CB}" srcOrd="0" destOrd="2" presId="urn:microsoft.com/office/officeart/2005/8/layout/hList1"/>
    <dgm:cxn modelId="{D568D978-296E-4BCB-99DE-A4122F0AFF32}" type="presOf" srcId="{96FB000B-E8C5-455F-ABF2-ED390FADAFB9}" destId="{012D4576-25D8-4F53-9474-07E85F89222B}" srcOrd="0" destOrd="0" presId="urn:microsoft.com/office/officeart/2005/8/layout/hList1"/>
    <dgm:cxn modelId="{DA4CED88-866D-BE45-B93F-0D36A6367572}" srcId="{DD3E7D32-0653-4E4F-8932-DF5FB40B0780}" destId="{D40E846D-EAAB-4D48-AFFC-3D4ACC124641}" srcOrd="4" destOrd="0" parTransId="{2BBA83D2-8AEA-4347-8020-D1185926302C}" sibTransId="{37217132-6664-5C4E-9C93-8A3615DE135F}"/>
    <dgm:cxn modelId="{A82E63E4-521E-C042-846C-F1BBEB4E5281}" srcId="{DD3E7D32-0653-4E4F-8932-DF5FB40B0780}" destId="{1E0DFCAF-5261-C944-99B3-BD8E9575955C}" srcOrd="2" destOrd="0" parTransId="{2A24B79A-BA80-8E47-879C-CF4F5E9942C6}" sibTransId="{D3C36232-3CAB-0D42-939A-CB5C7DD7A183}"/>
    <dgm:cxn modelId="{2734E4E9-8974-4624-9638-C93EA9A4AFBE}" type="presOf" srcId="{DD3E7D32-0653-4E4F-8932-DF5FB40B0780}" destId="{184A7865-CB0F-47B0-BCF0-4D279874A0CD}" srcOrd="0" destOrd="0" presId="urn:microsoft.com/office/officeart/2005/8/layout/hList1"/>
    <dgm:cxn modelId="{089C40EA-437E-034D-8FAD-CBD79BCEBEEB}" srcId="{DD3E7D32-0653-4E4F-8932-DF5FB40B0780}" destId="{D2707C6E-3A98-1243-BE39-DBEF5D35BB58}" srcOrd="3" destOrd="0" parTransId="{39EEA57D-F4DE-1A43-A082-5F0664452D75}" sibTransId="{3687FE11-4B90-8D42-A9DF-C692A7E1F894}"/>
    <dgm:cxn modelId="{39500AFA-9F88-1B47-B6F9-8F6524ABA976}" srcId="{DD3E7D32-0653-4E4F-8932-DF5FB40B0780}" destId="{1FFE7BEE-22FD-5144-A57A-2AE4890AFF74}" srcOrd="1" destOrd="0" parTransId="{ABD01368-083B-7E4F-990C-E0872BFA88E2}" sibTransId="{11AD749F-770E-7C4C-8A6A-E03AF82EFFA1}"/>
    <dgm:cxn modelId="{1FAA936B-C124-450E-988E-CDCC9B78D5B6}" type="presParOf" srcId="{012D4576-25D8-4F53-9474-07E85F89222B}" destId="{0024F63F-F35B-4CBA-A3F1-FC5702E906A3}" srcOrd="0" destOrd="0" presId="urn:microsoft.com/office/officeart/2005/8/layout/hList1"/>
    <dgm:cxn modelId="{9FDF42C7-25BC-47CE-8974-D6A4EF7D1E3A}" type="presParOf" srcId="{0024F63F-F35B-4CBA-A3F1-FC5702E906A3}" destId="{184A7865-CB0F-47B0-BCF0-4D279874A0CD}" srcOrd="0" destOrd="0" presId="urn:microsoft.com/office/officeart/2005/8/layout/hList1"/>
    <dgm:cxn modelId="{F0718580-7004-40C2-B55F-63FDAEE04F49}" type="presParOf" srcId="{0024F63F-F35B-4CBA-A3F1-FC5702E906A3}" destId="{AE690B36-02E9-4D36-8145-5797E30315C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43C731-1EFC-244C-A32C-FFA728B424E9}" type="doc">
      <dgm:prSet loTypeId="urn:microsoft.com/office/officeart/2005/8/layout/pyramid2" loCatId="" qsTypeId="urn:microsoft.com/office/officeart/2005/8/quickstyle/simple1" qsCatId="simple" csTypeId="urn:microsoft.com/office/officeart/2005/8/colors/colorful3" csCatId="colorful" phldr="1"/>
      <dgm:spPr/>
    </dgm:pt>
    <dgm:pt modelId="{EEEB807E-B65C-734E-A377-E55C3837B8F3}">
      <dgm:prSet phldrT="[Text]"/>
      <dgm:spPr/>
      <dgm:t>
        <a:bodyPr/>
        <a:lstStyle/>
        <a:p>
          <a:pPr algn="l"/>
          <a:r>
            <a:rPr lang="en-US"/>
            <a:t>1:   ............................</a:t>
          </a:r>
        </a:p>
      </dgm:t>
    </dgm:pt>
    <dgm:pt modelId="{C4B7468E-EFD4-684E-9796-96D3ABC1D483}" type="parTrans" cxnId="{B44542D5-C594-1F4E-98F5-A46B8E65303A}">
      <dgm:prSet/>
      <dgm:spPr/>
      <dgm:t>
        <a:bodyPr/>
        <a:lstStyle/>
        <a:p>
          <a:endParaRPr lang="en-US"/>
        </a:p>
      </dgm:t>
    </dgm:pt>
    <dgm:pt modelId="{8DD5C87F-2C64-9643-842C-FB17B1664F3C}" type="sibTrans" cxnId="{B44542D5-C594-1F4E-98F5-A46B8E65303A}">
      <dgm:prSet/>
      <dgm:spPr/>
      <dgm:t>
        <a:bodyPr/>
        <a:lstStyle/>
        <a:p>
          <a:endParaRPr lang="en-US"/>
        </a:p>
      </dgm:t>
    </dgm:pt>
    <dgm:pt modelId="{AEF2053D-582A-CE48-9A0E-87BF3927F7A2}">
      <dgm:prSet phldrT="[Text]"/>
      <dgm:spPr/>
      <dgm:t>
        <a:bodyPr/>
        <a:lstStyle/>
        <a:p>
          <a:pPr algn="l"/>
          <a:r>
            <a:rPr lang="en-US"/>
            <a:t>2:   .............................</a:t>
          </a:r>
        </a:p>
      </dgm:t>
    </dgm:pt>
    <dgm:pt modelId="{8F88C097-8D8D-7B4C-9603-054562D101D0}" type="parTrans" cxnId="{9609D020-F69A-384A-BD7A-69099D93548F}">
      <dgm:prSet/>
      <dgm:spPr/>
      <dgm:t>
        <a:bodyPr/>
        <a:lstStyle/>
        <a:p>
          <a:endParaRPr lang="en-US"/>
        </a:p>
      </dgm:t>
    </dgm:pt>
    <dgm:pt modelId="{4BD2E6EA-289A-ED46-B671-DFE6624C6CCA}" type="sibTrans" cxnId="{9609D020-F69A-384A-BD7A-69099D93548F}">
      <dgm:prSet/>
      <dgm:spPr/>
      <dgm:t>
        <a:bodyPr/>
        <a:lstStyle/>
        <a:p>
          <a:endParaRPr lang="en-US"/>
        </a:p>
      </dgm:t>
    </dgm:pt>
    <dgm:pt modelId="{A3944410-1FB5-0D49-802B-158E7601BA48}">
      <dgm:prSet phldrT="[Text]"/>
      <dgm:spPr/>
      <dgm:t>
        <a:bodyPr/>
        <a:lstStyle/>
        <a:p>
          <a:pPr algn="l"/>
          <a:r>
            <a:rPr lang="en-US"/>
            <a:t>3:   .............................</a:t>
          </a:r>
        </a:p>
      </dgm:t>
    </dgm:pt>
    <dgm:pt modelId="{10C5CB8D-1EC3-2043-932A-6E00C15931EE}" type="parTrans" cxnId="{28C6D2E2-9F6D-954D-96D4-288CDCCB0B47}">
      <dgm:prSet/>
      <dgm:spPr/>
      <dgm:t>
        <a:bodyPr/>
        <a:lstStyle/>
        <a:p>
          <a:endParaRPr lang="en-US"/>
        </a:p>
      </dgm:t>
    </dgm:pt>
    <dgm:pt modelId="{7E326250-BD7E-B242-84BC-AF23AC588553}" type="sibTrans" cxnId="{28C6D2E2-9F6D-954D-96D4-288CDCCB0B47}">
      <dgm:prSet/>
      <dgm:spPr/>
      <dgm:t>
        <a:bodyPr/>
        <a:lstStyle/>
        <a:p>
          <a:endParaRPr lang="en-US"/>
        </a:p>
      </dgm:t>
    </dgm:pt>
    <dgm:pt modelId="{997A0117-64EE-DD4B-9E6B-5B2D83CB2286}" type="pres">
      <dgm:prSet presAssocID="{6943C731-1EFC-244C-A32C-FFA728B424E9}" presName="compositeShape" presStyleCnt="0">
        <dgm:presLayoutVars>
          <dgm:dir/>
          <dgm:resizeHandles/>
        </dgm:presLayoutVars>
      </dgm:prSet>
      <dgm:spPr/>
    </dgm:pt>
    <dgm:pt modelId="{A8378A00-9C52-E143-B6FA-BD69D7387A34}" type="pres">
      <dgm:prSet presAssocID="{6943C731-1EFC-244C-A32C-FFA728B424E9}" presName="pyramid" presStyleLbl="node1" presStyleIdx="0" presStyleCnt="1"/>
      <dgm:spPr>
        <a:solidFill>
          <a:schemeClr val="bg1">
            <a:lumMod val="50000"/>
          </a:schemeClr>
        </a:solidFill>
      </dgm:spPr>
    </dgm:pt>
    <dgm:pt modelId="{ECC8902E-574E-2946-BF34-8560A78D0E68}" type="pres">
      <dgm:prSet presAssocID="{6943C731-1EFC-244C-A32C-FFA728B424E9}" presName="theList" presStyleCnt="0"/>
      <dgm:spPr/>
    </dgm:pt>
    <dgm:pt modelId="{EE4D1F37-79B5-034F-8854-9D0829A682A7}" type="pres">
      <dgm:prSet presAssocID="{EEEB807E-B65C-734E-A377-E55C3837B8F3}" presName="aNode" presStyleLbl="fgAcc1" presStyleIdx="0" presStyleCnt="3" custScaleX="181571">
        <dgm:presLayoutVars>
          <dgm:bulletEnabled val="1"/>
        </dgm:presLayoutVars>
      </dgm:prSet>
      <dgm:spPr/>
    </dgm:pt>
    <dgm:pt modelId="{F951B831-9376-EA42-9602-80F753FB01D2}" type="pres">
      <dgm:prSet presAssocID="{EEEB807E-B65C-734E-A377-E55C3837B8F3}" presName="aSpace" presStyleCnt="0"/>
      <dgm:spPr/>
    </dgm:pt>
    <dgm:pt modelId="{9BF153D3-8209-444A-8E25-51DF3C03D1CE}" type="pres">
      <dgm:prSet presAssocID="{AEF2053D-582A-CE48-9A0E-87BF3927F7A2}" presName="aNode" presStyleLbl="fgAcc1" presStyleIdx="1" presStyleCnt="3" custScaleX="184084">
        <dgm:presLayoutVars>
          <dgm:bulletEnabled val="1"/>
        </dgm:presLayoutVars>
      </dgm:prSet>
      <dgm:spPr/>
    </dgm:pt>
    <dgm:pt modelId="{204F415E-F0E4-D942-81AA-FED51EC2813B}" type="pres">
      <dgm:prSet presAssocID="{AEF2053D-582A-CE48-9A0E-87BF3927F7A2}" presName="aSpace" presStyleCnt="0"/>
      <dgm:spPr/>
    </dgm:pt>
    <dgm:pt modelId="{0ACD53E5-42E8-B24A-A538-1ACA967A337A}" type="pres">
      <dgm:prSet presAssocID="{A3944410-1FB5-0D49-802B-158E7601BA48}" presName="aNode" presStyleLbl="fgAcc1" presStyleIdx="2" presStyleCnt="3" custScaleX="182828">
        <dgm:presLayoutVars>
          <dgm:bulletEnabled val="1"/>
        </dgm:presLayoutVars>
      </dgm:prSet>
      <dgm:spPr/>
    </dgm:pt>
    <dgm:pt modelId="{B02C6086-34AA-5B45-8CB6-034BB1D3DA5A}" type="pres">
      <dgm:prSet presAssocID="{A3944410-1FB5-0D49-802B-158E7601BA48}" presName="aSpace" presStyleCnt="0"/>
      <dgm:spPr/>
    </dgm:pt>
  </dgm:ptLst>
  <dgm:cxnLst>
    <dgm:cxn modelId="{9609D020-F69A-384A-BD7A-69099D93548F}" srcId="{6943C731-1EFC-244C-A32C-FFA728B424E9}" destId="{AEF2053D-582A-CE48-9A0E-87BF3927F7A2}" srcOrd="1" destOrd="0" parTransId="{8F88C097-8D8D-7B4C-9603-054562D101D0}" sibTransId="{4BD2E6EA-289A-ED46-B671-DFE6624C6CCA}"/>
    <dgm:cxn modelId="{1718FB6B-216C-0849-920D-68C34FE900D8}" type="presOf" srcId="{6943C731-1EFC-244C-A32C-FFA728B424E9}" destId="{997A0117-64EE-DD4B-9E6B-5B2D83CB2286}" srcOrd="0" destOrd="0" presId="urn:microsoft.com/office/officeart/2005/8/layout/pyramid2"/>
    <dgm:cxn modelId="{3F7188BD-2E68-0140-B204-DF30B89BB5FD}" type="presOf" srcId="{AEF2053D-582A-CE48-9A0E-87BF3927F7A2}" destId="{9BF153D3-8209-444A-8E25-51DF3C03D1CE}" srcOrd="0" destOrd="0" presId="urn:microsoft.com/office/officeart/2005/8/layout/pyramid2"/>
    <dgm:cxn modelId="{76D50ECC-8F66-864A-9B3E-66F183F6D2FB}" type="presOf" srcId="{A3944410-1FB5-0D49-802B-158E7601BA48}" destId="{0ACD53E5-42E8-B24A-A538-1ACA967A337A}" srcOrd="0" destOrd="0" presId="urn:microsoft.com/office/officeart/2005/8/layout/pyramid2"/>
    <dgm:cxn modelId="{B44542D5-C594-1F4E-98F5-A46B8E65303A}" srcId="{6943C731-1EFC-244C-A32C-FFA728B424E9}" destId="{EEEB807E-B65C-734E-A377-E55C3837B8F3}" srcOrd="0" destOrd="0" parTransId="{C4B7468E-EFD4-684E-9796-96D3ABC1D483}" sibTransId="{8DD5C87F-2C64-9643-842C-FB17B1664F3C}"/>
    <dgm:cxn modelId="{6D2934D8-52D7-704F-B0E2-F5262A8D72B2}" type="presOf" srcId="{EEEB807E-B65C-734E-A377-E55C3837B8F3}" destId="{EE4D1F37-79B5-034F-8854-9D0829A682A7}" srcOrd="0" destOrd="0" presId="urn:microsoft.com/office/officeart/2005/8/layout/pyramid2"/>
    <dgm:cxn modelId="{28C6D2E2-9F6D-954D-96D4-288CDCCB0B47}" srcId="{6943C731-1EFC-244C-A32C-FFA728B424E9}" destId="{A3944410-1FB5-0D49-802B-158E7601BA48}" srcOrd="2" destOrd="0" parTransId="{10C5CB8D-1EC3-2043-932A-6E00C15931EE}" sibTransId="{7E326250-BD7E-B242-84BC-AF23AC588553}"/>
    <dgm:cxn modelId="{C18FAECE-28DB-DE4F-AC45-81DC7433DB4E}" type="presParOf" srcId="{997A0117-64EE-DD4B-9E6B-5B2D83CB2286}" destId="{A8378A00-9C52-E143-B6FA-BD69D7387A34}" srcOrd="0" destOrd="0" presId="urn:microsoft.com/office/officeart/2005/8/layout/pyramid2"/>
    <dgm:cxn modelId="{CA03D709-5918-F940-9ED1-2C6A80D93509}" type="presParOf" srcId="{997A0117-64EE-DD4B-9E6B-5B2D83CB2286}" destId="{ECC8902E-574E-2946-BF34-8560A78D0E68}" srcOrd="1" destOrd="0" presId="urn:microsoft.com/office/officeart/2005/8/layout/pyramid2"/>
    <dgm:cxn modelId="{C5257F5B-9FF9-B846-9E85-5D41D32DF0A4}" type="presParOf" srcId="{ECC8902E-574E-2946-BF34-8560A78D0E68}" destId="{EE4D1F37-79B5-034F-8854-9D0829A682A7}" srcOrd="0" destOrd="0" presId="urn:microsoft.com/office/officeart/2005/8/layout/pyramid2"/>
    <dgm:cxn modelId="{CADFA4DA-7359-5146-AF49-F94FD3FFD5FB}" type="presParOf" srcId="{ECC8902E-574E-2946-BF34-8560A78D0E68}" destId="{F951B831-9376-EA42-9602-80F753FB01D2}" srcOrd="1" destOrd="0" presId="urn:microsoft.com/office/officeart/2005/8/layout/pyramid2"/>
    <dgm:cxn modelId="{0143DC3C-B093-7748-816E-9CE629053AA8}" type="presParOf" srcId="{ECC8902E-574E-2946-BF34-8560A78D0E68}" destId="{9BF153D3-8209-444A-8E25-51DF3C03D1CE}" srcOrd="2" destOrd="0" presId="urn:microsoft.com/office/officeart/2005/8/layout/pyramid2"/>
    <dgm:cxn modelId="{9493C8F5-4F5F-0945-91EC-8C5FC4474A51}" type="presParOf" srcId="{ECC8902E-574E-2946-BF34-8560A78D0E68}" destId="{204F415E-F0E4-D942-81AA-FED51EC2813B}" srcOrd="3" destOrd="0" presId="urn:microsoft.com/office/officeart/2005/8/layout/pyramid2"/>
    <dgm:cxn modelId="{FE7298C7-5BCA-6A49-930D-EE966A5686D0}" type="presParOf" srcId="{ECC8902E-574E-2946-BF34-8560A78D0E68}" destId="{0ACD53E5-42E8-B24A-A538-1ACA967A337A}" srcOrd="4" destOrd="0" presId="urn:microsoft.com/office/officeart/2005/8/layout/pyramid2"/>
    <dgm:cxn modelId="{FAADA8C5-0D72-264F-AA1A-93D39B3F44A5}" type="presParOf" srcId="{ECC8902E-574E-2946-BF34-8560A78D0E68}" destId="{B02C6086-34AA-5B45-8CB6-034BB1D3DA5A}"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D55239-E454-3544-B2EE-9828A99DD51F}" type="doc">
      <dgm:prSet loTypeId="urn:microsoft.com/office/officeart/2009/layout/CircleArrowProcess" loCatId="" qsTypeId="urn:microsoft.com/office/officeart/2005/8/quickstyle/simple1" qsCatId="simple" csTypeId="urn:microsoft.com/office/officeart/2005/8/colors/accent1_2" csCatId="accent1" phldr="1"/>
      <dgm:spPr/>
      <dgm:t>
        <a:bodyPr/>
        <a:lstStyle/>
        <a:p>
          <a:endParaRPr lang="en-US"/>
        </a:p>
      </dgm:t>
    </dgm:pt>
    <dgm:pt modelId="{1185E40B-F478-054A-A9DC-5F683AEF2DF9}">
      <dgm:prSet phldrT="[Text]" custT="1"/>
      <dgm:spPr/>
      <dgm:t>
        <a:bodyPr/>
        <a:lstStyle/>
        <a:p>
          <a:r>
            <a:rPr lang="en-US" sz="1600" dirty="0" err="1"/>
            <a:t>Mengenali</a:t>
          </a:r>
          <a:r>
            <a:rPr lang="en-US" sz="1600" dirty="0"/>
            <a:t> </a:t>
          </a:r>
          <a:r>
            <a:rPr lang="en-US" sz="1600" dirty="0" err="1"/>
            <a:t>Diri</a:t>
          </a:r>
          <a:endParaRPr lang="en-US" sz="1600" dirty="0"/>
        </a:p>
      </dgm:t>
    </dgm:pt>
    <dgm:pt modelId="{C9555F7A-8FDD-E941-B59D-BD421A7F2B6F}" type="parTrans" cxnId="{BED103C5-4892-DB48-933B-EFDC76872E92}">
      <dgm:prSet/>
      <dgm:spPr/>
      <dgm:t>
        <a:bodyPr/>
        <a:lstStyle/>
        <a:p>
          <a:endParaRPr lang="en-US"/>
        </a:p>
      </dgm:t>
    </dgm:pt>
    <dgm:pt modelId="{0E80456F-EEC0-CD45-8107-605F8E3B5287}" type="sibTrans" cxnId="{BED103C5-4892-DB48-933B-EFDC76872E92}">
      <dgm:prSet/>
      <dgm:spPr/>
      <dgm:t>
        <a:bodyPr/>
        <a:lstStyle/>
        <a:p>
          <a:endParaRPr lang="en-US"/>
        </a:p>
      </dgm:t>
    </dgm:pt>
    <dgm:pt modelId="{2E53C48D-F231-B64B-91DB-6B97A1985384}">
      <dgm:prSet phldrT="[Text]" custT="1"/>
      <dgm:spPr/>
      <dgm:t>
        <a:bodyPr/>
        <a:lstStyle/>
        <a:p>
          <a:r>
            <a:rPr lang="en-US" sz="1600" dirty="0" err="1"/>
            <a:t>Memiliki</a:t>
          </a:r>
          <a:r>
            <a:rPr lang="en-US" sz="1600" dirty="0"/>
            <a:t> </a:t>
          </a:r>
          <a:r>
            <a:rPr lang="en-US" sz="1600" dirty="0" err="1"/>
            <a:t>Harapan</a:t>
          </a:r>
          <a:endParaRPr lang="en-US" sz="1600" dirty="0"/>
        </a:p>
      </dgm:t>
    </dgm:pt>
    <dgm:pt modelId="{64EE5590-1159-1548-9361-72D54B1E1D34}" type="parTrans" cxnId="{CD78B0DF-0580-7240-BA74-9D43915C1875}">
      <dgm:prSet/>
      <dgm:spPr/>
      <dgm:t>
        <a:bodyPr/>
        <a:lstStyle/>
        <a:p>
          <a:endParaRPr lang="en-US"/>
        </a:p>
      </dgm:t>
    </dgm:pt>
    <dgm:pt modelId="{E6D8A68D-78C5-204C-91F0-4C544165405F}" type="sibTrans" cxnId="{CD78B0DF-0580-7240-BA74-9D43915C1875}">
      <dgm:prSet/>
      <dgm:spPr/>
      <dgm:t>
        <a:bodyPr/>
        <a:lstStyle/>
        <a:p>
          <a:endParaRPr lang="en-US"/>
        </a:p>
      </dgm:t>
    </dgm:pt>
    <dgm:pt modelId="{5EFDC2C2-ADC2-324C-999B-85F942BFD7BA}">
      <dgm:prSet phldrT="[Text]" custT="1"/>
      <dgm:spPr/>
      <dgm:t>
        <a:bodyPr/>
        <a:lstStyle/>
        <a:p>
          <a:r>
            <a:rPr lang="en-US" sz="1600" dirty="0" err="1"/>
            <a:t>Karakter</a:t>
          </a:r>
          <a:r>
            <a:rPr lang="en-US" sz="1600" dirty="0"/>
            <a:t>  </a:t>
          </a:r>
          <a:r>
            <a:rPr lang="en-US" sz="1600" dirty="0" err="1"/>
            <a:t>dan</a:t>
          </a:r>
          <a:r>
            <a:rPr lang="en-US" sz="1600" dirty="0"/>
            <a:t> </a:t>
          </a:r>
        </a:p>
        <a:p>
          <a:r>
            <a:rPr lang="en-US" sz="1600" dirty="0"/>
            <a:t>Life Skills</a:t>
          </a:r>
        </a:p>
      </dgm:t>
    </dgm:pt>
    <dgm:pt modelId="{B2ACD409-EFE0-034D-9513-6A9478BE8EE4}" type="parTrans" cxnId="{03A40E4D-A4F0-9B45-BB58-223962728B45}">
      <dgm:prSet/>
      <dgm:spPr/>
      <dgm:t>
        <a:bodyPr/>
        <a:lstStyle/>
        <a:p>
          <a:endParaRPr lang="en-US"/>
        </a:p>
      </dgm:t>
    </dgm:pt>
    <dgm:pt modelId="{6AFB7A47-F80C-974C-9443-9DC3D127A140}" type="sibTrans" cxnId="{03A40E4D-A4F0-9B45-BB58-223962728B45}">
      <dgm:prSet/>
      <dgm:spPr/>
      <dgm:t>
        <a:bodyPr/>
        <a:lstStyle/>
        <a:p>
          <a:endParaRPr lang="en-US"/>
        </a:p>
      </dgm:t>
    </dgm:pt>
    <dgm:pt modelId="{00A58971-D421-EE4B-8D34-E58D3D027145}" type="pres">
      <dgm:prSet presAssocID="{D8D55239-E454-3544-B2EE-9828A99DD51F}" presName="Name0" presStyleCnt="0">
        <dgm:presLayoutVars>
          <dgm:chMax val="7"/>
          <dgm:chPref val="7"/>
          <dgm:dir/>
          <dgm:animLvl val="lvl"/>
        </dgm:presLayoutVars>
      </dgm:prSet>
      <dgm:spPr/>
    </dgm:pt>
    <dgm:pt modelId="{DEF889AE-D6F0-FA41-86C8-F6E3D0A04737}" type="pres">
      <dgm:prSet presAssocID="{1185E40B-F478-054A-A9DC-5F683AEF2DF9}" presName="Accent1" presStyleCnt="0"/>
      <dgm:spPr/>
    </dgm:pt>
    <dgm:pt modelId="{30D89E72-6296-2247-8BA3-960650D5DD78}" type="pres">
      <dgm:prSet presAssocID="{1185E40B-F478-054A-A9DC-5F683AEF2DF9}" presName="Accent" presStyleLbl="node1" presStyleIdx="0" presStyleCnt="3" custScaleX="168842"/>
      <dgm:spPr/>
    </dgm:pt>
    <dgm:pt modelId="{4615314A-E60C-6C45-9CFC-B8BA7EF05D55}" type="pres">
      <dgm:prSet presAssocID="{1185E40B-F478-054A-A9DC-5F683AEF2DF9}" presName="Parent1" presStyleLbl="revTx" presStyleIdx="0" presStyleCnt="3" custScaleX="162429">
        <dgm:presLayoutVars>
          <dgm:chMax val="1"/>
          <dgm:chPref val="1"/>
          <dgm:bulletEnabled val="1"/>
        </dgm:presLayoutVars>
      </dgm:prSet>
      <dgm:spPr/>
    </dgm:pt>
    <dgm:pt modelId="{F46CB44F-1863-9648-9A86-843F2BD62EB8}" type="pres">
      <dgm:prSet presAssocID="{2E53C48D-F231-B64B-91DB-6B97A1985384}" presName="Accent2" presStyleCnt="0"/>
      <dgm:spPr/>
    </dgm:pt>
    <dgm:pt modelId="{ACA11011-A7F6-B945-B461-774E3466F845}" type="pres">
      <dgm:prSet presAssocID="{2E53C48D-F231-B64B-91DB-6B97A1985384}" presName="Accent" presStyleLbl="node1" presStyleIdx="1" presStyleCnt="3" custScaleX="197207"/>
      <dgm:spPr/>
    </dgm:pt>
    <dgm:pt modelId="{B7E05BF2-B33D-D144-AD2E-62384FEFD050}" type="pres">
      <dgm:prSet presAssocID="{2E53C48D-F231-B64B-91DB-6B97A1985384}" presName="Parent2" presStyleLbl="revTx" presStyleIdx="1" presStyleCnt="3" custScaleX="208651" custLinFactNeighborX="-30621" custLinFactNeighborY="-6049">
        <dgm:presLayoutVars>
          <dgm:chMax val="1"/>
          <dgm:chPref val="1"/>
          <dgm:bulletEnabled val="1"/>
        </dgm:presLayoutVars>
      </dgm:prSet>
      <dgm:spPr/>
    </dgm:pt>
    <dgm:pt modelId="{0E3A5D7F-1BEE-7D46-8952-41D6A2951359}" type="pres">
      <dgm:prSet presAssocID="{5EFDC2C2-ADC2-324C-999B-85F942BFD7BA}" presName="Accent3" presStyleCnt="0"/>
      <dgm:spPr/>
    </dgm:pt>
    <dgm:pt modelId="{9537051C-0C13-D64A-964F-CCA8BADB287B}" type="pres">
      <dgm:prSet presAssocID="{5EFDC2C2-ADC2-324C-999B-85F942BFD7BA}" presName="Accent" presStyleLbl="node1" presStyleIdx="2" presStyleCnt="3" custScaleX="171197"/>
      <dgm:spPr/>
    </dgm:pt>
    <dgm:pt modelId="{5A4E8E55-2ED2-A247-8328-9584167664A4}" type="pres">
      <dgm:prSet presAssocID="{5EFDC2C2-ADC2-324C-999B-85F942BFD7BA}" presName="Parent3" presStyleLbl="revTx" presStyleIdx="2" presStyleCnt="3">
        <dgm:presLayoutVars>
          <dgm:chMax val="1"/>
          <dgm:chPref val="1"/>
          <dgm:bulletEnabled val="1"/>
        </dgm:presLayoutVars>
      </dgm:prSet>
      <dgm:spPr/>
    </dgm:pt>
  </dgm:ptLst>
  <dgm:cxnLst>
    <dgm:cxn modelId="{03A40E4D-A4F0-9B45-BB58-223962728B45}" srcId="{D8D55239-E454-3544-B2EE-9828A99DD51F}" destId="{5EFDC2C2-ADC2-324C-999B-85F942BFD7BA}" srcOrd="2" destOrd="0" parTransId="{B2ACD409-EFE0-034D-9513-6A9478BE8EE4}" sibTransId="{6AFB7A47-F80C-974C-9443-9DC3D127A140}"/>
    <dgm:cxn modelId="{04C6C34F-B61C-F545-88DA-FE28D2C01F99}" type="presOf" srcId="{5EFDC2C2-ADC2-324C-999B-85F942BFD7BA}" destId="{5A4E8E55-2ED2-A247-8328-9584167664A4}" srcOrd="0" destOrd="0" presId="urn:microsoft.com/office/officeart/2009/layout/CircleArrowProcess"/>
    <dgm:cxn modelId="{5DC8BA65-0CDC-F540-979C-E8CE6EA467BE}" type="presOf" srcId="{1185E40B-F478-054A-A9DC-5F683AEF2DF9}" destId="{4615314A-E60C-6C45-9CFC-B8BA7EF05D55}" srcOrd="0" destOrd="0" presId="urn:microsoft.com/office/officeart/2009/layout/CircleArrowProcess"/>
    <dgm:cxn modelId="{BED103C5-4892-DB48-933B-EFDC76872E92}" srcId="{D8D55239-E454-3544-B2EE-9828A99DD51F}" destId="{1185E40B-F478-054A-A9DC-5F683AEF2DF9}" srcOrd="0" destOrd="0" parTransId="{C9555F7A-8FDD-E941-B59D-BD421A7F2B6F}" sibTransId="{0E80456F-EEC0-CD45-8107-605F8E3B5287}"/>
    <dgm:cxn modelId="{C7D9BDD5-D68E-EA46-BB60-ADB41BC7CFBC}" type="presOf" srcId="{2E53C48D-F231-B64B-91DB-6B97A1985384}" destId="{B7E05BF2-B33D-D144-AD2E-62384FEFD050}" srcOrd="0" destOrd="0" presId="urn:microsoft.com/office/officeart/2009/layout/CircleArrowProcess"/>
    <dgm:cxn modelId="{B07C6CDC-1AA6-EC4B-A1F3-E1BECF575D08}" type="presOf" srcId="{D8D55239-E454-3544-B2EE-9828A99DD51F}" destId="{00A58971-D421-EE4B-8D34-E58D3D027145}" srcOrd="0" destOrd="0" presId="urn:microsoft.com/office/officeart/2009/layout/CircleArrowProcess"/>
    <dgm:cxn modelId="{CD78B0DF-0580-7240-BA74-9D43915C1875}" srcId="{D8D55239-E454-3544-B2EE-9828A99DD51F}" destId="{2E53C48D-F231-B64B-91DB-6B97A1985384}" srcOrd="1" destOrd="0" parTransId="{64EE5590-1159-1548-9361-72D54B1E1D34}" sibTransId="{E6D8A68D-78C5-204C-91F0-4C544165405F}"/>
    <dgm:cxn modelId="{A2397D7F-5636-8E49-8E84-DE5751E9D60A}" type="presParOf" srcId="{00A58971-D421-EE4B-8D34-E58D3D027145}" destId="{DEF889AE-D6F0-FA41-86C8-F6E3D0A04737}" srcOrd="0" destOrd="0" presId="urn:microsoft.com/office/officeart/2009/layout/CircleArrowProcess"/>
    <dgm:cxn modelId="{ECAB0656-A6F4-FC46-8D6F-90F8CE0A0097}" type="presParOf" srcId="{DEF889AE-D6F0-FA41-86C8-F6E3D0A04737}" destId="{30D89E72-6296-2247-8BA3-960650D5DD78}" srcOrd="0" destOrd="0" presId="urn:microsoft.com/office/officeart/2009/layout/CircleArrowProcess"/>
    <dgm:cxn modelId="{9758E3EF-584F-3C45-B7A3-4140E4FF96E5}" type="presParOf" srcId="{00A58971-D421-EE4B-8D34-E58D3D027145}" destId="{4615314A-E60C-6C45-9CFC-B8BA7EF05D55}" srcOrd="1" destOrd="0" presId="urn:microsoft.com/office/officeart/2009/layout/CircleArrowProcess"/>
    <dgm:cxn modelId="{99793D2A-3731-044B-AE66-7C0DC13C730C}" type="presParOf" srcId="{00A58971-D421-EE4B-8D34-E58D3D027145}" destId="{F46CB44F-1863-9648-9A86-843F2BD62EB8}" srcOrd="2" destOrd="0" presId="urn:microsoft.com/office/officeart/2009/layout/CircleArrowProcess"/>
    <dgm:cxn modelId="{F81980F5-A89B-CD49-B21B-68B7E4E1A009}" type="presParOf" srcId="{F46CB44F-1863-9648-9A86-843F2BD62EB8}" destId="{ACA11011-A7F6-B945-B461-774E3466F845}" srcOrd="0" destOrd="0" presId="urn:microsoft.com/office/officeart/2009/layout/CircleArrowProcess"/>
    <dgm:cxn modelId="{259815DC-3AA8-5440-810A-E7EC9A2E7D93}" type="presParOf" srcId="{00A58971-D421-EE4B-8D34-E58D3D027145}" destId="{B7E05BF2-B33D-D144-AD2E-62384FEFD050}" srcOrd="3" destOrd="0" presId="urn:microsoft.com/office/officeart/2009/layout/CircleArrowProcess"/>
    <dgm:cxn modelId="{FE05C243-5617-3548-98B9-1535D1BD5600}" type="presParOf" srcId="{00A58971-D421-EE4B-8D34-E58D3D027145}" destId="{0E3A5D7F-1BEE-7D46-8952-41D6A2951359}" srcOrd="4" destOrd="0" presId="urn:microsoft.com/office/officeart/2009/layout/CircleArrowProcess"/>
    <dgm:cxn modelId="{75A50D4D-DD43-6443-A6E7-DFD9EAEDF904}" type="presParOf" srcId="{0E3A5D7F-1BEE-7D46-8952-41D6A2951359}" destId="{9537051C-0C13-D64A-964F-CCA8BADB287B}" srcOrd="0" destOrd="0" presId="urn:microsoft.com/office/officeart/2009/layout/CircleArrowProcess"/>
    <dgm:cxn modelId="{8F119350-C4EC-554A-9D2A-F1E53D718939}" type="presParOf" srcId="{00A58971-D421-EE4B-8D34-E58D3D027145}" destId="{5A4E8E55-2ED2-A247-8328-9584167664A4}"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4D1D4F-DBB6-284A-A816-988381B05DDB}"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89D7EE56-0788-664B-8780-B99F0AA86B23}">
      <dgm:prSet phldrT="[Text]"/>
      <dgm:spPr/>
      <dgm:t>
        <a:bodyPr/>
        <a:lstStyle/>
        <a:p>
          <a:r>
            <a:rPr lang="id-ID" dirty="0">
              <a:solidFill>
                <a:schemeClr val="tx1"/>
              </a:solidFill>
            </a:rPr>
            <a:t>Bijaksana (hikmah,welas asih-wise)</a:t>
          </a:r>
          <a:endParaRPr lang="en-US" dirty="0">
            <a:solidFill>
              <a:schemeClr val="tx1"/>
            </a:solidFill>
          </a:endParaRPr>
        </a:p>
      </dgm:t>
    </dgm:pt>
    <dgm:pt modelId="{2774EEEF-E6C4-D04B-9D40-52A5FBAE5245}" type="parTrans" cxnId="{8EBDE03D-9555-FA4B-B957-9C79E347D124}">
      <dgm:prSet/>
      <dgm:spPr/>
      <dgm:t>
        <a:bodyPr/>
        <a:lstStyle/>
        <a:p>
          <a:endParaRPr lang="en-US"/>
        </a:p>
      </dgm:t>
    </dgm:pt>
    <dgm:pt modelId="{52FC252D-0B31-6540-9543-BA545AAD3421}" type="sibTrans" cxnId="{8EBDE03D-9555-FA4B-B957-9C79E347D124}">
      <dgm:prSet/>
      <dgm:spPr/>
      <dgm:t>
        <a:bodyPr/>
        <a:lstStyle/>
        <a:p>
          <a:endParaRPr lang="en-US"/>
        </a:p>
      </dgm:t>
    </dgm:pt>
    <dgm:pt modelId="{6E529E2E-451F-1A4C-8375-A88DCE8CFF05}">
      <dgm:prSet phldrT="[Text]"/>
      <dgm:spPr/>
      <dgm:t>
        <a:bodyPr/>
        <a:lstStyle/>
        <a:p>
          <a:r>
            <a:rPr lang="id-ID" b="1" i="0" u="none" dirty="0">
              <a:solidFill>
                <a:schemeClr val="tx1"/>
              </a:solidFill>
            </a:rPr>
            <a:t>Religius </a:t>
          </a:r>
        </a:p>
        <a:p>
          <a:r>
            <a:rPr lang="id-ID" b="1" i="0" u="none" dirty="0">
              <a:solidFill>
                <a:schemeClr val="tx1"/>
              </a:solidFill>
            </a:rPr>
            <a:t>Tekun beribadah</a:t>
          </a:r>
          <a:endParaRPr lang="en-US" dirty="0">
            <a:solidFill>
              <a:schemeClr val="tx1"/>
            </a:solidFill>
          </a:endParaRPr>
        </a:p>
      </dgm:t>
    </dgm:pt>
    <dgm:pt modelId="{1EE5146F-4E08-C848-B53E-5DD153BC65EE}" type="parTrans" cxnId="{629A1520-64AA-5A45-8263-E52B299A9C15}">
      <dgm:prSet/>
      <dgm:spPr/>
      <dgm:t>
        <a:bodyPr/>
        <a:lstStyle/>
        <a:p>
          <a:endParaRPr lang="en-US"/>
        </a:p>
      </dgm:t>
    </dgm:pt>
    <dgm:pt modelId="{654B2552-38A5-954B-8BC3-EA33D6990797}" type="sibTrans" cxnId="{629A1520-64AA-5A45-8263-E52B299A9C15}">
      <dgm:prSet/>
      <dgm:spPr/>
      <dgm:t>
        <a:bodyPr/>
        <a:lstStyle/>
        <a:p>
          <a:endParaRPr lang="en-US"/>
        </a:p>
      </dgm:t>
    </dgm:pt>
    <dgm:pt modelId="{40B141B1-D1F0-814E-8D85-F937667FA06D}">
      <dgm:prSet phldrT="[Text]"/>
      <dgm:spPr/>
      <dgm:t>
        <a:bodyPr/>
        <a:lstStyle/>
        <a:p>
          <a:r>
            <a:rPr lang="id-ID" dirty="0">
              <a:solidFill>
                <a:schemeClr val="tx1"/>
              </a:solidFill>
            </a:rPr>
            <a:t>Moderat- wasathiyyah  (ingklusif-terbuka)</a:t>
          </a:r>
          <a:endParaRPr lang="en-US" dirty="0">
            <a:solidFill>
              <a:schemeClr val="tx1"/>
            </a:solidFill>
          </a:endParaRPr>
        </a:p>
      </dgm:t>
    </dgm:pt>
    <dgm:pt modelId="{4C68FDB6-B012-534E-8F69-28682AB88A08}" type="parTrans" cxnId="{71647CBE-6C71-4E4B-9B5A-0B9E60C99DD0}">
      <dgm:prSet/>
      <dgm:spPr/>
      <dgm:t>
        <a:bodyPr/>
        <a:lstStyle/>
        <a:p>
          <a:endParaRPr lang="en-US"/>
        </a:p>
      </dgm:t>
    </dgm:pt>
    <dgm:pt modelId="{8CD3A874-30C1-944B-9748-3F83C40160E1}" type="sibTrans" cxnId="{71647CBE-6C71-4E4B-9B5A-0B9E60C99DD0}">
      <dgm:prSet/>
      <dgm:spPr/>
      <dgm:t>
        <a:bodyPr/>
        <a:lstStyle/>
        <a:p>
          <a:endParaRPr lang="en-US"/>
        </a:p>
      </dgm:t>
    </dgm:pt>
    <dgm:pt modelId="{89BE0933-308F-9942-82F3-05B05FE24A0F}">
      <dgm:prSet phldrT="[Text]"/>
      <dgm:spPr/>
      <dgm:t>
        <a:bodyPr/>
        <a:lstStyle/>
        <a:p>
          <a:r>
            <a:rPr lang="id-ID" dirty="0">
              <a:solidFill>
                <a:schemeClr val="tx1"/>
              </a:solidFill>
            </a:rPr>
            <a:t>Baik dan mebaikkan (salihah-muslihah)</a:t>
          </a:r>
          <a:endParaRPr lang="en-US" dirty="0">
            <a:solidFill>
              <a:schemeClr val="tx1"/>
            </a:solidFill>
          </a:endParaRPr>
        </a:p>
      </dgm:t>
    </dgm:pt>
    <dgm:pt modelId="{85A5A43D-D344-DB41-BEAE-2E0768BA6553}" type="parTrans" cxnId="{08BE3A5E-27B0-DC4A-95CD-C065047BCFB4}">
      <dgm:prSet/>
      <dgm:spPr/>
      <dgm:t>
        <a:bodyPr/>
        <a:lstStyle/>
        <a:p>
          <a:endParaRPr lang="en-US"/>
        </a:p>
      </dgm:t>
    </dgm:pt>
    <dgm:pt modelId="{BCBF13F9-1707-8141-97B1-1F0524B8C227}" type="sibTrans" cxnId="{08BE3A5E-27B0-DC4A-95CD-C065047BCFB4}">
      <dgm:prSet/>
      <dgm:spPr/>
      <dgm:t>
        <a:bodyPr/>
        <a:lstStyle/>
        <a:p>
          <a:endParaRPr lang="en-US"/>
        </a:p>
      </dgm:t>
    </dgm:pt>
    <dgm:pt modelId="{AE879C67-8B14-684A-B7C3-327E9E589D4E}">
      <dgm:prSet phldrT="[Text]"/>
      <dgm:spPr/>
      <dgm:t>
        <a:bodyPr/>
        <a:lstStyle/>
        <a:p>
          <a:r>
            <a:rPr lang="id-ID" b="1" i="0" u="none" dirty="0">
              <a:solidFill>
                <a:schemeClr val="tx1"/>
              </a:solidFill>
            </a:rPr>
            <a:t> </a:t>
          </a:r>
          <a:r>
            <a:rPr lang="id-ID" dirty="0">
              <a:solidFill>
                <a:schemeClr val="tx1"/>
              </a:solidFill>
            </a:rPr>
            <a:t>Bertanggungjawab (mas’uliyyah-responsibility)</a:t>
          </a:r>
          <a:endParaRPr lang="en-US" dirty="0">
            <a:solidFill>
              <a:schemeClr val="tx1"/>
            </a:solidFill>
          </a:endParaRPr>
        </a:p>
      </dgm:t>
    </dgm:pt>
    <dgm:pt modelId="{F90DFE95-6F59-5144-9175-944D16BE3BF1}" type="parTrans" cxnId="{36BF9465-62B5-ED4D-80B9-980D63AF7DD9}">
      <dgm:prSet/>
      <dgm:spPr/>
      <dgm:t>
        <a:bodyPr/>
        <a:lstStyle/>
        <a:p>
          <a:endParaRPr lang="en-US"/>
        </a:p>
      </dgm:t>
    </dgm:pt>
    <dgm:pt modelId="{7533B9FD-725A-634F-83D0-D85384732304}" type="sibTrans" cxnId="{36BF9465-62B5-ED4D-80B9-980D63AF7DD9}">
      <dgm:prSet/>
      <dgm:spPr/>
      <dgm:t>
        <a:bodyPr/>
        <a:lstStyle/>
        <a:p>
          <a:endParaRPr lang="en-US"/>
        </a:p>
      </dgm:t>
    </dgm:pt>
    <dgm:pt modelId="{EC81F7CF-3F33-EC48-9AE3-BA8F6A2B9BE9}">
      <dgm:prSet phldrT="[Text]"/>
      <dgm:spPr/>
      <dgm:t>
        <a:bodyPr/>
        <a:lstStyle/>
        <a:p>
          <a:r>
            <a:rPr lang="id-ID" dirty="0">
              <a:solidFill>
                <a:schemeClr val="tx1"/>
              </a:solidFill>
            </a:rPr>
            <a:t>Semangat mengebangkan diri</a:t>
          </a:r>
        </a:p>
        <a:p>
          <a:r>
            <a:rPr lang="id-ID" dirty="0">
              <a:solidFill>
                <a:schemeClr val="tx1"/>
              </a:solidFill>
            </a:rPr>
            <a:t>(tarbiyatu an-nafsi wa al aqli)</a:t>
          </a:r>
          <a:r>
            <a:rPr lang="id-ID" dirty="0"/>
            <a:t> </a:t>
          </a:r>
          <a:endParaRPr lang="en-US" dirty="0"/>
        </a:p>
      </dgm:t>
    </dgm:pt>
    <dgm:pt modelId="{5276842D-B5A5-7D44-B926-EFE50E4E04B3}" type="parTrans" cxnId="{457561AC-E583-BE42-893B-31F88E62574B}">
      <dgm:prSet/>
      <dgm:spPr/>
      <dgm:t>
        <a:bodyPr/>
        <a:lstStyle/>
        <a:p>
          <a:endParaRPr lang="en-US"/>
        </a:p>
      </dgm:t>
    </dgm:pt>
    <dgm:pt modelId="{0BDD52C7-3FB3-8B41-A2C0-6E86F307BE6A}" type="sibTrans" cxnId="{457561AC-E583-BE42-893B-31F88E62574B}">
      <dgm:prSet/>
      <dgm:spPr/>
      <dgm:t>
        <a:bodyPr/>
        <a:lstStyle/>
        <a:p>
          <a:endParaRPr lang="en-US"/>
        </a:p>
      </dgm:t>
    </dgm:pt>
    <dgm:pt modelId="{AE52F9E0-B841-134B-BBAF-A4CA2AEB03CD}" type="pres">
      <dgm:prSet presAssocID="{814D1D4F-DBB6-284A-A816-988381B05DDB}" presName="diagram" presStyleCnt="0">
        <dgm:presLayoutVars>
          <dgm:dir/>
          <dgm:resizeHandles val="exact"/>
        </dgm:presLayoutVars>
      </dgm:prSet>
      <dgm:spPr/>
    </dgm:pt>
    <dgm:pt modelId="{F6987C0B-E133-2244-A071-CF7B1719C9BF}" type="pres">
      <dgm:prSet presAssocID="{89D7EE56-0788-664B-8780-B99F0AA86B23}" presName="node" presStyleLbl="node1" presStyleIdx="0" presStyleCnt="6">
        <dgm:presLayoutVars>
          <dgm:bulletEnabled val="1"/>
        </dgm:presLayoutVars>
      </dgm:prSet>
      <dgm:spPr/>
    </dgm:pt>
    <dgm:pt modelId="{72442C7A-FFFF-1D40-BC45-E9A828398365}" type="pres">
      <dgm:prSet presAssocID="{52FC252D-0B31-6540-9543-BA545AAD3421}" presName="sibTrans" presStyleCnt="0"/>
      <dgm:spPr/>
    </dgm:pt>
    <dgm:pt modelId="{14E00941-A449-9049-B0A0-979023E0FC76}" type="pres">
      <dgm:prSet presAssocID="{6E529E2E-451F-1A4C-8375-A88DCE8CFF05}" presName="node" presStyleLbl="node1" presStyleIdx="1" presStyleCnt="6">
        <dgm:presLayoutVars>
          <dgm:bulletEnabled val="1"/>
        </dgm:presLayoutVars>
      </dgm:prSet>
      <dgm:spPr/>
    </dgm:pt>
    <dgm:pt modelId="{51100AB2-2AD9-A74D-AFDD-A0FF37F18197}" type="pres">
      <dgm:prSet presAssocID="{654B2552-38A5-954B-8BC3-EA33D6990797}" presName="sibTrans" presStyleCnt="0"/>
      <dgm:spPr/>
    </dgm:pt>
    <dgm:pt modelId="{FC751205-DFDC-5949-8FCD-1DE9ED134929}" type="pres">
      <dgm:prSet presAssocID="{40B141B1-D1F0-814E-8D85-F937667FA06D}" presName="node" presStyleLbl="node1" presStyleIdx="2" presStyleCnt="6" custLinFactNeighborX="-5000" custLinFactNeighborY="-2929">
        <dgm:presLayoutVars>
          <dgm:bulletEnabled val="1"/>
        </dgm:presLayoutVars>
      </dgm:prSet>
      <dgm:spPr/>
    </dgm:pt>
    <dgm:pt modelId="{4154C7B4-5D7B-154D-B672-BA20659F1434}" type="pres">
      <dgm:prSet presAssocID="{8CD3A874-30C1-944B-9748-3F83C40160E1}" presName="sibTrans" presStyleCnt="0"/>
      <dgm:spPr/>
    </dgm:pt>
    <dgm:pt modelId="{1C86723C-B665-EE4A-956C-C8DC7392F540}" type="pres">
      <dgm:prSet presAssocID="{89BE0933-308F-9942-82F3-05B05FE24A0F}" presName="node" presStyleLbl="node1" presStyleIdx="3" presStyleCnt="6">
        <dgm:presLayoutVars>
          <dgm:bulletEnabled val="1"/>
        </dgm:presLayoutVars>
      </dgm:prSet>
      <dgm:spPr/>
    </dgm:pt>
    <dgm:pt modelId="{A6991926-33A5-364E-9DD4-F2DFFCA9A4CE}" type="pres">
      <dgm:prSet presAssocID="{BCBF13F9-1707-8141-97B1-1F0524B8C227}" presName="sibTrans" presStyleCnt="0"/>
      <dgm:spPr/>
    </dgm:pt>
    <dgm:pt modelId="{BA8C3BC1-C906-D240-8664-DAE2D7F956BD}" type="pres">
      <dgm:prSet presAssocID="{AE879C67-8B14-684A-B7C3-327E9E589D4E}" presName="node" presStyleLbl="node1" presStyleIdx="4" presStyleCnt="6">
        <dgm:presLayoutVars>
          <dgm:bulletEnabled val="1"/>
        </dgm:presLayoutVars>
      </dgm:prSet>
      <dgm:spPr/>
    </dgm:pt>
    <dgm:pt modelId="{21820C42-3594-4546-A482-ADD0E7472A1C}" type="pres">
      <dgm:prSet presAssocID="{7533B9FD-725A-634F-83D0-D85384732304}" presName="sibTrans" presStyleCnt="0"/>
      <dgm:spPr/>
    </dgm:pt>
    <dgm:pt modelId="{70FA6915-8E7C-D742-8E74-5CD3A45D3302}" type="pres">
      <dgm:prSet presAssocID="{EC81F7CF-3F33-EC48-9AE3-BA8F6A2B9BE9}" presName="node" presStyleLbl="node1" presStyleIdx="5" presStyleCnt="6">
        <dgm:presLayoutVars>
          <dgm:bulletEnabled val="1"/>
        </dgm:presLayoutVars>
      </dgm:prSet>
      <dgm:spPr/>
    </dgm:pt>
  </dgm:ptLst>
  <dgm:cxnLst>
    <dgm:cxn modelId="{629A1520-64AA-5A45-8263-E52B299A9C15}" srcId="{814D1D4F-DBB6-284A-A816-988381B05DDB}" destId="{6E529E2E-451F-1A4C-8375-A88DCE8CFF05}" srcOrd="1" destOrd="0" parTransId="{1EE5146F-4E08-C848-B53E-5DD153BC65EE}" sibTransId="{654B2552-38A5-954B-8BC3-EA33D6990797}"/>
    <dgm:cxn modelId="{8EBDE03D-9555-FA4B-B957-9C79E347D124}" srcId="{814D1D4F-DBB6-284A-A816-988381B05DDB}" destId="{89D7EE56-0788-664B-8780-B99F0AA86B23}" srcOrd="0" destOrd="0" parTransId="{2774EEEF-E6C4-D04B-9D40-52A5FBAE5245}" sibTransId="{52FC252D-0B31-6540-9543-BA545AAD3421}"/>
    <dgm:cxn modelId="{B7BD7949-A49F-4F68-BD90-C44CFCB78390}" type="presOf" srcId="{89BE0933-308F-9942-82F3-05B05FE24A0F}" destId="{1C86723C-B665-EE4A-956C-C8DC7392F540}" srcOrd="0" destOrd="0" presId="urn:microsoft.com/office/officeart/2005/8/layout/default"/>
    <dgm:cxn modelId="{63F0934C-DB85-4608-85B2-4D82336B8B14}" type="presOf" srcId="{40B141B1-D1F0-814E-8D85-F937667FA06D}" destId="{FC751205-DFDC-5949-8FCD-1DE9ED134929}" srcOrd="0" destOrd="0" presId="urn:microsoft.com/office/officeart/2005/8/layout/default"/>
    <dgm:cxn modelId="{08BE3A5E-27B0-DC4A-95CD-C065047BCFB4}" srcId="{814D1D4F-DBB6-284A-A816-988381B05DDB}" destId="{89BE0933-308F-9942-82F3-05B05FE24A0F}" srcOrd="3" destOrd="0" parTransId="{85A5A43D-D344-DB41-BEAE-2E0768BA6553}" sibTransId="{BCBF13F9-1707-8141-97B1-1F0524B8C227}"/>
    <dgm:cxn modelId="{44D38162-3622-408F-BBD4-F76D3841FEBA}" type="presOf" srcId="{AE879C67-8B14-684A-B7C3-327E9E589D4E}" destId="{BA8C3BC1-C906-D240-8664-DAE2D7F956BD}" srcOrd="0" destOrd="0" presId="urn:microsoft.com/office/officeart/2005/8/layout/default"/>
    <dgm:cxn modelId="{36BF9465-62B5-ED4D-80B9-980D63AF7DD9}" srcId="{814D1D4F-DBB6-284A-A816-988381B05DDB}" destId="{AE879C67-8B14-684A-B7C3-327E9E589D4E}" srcOrd="4" destOrd="0" parTransId="{F90DFE95-6F59-5144-9175-944D16BE3BF1}" sibTransId="{7533B9FD-725A-634F-83D0-D85384732304}"/>
    <dgm:cxn modelId="{57358190-4170-40B5-817F-9B124FAF141B}" type="presOf" srcId="{814D1D4F-DBB6-284A-A816-988381B05DDB}" destId="{AE52F9E0-B841-134B-BBAF-A4CA2AEB03CD}" srcOrd="0" destOrd="0" presId="urn:microsoft.com/office/officeart/2005/8/layout/default"/>
    <dgm:cxn modelId="{457561AC-E583-BE42-893B-31F88E62574B}" srcId="{814D1D4F-DBB6-284A-A816-988381B05DDB}" destId="{EC81F7CF-3F33-EC48-9AE3-BA8F6A2B9BE9}" srcOrd="5" destOrd="0" parTransId="{5276842D-B5A5-7D44-B926-EFE50E4E04B3}" sibTransId="{0BDD52C7-3FB3-8B41-A2C0-6E86F307BE6A}"/>
    <dgm:cxn modelId="{9FBB24B0-4FB0-4E97-B3B0-A6B4738E22F5}" type="presOf" srcId="{6E529E2E-451F-1A4C-8375-A88DCE8CFF05}" destId="{14E00941-A449-9049-B0A0-979023E0FC76}" srcOrd="0" destOrd="0" presId="urn:microsoft.com/office/officeart/2005/8/layout/default"/>
    <dgm:cxn modelId="{71647CBE-6C71-4E4B-9B5A-0B9E60C99DD0}" srcId="{814D1D4F-DBB6-284A-A816-988381B05DDB}" destId="{40B141B1-D1F0-814E-8D85-F937667FA06D}" srcOrd="2" destOrd="0" parTransId="{4C68FDB6-B012-534E-8F69-28682AB88A08}" sibTransId="{8CD3A874-30C1-944B-9748-3F83C40160E1}"/>
    <dgm:cxn modelId="{FC650FD7-ADD0-47D8-A2D8-1873C89F99FA}" type="presOf" srcId="{EC81F7CF-3F33-EC48-9AE3-BA8F6A2B9BE9}" destId="{70FA6915-8E7C-D742-8E74-5CD3A45D3302}" srcOrd="0" destOrd="0" presId="urn:microsoft.com/office/officeart/2005/8/layout/default"/>
    <dgm:cxn modelId="{FD4B71E5-D485-4D01-97B8-A48A9F169F73}" type="presOf" srcId="{89D7EE56-0788-664B-8780-B99F0AA86B23}" destId="{F6987C0B-E133-2244-A071-CF7B1719C9BF}" srcOrd="0" destOrd="0" presId="urn:microsoft.com/office/officeart/2005/8/layout/default"/>
    <dgm:cxn modelId="{D3BB15E3-9294-4B60-A8A9-8FE5CCF92257}" type="presParOf" srcId="{AE52F9E0-B841-134B-BBAF-A4CA2AEB03CD}" destId="{F6987C0B-E133-2244-A071-CF7B1719C9BF}" srcOrd="0" destOrd="0" presId="urn:microsoft.com/office/officeart/2005/8/layout/default"/>
    <dgm:cxn modelId="{2368690A-C52A-4180-9C0A-6081711D8322}" type="presParOf" srcId="{AE52F9E0-B841-134B-BBAF-A4CA2AEB03CD}" destId="{72442C7A-FFFF-1D40-BC45-E9A828398365}" srcOrd="1" destOrd="0" presId="urn:microsoft.com/office/officeart/2005/8/layout/default"/>
    <dgm:cxn modelId="{75F8AEE3-1473-4A17-8029-09991C236463}" type="presParOf" srcId="{AE52F9E0-B841-134B-BBAF-A4CA2AEB03CD}" destId="{14E00941-A449-9049-B0A0-979023E0FC76}" srcOrd="2" destOrd="0" presId="urn:microsoft.com/office/officeart/2005/8/layout/default"/>
    <dgm:cxn modelId="{4AD16133-ED13-4303-B77F-56A33976DC55}" type="presParOf" srcId="{AE52F9E0-B841-134B-BBAF-A4CA2AEB03CD}" destId="{51100AB2-2AD9-A74D-AFDD-A0FF37F18197}" srcOrd="3" destOrd="0" presId="urn:microsoft.com/office/officeart/2005/8/layout/default"/>
    <dgm:cxn modelId="{63BC73B4-4173-4E21-83BE-FBA622C8B8E6}" type="presParOf" srcId="{AE52F9E0-B841-134B-BBAF-A4CA2AEB03CD}" destId="{FC751205-DFDC-5949-8FCD-1DE9ED134929}" srcOrd="4" destOrd="0" presId="urn:microsoft.com/office/officeart/2005/8/layout/default"/>
    <dgm:cxn modelId="{08ED1BB4-04FF-4315-971E-4B07199B519C}" type="presParOf" srcId="{AE52F9E0-B841-134B-BBAF-A4CA2AEB03CD}" destId="{4154C7B4-5D7B-154D-B672-BA20659F1434}" srcOrd="5" destOrd="0" presId="urn:microsoft.com/office/officeart/2005/8/layout/default"/>
    <dgm:cxn modelId="{A7B32A9E-9407-4B98-A9F1-F23B33E84D28}" type="presParOf" srcId="{AE52F9E0-B841-134B-BBAF-A4CA2AEB03CD}" destId="{1C86723C-B665-EE4A-956C-C8DC7392F540}" srcOrd="6" destOrd="0" presId="urn:microsoft.com/office/officeart/2005/8/layout/default"/>
    <dgm:cxn modelId="{21487CA9-DEE1-4CAF-8CE8-8DDEB2525F17}" type="presParOf" srcId="{AE52F9E0-B841-134B-BBAF-A4CA2AEB03CD}" destId="{A6991926-33A5-364E-9DD4-F2DFFCA9A4CE}" srcOrd="7" destOrd="0" presId="urn:microsoft.com/office/officeart/2005/8/layout/default"/>
    <dgm:cxn modelId="{DCBEC5E9-31D4-446A-9B48-2C9445FE39DD}" type="presParOf" srcId="{AE52F9E0-B841-134B-BBAF-A4CA2AEB03CD}" destId="{BA8C3BC1-C906-D240-8664-DAE2D7F956BD}" srcOrd="8" destOrd="0" presId="urn:microsoft.com/office/officeart/2005/8/layout/default"/>
    <dgm:cxn modelId="{62FC2964-D517-4B83-A45D-73AAA3A6B536}" type="presParOf" srcId="{AE52F9E0-B841-134B-BBAF-A4CA2AEB03CD}" destId="{21820C42-3594-4546-A482-ADD0E7472A1C}" srcOrd="9" destOrd="0" presId="urn:microsoft.com/office/officeart/2005/8/layout/default"/>
    <dgm:cxn modelId="{8F119683-A28E-45C0-94BA-05521E083789}" type="presParOf" srcId="{AE52F9E0-B841-134B-BBAF-A4CA2AEB03CD}" destId="{70FA6915-8E7C-D742-8E74-5CD3A45D330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A7865-CB0F-47B0-BCF0-4D279874A0CD}">
      <dsp:nvSpPr>
        <dsp:cNvPr id="0" name=""/>
        <dsp:cNvSpPr/>
      </dsp:nvSpPr>
      <dsp:spPr>
        <a:xfrm>
          <a:off x="0" y="0"/>
          <a:ext cx="11623964" cy="1797640"/>
        </a:xfrm>
        <a:prstGeom prst="rect">
          <a:avLst/>
        </a:prstGeom>
        <a:solidFill>
          <a:schemeClr val="accent1">
            <a:lumMod val="5000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280" tIns="264160" rIns="462280" bIns="264160" numCol="1" spcCol="1270" anchor="ctr" anchorCtr="0">
          <a:noAutofit/>
        </a:bodyPr>
        <a:lstStyle/>
        <a:p>
          <a:pPr marL="0" lvl="0" indent="0" algn="ctr" defTabSz="2889250">
            <a:lnSpc>
              <a:spcPct val="90000"/>
            </a:lnSpc>
            <a:spcBef>
              <a:spcPct val="0"/>
            </a:spcBef>
            <a:spcAft>
              <a:spcPct val="35000"/>
            </a:spcAft>
            <a:buNone/>
          </a:pPr>
          <a:r>
            <a:rPr lang="en-US" sz="6500" kern="1200" dirty="0" err="1"/>
            <a:t>Pokok</a:t>
          </a:r>
          <a:r>
            <a:rPr lang="en-US" sz="6500" kern="1200" dirty="0"/>
            <a:t> </a:t>
          </a:r>
          <a:r>
            <a:rPr lang="en-US" sz="6500" kern="1200" dirty="0" err="1"/>
            <a:t>Bahasan</a:t>
          </a:r>
          <a:endParaRPr lang="en-US" sz="6500" kern="1200" dirty="0"/>
        </a:p>
      </dsp:txBody>
      <dsp:txXfrm>
        <a:off x="0" y="0"/>
        <a:ext cx="11623964" cy="1797640"/>
      </dsp:txXfrm>
    </dsp:sp>
    <dsp:sp modelId="{AE690B36-02E9-4D36-8145-5797E30315CB}">
      <dsp:nvSpPr>
        <dsp:cNvPr id="0" name=""/>
        <dsp:cNvSpPr/>
      </dsp:nvSpPr>
      <dsp:spPr>
        <a:xfrm>
          <a:off x="0" y="1920088"/>
          <a:ext cx="11623964" cy="4014562"/>
        </a:xfrm>
        <a:prstGeom prst="rect">
          <a:avLst/>
        </a:prstGeom>
        <a:solidFill>
          <a:schemeClr val="accent1">
            <a:lumMod val="20000"/>
            <a:lumOff val="80000"/>
            <a:alpha val="89804"/>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l" defTabSz="1733550">
            <a:lnSpc>
              <a:spcPct val="90000"/>
            </a:lnSpc>
            <a:spcBef>
              <a:spcPct val="0"/>
            </a:spcBef>
            <a:spcAft>
              <a:spcPct val="15000"/>
            </a:spcAft>
            <a:buChar char="•"/>
          </a:pPr>
          <a:r>
            <a:rPr lang="en-US" sz="3900" kern="1200" dirty="0" err="1"/>
            <a:t>Pengantar</a:t>
          </a:r>
          <a:endParaRPr lang="en-US" sz="3900" kern="1200" dirty="0"/>
        </a:p>
        <a:p>
          <a:pPr marL="285750" lvl="1" indent="-285750" algn="l" defTabSz="1600200">
            <a:lnSpc>
              <a:spcPct val="90000"/>
            </a:lnSpc>
            <a:spcBef>
              <a:spcPct val="0"/>
            </a:spcBef>
            <a:spcAft>
              <a:spcPct val="15000"/>
            </a:spcAft>
            <a:buChar char="•"/>
          </a:pPr>
          <a:r>
            <a:rPr lang="en-US" sz="3600" kern="1200" dirty="0" err="1"/>
            <a:t>Pendalaman</a:t>
          </a:r>
          <a:r>
            <a:rPr lang="en-US" sz="3600" kern="1200" dirty="0"/>
            <a:t> </a:t>
          </a:r>
          <a:r>
            <a:rPr lang="en-US" sz="3600" kern="1200" dirty="0" err="1"/>
            <a:t>Langkah</a:t>
          </a:r>
          <a:r>
            <a:rPr lang="en-US" sz="3600" kern="1200" dirty="0"/>
            <a:t> 1: </a:t>
          </a:r>
          <a:r>
            <a:rPr lang="en-US" sz="3600" kern="1200" dirty="0" err="1"/>
            <a:t>Konsep</a:t>
          </a:r>
          <a:r>
            <a:rPr lang="en-US" sz="3600" kern="1200" dirty="0"/>
            <a:t> </a:t>
          </a:r>
          <a:r>
            <a:rPr lang="en-US" sz="3600" kern="1200" dirty="0" err="1"/>
            <a:t>Diri</a:t>
          </a:r>
          <a:r>
            <a:rPr lang="en-US" sz="3600" kern="1200" dirty="0"/>
            <a:t> </a:t>
          </a:r>
          <a:r>
            <a:rPr lang="en-US" sz="3600" kern="1200" dirty="0" err="1"/>
            <a:t>Remaja</a:t>
          </a:r>
          <a:r>
            <a:rPr lang="en-US" sz="3600" kern="1200" dirty="0"/>
            <a:t> yang </a:t>
          </a:r>
          <a:r>
            <a:rPr lang="en-US" sz="3600" kern="1200" dirty="0" err="1"/>
            <a:t>Sehat</a:t>
          </a:r>
          <a:endParaRPr lang="en-US" sz="3600" kern="1200" dirty="0"/>
        </a:p>
        <a:p>
          <a:pPr marL="285750" lvl="1" indent="-285750" algn="l" defTabSz="1600200">
            <a:lnSpc>
              <a:spcPct val="90000"/>
            </a:lnSpc>
            <a:spcBef>
              <a:spcPct val="0"/>
            </a:spcBef>
            <a:spcAft>
              <a:spcPct val="15000"/>
            </a:spcAft>
            <a:buChar char="•"/>
          </a:pPr>
          <a:r>
            <a:rPr lang="en-US" sz="3600" kern="1200" dirty="0" err="1"/>
            <a:t>Pendalaman</a:t>
          </a:r>
          <a:r>
            <a:rPr lang="en-US" sz="3600" kern="1200" dirty="0"/>
            <a:t> </a:t>
          </a:r>
          <a:r>
            <a:rPr lang="en-US" sz="3600" kern="1200" dirty="0" err="1"/>
            <a:t>Langkah</a:t>
          </a:r>
          <a:r>
            <a:rPr lang="en-US" sz="3600" kern="1200" dirty="0"/>
            <a:t> 2: </a:t>
          </a:r>
          <a:r>
            <a:rPr lang="en-US" sz="3600" kern="1200" dirty="0" err="1"/>
            <a:t>Membangun</a:t>
          </a:r>
          <a:r>
            <a:rPr lang="en-US" sz="3600" kern="1200" dirty="0"/>
            <a:t> </a:t>
          </a:r>
          <a:r>
            <a:rPr lang="en-US" sz="3600" kern="1200" dirty="0" err="1"/>
            <a:t>Jembatan</a:t>
          </a:r>
          <a:r>
            <a:rPr lang="en-US" sz="3600" kern="1200" dirty="0"/>
            <a:t> </a:t>
          </a:r>
          <a:r>
            <a:rPr lang="en-US" sz="3600" kern="1200" dirty="0" err="1"/>
            <a:t>Harapan</a:t>
          </a:r>
          <a:endParaRPr lang="en-US" sz="3600" kern="1200" dirty="0"/>
        </a:p>
        <a:p>
          <a:pPr marL="285750" lvl="1" indent="-285750" algn="l" defTabSz="1600200">
            <a:lnSpc>
              <a:spcPct val="90000"/>
            </a:lnSpc>
            <a:spcBef>
              <a:spcPct val="0"/>
            </a:spcBef>
            <a:spcAft>
              <a:spcPct val="15000"/>
            </a:spcAft>
            <a:buChar char="•"/>
          </a:pPr>
          <a:r>
            <a:rPr lang="en-US" sz="3600" kern="1200" dirty="0" err="1"/>
            <a:t>Pendalaman</a:t>
          </a:r>
          <a:r>
            <a:rPr lang="en-US" sz="3600" kern="1200" dirty="0"/>
            <a:t> </a:t>
          </a:r>
          <a:r>
            <a:rPr lang="en-US" sz="3600" kern="1200" dirty="0" err="1"/>
            <a:t>Langkah</a:t>
          </a:r>
          <a:r>
            <a:rPr lang="en-US" sz="3600" kern="1200" dirty="0"/>
            <a:t> 3: </a:t>
          </a:r>
          <a:r>
            <a:rPr lang="en-US" sz="3600" kern="1200" dirty="0" err="1"/>
            <a:t>Tantangan</a:t>
          </a:r>
          <a:r>
            <a:rPr lang="en-US" sz="3600" kern="1200" dirty="0"/>
            <a:t> </a:t>
          </a:r>
          <a:r>
            <a:rPr lang="en-US" sz="3600" kern="1200" dirty="0" err="1"/>
            <a:t>dan</a:t>
          </a:r>
          <a:r>
            <a:rPr lang="en-US" sz="3600" kern="1200" dirty="0"/>
            <a:t> </a:t>
          </a:r>
          <a:r>
            <a:rPr lang="en-US" sz="3600" kern="1200" dirty="0" err="1"/>
            <a:t>Problematika</a:t>
          </a:r>
          <a:r>
            <a:rPr lang="en-US" sz="3600" kern="1200" dirty="0"/>
            <a:t> </a:t>
          </a:r>
          <a:r>
            <a:rPr lang="en-US" sz="3600" kern="1200" dirty="0" err="1"/>
            <a:t>Remaja</a:t>
          </a:r>
          <a:r>
            <a:rPr lang="en-US" sz="3600" kern="1200" dirty="0"/>
            <a:t> Masa </a:t>
          </a:r>
          <a:r>
            <a:rPr lang="en-US" sz="3600" kern="1200" dirty="0" err="1"/>
            <a:t>Kini</a:t>
          </a:r>
          <a:endParaRPr lang="en-US" sz="3600" kern="1200" dirty="0"/>
        </a:p>
        <a:p>
          <a:pPr marL="285750" lvl="1" indent="-285750" algn="l" defTabSz="1600200">
            <a:lnSpc>
              <a:spcPct val="90000"/>
            </a:lnSpc>
            <a:spcBef>
              <a:spcPct val="0"/>
            </a:spcBef>
            <a:spcAft>
              <a:spcPct val="15000"/>
            </a:spcAft>
            <a:buChar char="•"/>
          </a:pPr>
          <a:r>
            <a:rPr lang="en-US" sz="3600" kern="1200" dirty="0" err="1"/>
            <a:t>Pendalaman</a:t>
          </a:r>
          <a:r>
            <a:rPr lang="en-US" sz="3600" kern="1200" dirty="0"/>
            <a:t> </a:t>
          </a:r>
          <a:r>
            <a:rPr lang="en-US" sz="3600" kern="1200" dirty="0" err="1"/>
            <a:t>Langkah</a:t>
          </a:r>
          <a:r>
            <a:rPr lang="en-US" sz="3600" kern="1200" dirty="0"/>
            <a:t> 4: </a:t>
          </a:r>
          <a:r>
            <a:rPr lang="en-US" sz="3600" kern="1200" dirty="0" err="1"/>
            <a:t>Konsep</a:t>
          </a:r>
          <a:r>
            <a:rPr lang="en-US" sz="3600" kern="1200" dirty="0"/>
            <a:t> </a:t>
          </a:r>
          <a:r>
            <a:rPr lang="en-US" sz="3600" kern="1200" dirty="0" err="1"/>
            <a:t>Remaja</a:t>
          </a:r>
          <a:r>
            <a:rPr lang="en-US" sz="3600" kern="1200" dirty="0"/>
            <a:t> </a:t>
          </a:r>
          <a:r>
            <a:rPr lang="en-US" sz="3600" kern="1200" dirty="0" err="1"/>
            <a:t>Islami</a:t>
          </a:r>
          <a:r>
            <a:rPr lang="en-US" sz="3600" kern="1200" dirty="0"/>
            <a:t> (</a:t>
          </a:r>
          <a:r>
            <a:rPr lang="en-US" sz="3600" kern="1200" dirty="0" err="1"/>
            <a:t>Remaja</a:t>
          </a:r>
          <a:r>
            <a:rPr lang="en-US" sz="3600" kern="1200" dirty="0"/>
            <a:t> </a:t>
          </a:r>
          <a:r>
            <a:rPr lang="en-US" sz="3600" kern="1200" dirty="0" err="1"/>
            <a:t>Qeren</a:t>
          </a:r>
          <a:r>
            <a:rPr lang="en-US" sz="3600" kern="1200" dirty="0"/>
            <a:t> </a:t>
          </a:r>
          <a:r>
            <a:rPr lang="en-US" sz="3600" kern="1200" dirty="0" err="1"/>
            <a:t>Qur’ani</a:t>
          </a:r>
          <a:r>
            <a:rPr lang="en-US" sz="3600" kern="1200" dirty="0"/>
            <a:t>)</a:t>
          </a:r>
        </a:p>
      </dsp:txBody>
      <dsp:txXfrm>
        <a:off x="0" y="1920088"/>
        <a:ext cx="11623964" cy="401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78A00-9C52-E143-B6FA-BD69D7387A34}">
      <dsp:nvSpPr>
        <dsp:cNvPr id="0" name=""/>
        <dsp:cNvSpPr/>
      </dsp:nvSpPr>
      <dsp:spPr>
        <a:xfrm>
          <a:off x="1502655" y="0"/>
          <a:ext cx="4504081" cy="4504081"/>
        </a:xfrm>
        <a:prstGeom prst="triangle">
          <a:avLst/>
        </a:prstGeom>
        <a:solidFill>
          <a:schemeClr val="bg1">
            <a:lumMod val="5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4D1F37-79B5-034F-8854-9D0829A682A7}">
      <dsp:nvSpPr>
        <dsp:cNvPr id="0" name=""/>
        <dsp:cNvSpPr/>
      </dsp:nvSpPr>
      <dsp:spPr>
        <a:xfrm>
          <a:off x="2560638" y="452827"/>
          <a:ext cx="5315768" cy="1066200"/>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1:   ............................</a:t>
          </a:r>
        </a:p>
      </dsp:txBody>
      <dsp:txXfrm>
        <a:off x="2612686" y="504875"/>
        <a:ext cx="5211672" cy="962104"/>
      </dsp:txXfrm>
    </dsp:sp>
    <dsp:sp modelId="{9BF153D3-8209-444A-8E25-51DF3C03D1CE}">
      <dsp:nvSpPr>
        <dsp:cNvPr id="0" name=""/>
        <dsp:cNvSpPr/>
      </dsp:nvSpPr>
      <dsp:spPr>
        <a:xfrm>
          <a:off x="2523852" y="1652302"/>
          <a:ext cx="5389340" cy="1066200"/>
        </a:xfrm>
        <a:prstGeom prst="roundRect">
          <a:avLst/>
        </a:prstGeom>
        <a:solidFill>
          <a:schemeClr val="lt1">
            <a:alpha val="90000"/>
            <a:hueOff val="0"/>
            <a:satOff val="0"/>
            <a:lumOff val="0"/>
            <a:alphaOff val="0"/>
          </a:schemeClr>
        </a:solidFill>
        <a:ln w="12700" cap="flat" cmpd="sng" algn="ctr">
          <a:solidFill>
            <a:schemeClr val="accent3">
              <a:hueOff val="757172"/>
              <a:satOff val="-6380"/>
              <a:lumOff val="-343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2:   .............................</a:t>
          </a:r>
        </a:p>
      </dsp:txBody>
      <dsp:txXfrm>
        <a:off x="2575900" y="1704350"/>
        <a:ext cx="5285244" cy="962104"/>
      </dsp:txXfrm>
    </dsp:sp>
    <dsp:sp modelId="{0ACD53E5-42E8-B24A-A538-1ACA967A337A}">
      <dsp:nvSpPr>
        <dsp:cNvPr id="0" name=""/>
        <dsp:cNvSpPr/>
      </dsp:nvSpPr>
      <dsp:spPr>
        <a:xfrm>
          <a:off x="2542237" y="2851778"/>
          <a:ext cx="5352568" cy="1066200"/>
        </a:xfrm>
        <a:prstGeom prst="roundRect">
          <a:avLst/>
        </a:prstGeom>
        <a:solidFill>
          <a:schemeClr val="lt1">
            <a:alpha val="90000"/>
            <a:hueOff val="0"/>
            <a:satOff val="0"/>
            <a:lumOff val="0"/>
            <a:alphaOff val="0"/>
          </a:schemeClr>
        </a:solidFill>
        <a:ln w="12700" cap="flat" cmpd="sng" algn="ctr">
          <a:solidFill>
            <a:schemeClr val="accent3">
              <a:hueOff val="1514344"/>
              <a:satOff val="-12760"/>
              <a:lumOff val="-686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3:   .............................</a:t>
          </a:r>
        </a:p>
      </dsp:txBody>
      <dsp:txXfrm>
        <a:off x="2594285" y="2903826"/>
        <a:ext cx="5248472" cy="962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89E72-6296-2247-8BA3-960650D5DD78}">
      <dsp:nvSpPr>
        <dsp:cNvPr id="0" name=""/>
        <dsp:cNvSpPr/>
      </dsp:nvSpPr>
      <dsp:spPr>
        <a:xfrm>
          <a:off x="1574431" y="0"/>
          <a:ext cx="3801089" cy="2251612"/>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15314A-E60C-6C45-9CFC-B8BA7EF05D55}">
      <dsp:nvSpPr>
        <dsp:cNvPr id="0" name=""/>
        <dsp:cNvSpPr/>
      </dsp:nvSpPr>
      <dsp:spPr>
        <a:xfrm>
          <a:off x="2456456" y="812900"/>
          <a:ext cx="2031966" cy="625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t>Mengenali</a:t>
          </a:r>
          <a:r>
            <a:rPr lang="en-US" sz="1600" kern="1200" dirty="0"/>
            <a:t> </a:t>
          </a:r>
          <a:r>
            <a:rPr lang="en-US" sz="1600" kern="1200" dirty="0" err="1"/>
            <a:t>Diri</a:t>
          </a:r>
          <a:endParaRPr lang="en-US" sz="1600" kern="1200" dirty="0"/>
        </a:p>
      </dsp:txBody>
      <dsp:txXfrm>
        <a:off x="2456456" y="812900"/>
        <a:ext cx="2031966" cy="625344"/>
      </dsp:txXfrm>
    </dsp:sp>
    <dsp:sp modelId="{ACA11011-A7F6-B945-B461-774E3466F845}">
      <dsp:nvSpPr>
        <dsp:cNvPr id="0" name=""/>
        <dsp:cNvSpPr/>
      </dsp:nvSpPr>
      <dsp:spPr>
        <a:xfrm>
          <a:off x="629862" y="1293718"/>
          <a:ext cx="4439662" cy="2251612"/>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E05BF2-B33D-D144-AD2E-62384FEFD050}">
      <dsp:nvSpPr>
        <dsp:cNvPr id="0" name=""/>
        <dsp:cNvSpPr/>
      </dsp:nvSpPr>
      <dsp:spPr>
        <a:xfrm>
          <a:off x="1161530" y="2076275"/>
          <a:ext cx="2610197" cy="625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t>Memiliki</a:t>
          </a:r>
          <a:r>
            <a:rPr lang="en-US" sz="1600" kern="1200" dirty="0"/>
            <a:t> </a:t>
          </a:r>
          <a:r>
            <a:rPr lang="en-US" sz="1600" kern="1200" dirty="0" err="1"/>
            <a:t>Harapan</a:t>
          </a:r>
          <a:endParaRPr lang="en-US" sz="1600" kern="1200" dirty="0"/>
        </a:p>
      </dsp:txBody>
      <dsp:txXfrm>
        <a:off x="1161530" y="2076275"/>
        <a:ext cx="2610197" cy="625344"/>
      </dsp:txXfrm>
    </dsp:sp>
    <dsp:sp modelId="{9537051C-0C13-D64A-964F-CCA8BADB287B}">
      <dsp:nvSpPr>
        <dsp:cNvPr id="0" name=""/>
        <dsp:cNvSpPr/>
      </dsp:nvSpPr>
      <dsp:spPr>
        <a:xfrm>
          <a:off x="1821029" y="2742252"/>
          <a:ext cx="3311274" cy="1934965"/>
        </a:xfrm>
        <a:prstGeom prst="blockArc">
          <a:avLst>
            <a:gd name="adj1" fmla="val 13500000"/>
            <a:gd name="adj2" fmla="val 10800000"/>
            <a:gd name="adj3" fmla="val 1274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4E8E55-2ED2-A247-8328-9584167664A4}">
      <dsp:nvSpPr>
        <dsp:cNvPr id="0" name=""/>
        <dsp:cNvSpPr/>
      </dsp:nvSpPr>
      <dsp:spPr>
        <a:xfrm>
          <a:off x="2849905" y="3417175"/>
          <a:ext cx="1250987" cy="625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t>Karakter</a:t>
          </a:r>
          <a:r>
            <a:rPr lang="en-US" sz="1600" kern="1200" dirty="0"/>
            <a:t>  </a:t>
          </a:r>
          <a:r>
            <a:rPr lang="en-US" sz="1600" kern="1200" dirty="0" err="1"/>
            <a:t>dan</a:t>
          </a:r>
          <a:r>
            <a:rPr lang="en-US" sz="1600" kern="1200" dirty="0"/>
            <a:t> </a:t>
          </a:r>
        </a:p>
        <a:p>
          <a:pPr marL="0" lvl="0" indent="0" algn="ctr" defTabSz="711200">
            <a:lnSpc>
              <a:spcPct val="90000"/>
            </a:lnSpc>
            <a:spcBef>
              <a:spcPct val="0"/>
            </a:spcBef>
            <a:spcAft>
              <a:spcPct val="35000"/>
            </a:spcAft>
            <a:buNone/>
          </a:pPr>
          <a:r>
            <a:rPr lang="en-US" sz="1600" kern="1200" dirty="0"/>
            <a:t>Life Skills</a:t>
          </a:r>
        </a:p>
      </dsp:txBody>
      <dsp:txXfrm>
        <a:off x="2849905" y="3417175"/>
        <a:ext cx="1250987" cy="625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87C0B-E133-2244-A071-CF7B1719C9BF}">
      <dsp:nvSpPr>
        <dsp:cNvPr id="0" name=""/>
        <dsp:cNvSpPr/>
      </dsp:nvSpPr>
      <dsp:spPr>
        <a:xfrm>
          <a:off x="0" y="591343"/>
          <a:ext cx="2571749" cy="154305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solidFill>
                <a:schemeClr val="tx1"/>
              </a:solidFill>
            </a:rPr>
            <a:t>Bijaksana (hikmah,welas asih-wise)</a:t>
          </a:r>
          <a:endParaRPr lang="en-US" sz="2400" kern="1200" dirty="0">
            <a:solidFill>
              <a:schemeClr val="tx1"/>
            </a:solidFill>
          </a:endParaRPr>
        </a:p>
      </dsp:txBody>
      <dsp:txXfrm>
        <a:off x="0" y="591343"/>
        <a:ext cx="2571749" cy="1543050"/>
      </dsp:txXfrm>
    </dsp:sp>
    <dsp:sp modelId="{14E00941-A449-9049-B0A0-979023E0FC76}">
      <dsp:nvSpPr>
        <dsp:cNvPr id="0" name=""/>
        <dsp:cNvSpPr/>
      </dsp:nvSpPr>
      <dsp:spPr>
        <a:xfrm>
          <a:off x="2828925" y="591343"/>
          <a:ext cx="2571749" cy="154305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b="1" i="0" u="none" kern="1200" dirty="0">
              <a:solidFill>
                <a:schemeClr val="tx1"/>
              </a:solidFill>
            </a:rPr>
            <a:t>Religius </a:t>
          </a:r>
        </a:p>
        <a:p>
          <a:pPr marL="0" lvl="0" indent="0" algn="ctr" defTabSz="1066800">
            <a:lnSpc>
              <a:spcPct val="90000"/>
            </a:lnSpc>
            <a:spcBef>
              <a:spcPct val="0"/>
            </a:spcBef>
            <a:spcAft>
              <a:spcPct val="35000"/>
            </a:spcAft>
            <a:buNone/>
          </a:pPr>
          <a:r>
            <a:rPr lang="id-ID" sz="2400" b="1" i="0" u="none" kern="1200" dirty="0">
              <a:solidFill>
                <a:schemeClr val="tx1"/>
              </a:solidFill>
            </a:rPr>
            <a:t>Tekun beribadah</a:t>
          </a:r>
          <a:endParaRPr lang="en-US" sz="2400" kern="1200" dirty="0">
            <a:solidFill>
              <a:schemeClr val="tx1"/>
            </a:solidFill>
          </a:endParaRPr>
        </a:p>
      </dsp:txBody>
      <dsp:txXfrm>
        <a:off x="2828925" y="591343"/>
        <a:ext cx="2571749" cy="1543050"/>
      </dsp:txXfrm>
    </dsp:sp>
    <dsp:sp modelId="{FC751205-DFDC-5949-8FCD-1DE9ED134929}">
      <dsp:nvSpPr>
        <dsp:cNvPr id="0" name=""/>
        <dsp:cNvSpPr/>
      </dsp:nvSpPr>
      <dsp:spPr>
        <a:xfrm>
          <a:off x="5529262" y="546148"/>
          <a:ext cx="2571749" cy="154305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solidFill>
                <a:schemeClr val="tx1"/>
              </a:solidFill>
            </a:rPr>
            <a:t>Moderat- wasathiyyah  (ingklusif-terbuka)</a:t>
          </a:r>
          <a:endParaRPr lang="en-US" sz="2400" kern="1200" dirty="0">
            <a:solidFill>
              <a:schemeClr val="tx1"/>
            </a:solidFill>
          </a:endParaRPr>
        </a:p>
      </dsp:txBody>
      <dsp:txXfrm>
        <a:off x="5529262" y="546148"/>
        <a:ext cx="2571749" cy="1543050"/>
      </dsp:txXfrm>
    </dsp:sp>
    <dsp:sp modelId="{1C86723C-B665-EE4A-956C-C8DC7392F540}">
      <dsp:nvSpPr>
        <dsp:cNvPr id="0" name=""/>
        <dsp:cNvSpPr/>
      </dsp:nvSpPr>
      <dsp:spPr>
        <a:xfrm>
          <a:off x="0" y="2391569"/>
          <a:ext cx="2571749" cy="154305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solidFill>
                <a:schemeClr val="tx1"/>
              </a:solidFill>
            </a:rPr>
            <a:t>Baik dan mebaikkan (salihah-muslihah)</a:t>
          </a:r>
          <a:endParaRPr lang="en-US" sz="2400" kern="1200" dirty="0">
            <a:solidFill>
              <a:schemeClr val="tx1"/>
            </a:solidFill>
          </a:endParaRPr>
        </a:p>
      </dsp:txBody>
      <dsp:txXfrm>
        <a:off x="0" y="2391569"/>
        <a:ext cx="2571749" cy="1543050"/>
      </dsp:txXfrm>
    </dsp:sp>
    <dsp:sp modelId="{BA8C3BC1-C906-D240-8664-DAE2D7F956BD}">
      <dsp:nvSpPr>
        <dsp:cNvPr id="0" name=""/>
        <dsp:cNvSpPr/>
      </dsp:nvSpPr>
      <dsp:spPr>
        <a:xfrm>
          <a:off x="2828925" y="2391569"/>
          <a:ext cx="2571749" cy="154305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b="1" i="0" u="none" kern="1200" dirty="0">
              <a:solidFill>
                <a:schemeClr val="tx1"/>
              </a:solidFill>
            </a:rPr>
            <a:t> </a:t>
          </a:r>
          <a:r>
            <a:rPr lang="id-ID" sz="2400" kern="1200" dirty="0">
              <a:solidFill>
                <a:schemeClr val="tx1"/>
              </a:solidFill>
            </a:rPr>
            <a:t>Bertanggungjawab (mas’uliyyah-responsibility)</a:t>
          </a:r>
          <a:endParaRPr lang="en-US" sz="2400" kern="1200" dirty="0">
            <a:solidFill>
              <a:schemeClr val="tx1"/>
            </a:solidFill>
          </a:endParaRPr>
        </a:p>
      </dsp:txBody>
      <dsp:txXfrm>
        <a:off x="2828925" y="2391569"/>
        <a:ext cx="2571749" cy="1543050"/>
      </dsp:txXfrm>
    </dsp:sp>
    <dsp:sp modelId="{70FA6915-8E7C-D742-8E74-5CD3A45D3302}">
      <dsp:nvSpPr>
        <dsp:cNvPr id="0" name=""/>
        <dsp:cNvSpPr/>
      </dsp:nvSpPr>
      <dsp:spPr>
        <a:xfrm>
          <a:off x="5657849" y="2391569"/>
          <a:ext cx="2571749" cy="154305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solidFill>
                <a:schemeClr val="tx1"/>
              </a:solidFill>
            </a:rPr>
            <a:t>Semangat mengebangkan diri</a:t>
          </a:r>
        </a:p>
        <a:p>
          <a:pPr marL="0" lvl="0" indent="0" algn="ctr" defTabSz="1066800">
            <a:lnSpc>
              <a:spcPct val="90000"/>
            </a:lnSpc>
            <a:spcBef>
              <a:spcPct val="0"/>
            </a:spcBef>
            <a:spcAft>
              <a:spcPct val="35000"/>
            </a:spcAft>
            <a:buNone/>
          </a:pPr>
          <a:r>
            <a:rPr lang="id-ID" sz="2400" kern="1200" dirty="0">
              <a:solidFill>
                <a:schemeClr val="tx1"/>
              </a:solidFill>
            </a:rPr>
            <a:t>(tarbiyatu an-nafsi wa al aqli)</a:t>
          </a:r>
          <a:r>
            <a:rPr lang="id-ID" sz="2400" kern="1200" dirty="0"/>
            <a:t> </a:t>
          </a:r>
          <a:endParaRPr lang="en-US" sz="2400" kern="1200" dirty="0"/>
        </a:p>
      </dsp:txBody>
      <dsp:txXfrm>
        <a:off x="5657849" y="2391569"/>
        <a:ext cx="2571749" cy="154305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10/17/21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96223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10/17/21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412806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10/17/21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784624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10/17/21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80810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10/17/21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446219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10/17/21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53082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10/17/21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58953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10/17/21</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267022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10/17/21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9756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10/17/21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6329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10/17/21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12185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2000">
              <a:srgbClr val="F2CCD4"/>
            </a:gs>
            <a:gs pos="39000">
              <a:srgbClr val="F2ADB5"/>
            </a:gs>
            <a:gs pos="28000">
              <a:srgbClr val="F4959C"/>
            </a:gs>
            <a:gs pos="15000">
              <a:srgbClr val="F85A5F"/>
            </a:gs>
            <a:gs pos="7000">
              <a:srgbClr val="FF0000"/>
            </a:gs>
            <a:gs pos="53000">
              <a:schemeClr val="accent1">
                <a:lumMod val="45000"/>
                <a:lumOff val="55000"/>
              </a:schemeClr>
            </a:gs>
            <a:gs pos="75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10/17/21</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25890398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17" r:id="rId5"/>
    <p:sldLayoutId id="2147483723" r:id="rId6"/>
    <p:sldLayoutId id="2147483724" r:id="rId7"/>
    <p:sldLayoutId id="2147483714" r:id="rId8"/>
    <p:sldLayoutId id="2147483715" r:id="rId9"/>
    <p:sldLayoutId id="2147483716" r:id="rId10"/>
    <p:sldLayoutId id="2147483718"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15239B-1085-4EF6-AAA1-C519ED7B8984}"/>
              </a:ext>
            </a:extLst>
          </p:cNvPr>
          <p:cNvPicPr>
            <a:picLocks noChangeAspect="1"/>
          </p:cNvPicPr>
          <p:nvPr/>
        </p:nvPicPr>
        <p:blipFill rotWithShape="1">
          <a:blip r:embed="rId2"/>
          <a:srcRect l="17526" r="9031" b="-1"/>
          <a:stretch/>
        </p:blipFill>
        <p:spPr>
          <a:xfrm>
            <a:off x="3954162" y="10"/>
            <a:ext cx="8237837" cy="6857990"/>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lumMod val="75000"/>
              <a:lumOff val="25000"/>
            </a:schemeClr>
          </a:solidFill>
          <a:ln w="6350" cap="sq" cmpd="sng" algn="ctr">
            <a:noFill/>
            <a:prstDash val="solid"/>
            <a:miter lim="800000"/>
          </a:ln>
          <a:effectLst/>
        </p:spPr>
      </p:sp>
      <p:sp>
        <p:nvSpPr>
          <p:cNvPr id="11" name="Rectangle 1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057A4F69-2753-45F9-A491-DBD35B46E8F8}"/>
              </a:ext>
            </a:extLst>
          </p:cNvPr>
          <p:cNvSpPr>
            <a:spLocks noGrp="1"/>
          </p:cNvSpPr>
          <p:nvPr>
            <p:ph type="ctrTitle"/>
          </p:nvPr>
        </p:nvSpPr>
        <p:spPr>
          <a:xfrm>
            <a:off x="5980670" y="1875228"/>
            <a:ext cx="5696465" cy="3341700"/>
          </a:xfrm>
        </p:spPr>
        <p:txBody>
          <a:bodyPr>
            <a:normAutofit/>
          </a:bodyPr>
          <a:lstStyle/>
          <a:p>
            <a:pPr>
              <a:lnSpc>
                <a:spcPct val="150000"/>
              </a:lnSpc>
            </a:pPr>
            <a:r>
              <a:rPr lang="en-US" sz="3600" b="1" dirty="0">
                <a:solidFill>
                  <a:schemeClr val="bg1"/>
                </a:solidFill>
                <a:latin typeface="Cooper Black" panose="0208090404030B020404" pitchFamily="18" charset="77"/>
              </a:rPr>
              <a:t>SESI 1</a:t>
            </a:r>
            <a:br>
              <a:rPr lang="en-US" sz="3600" b="1" dirty="0">
                <a:solidFill>
                  <a:schemeClr val="bg1"/>
                </a:solidFill>
                <a:latin typeface="Cooper Black" panose="0208090404030B020404" pitchFamily="18" charset="77"/>
              </a:rPr>
            </a:br>
            <a:r>
              <a:rPr lang="en-US" sz="3600" b="1" dirty="0">
                <a:solidFill>
                  <a:schemeClr val="bg1"/>
                </a:solidFill>
                <a:latin typeface="Cooper Black" panose="0208090404030B020404" pitchFamily="18" charset="77"/>
              </a:rPr>
              <a:t>REMAJA YANG SEHAT</a:t>
            </a:r>
          </a:p>
        </p:txBody>
      </p:sp>
      <p:sp>
        <p:nvSpPr>
          <p:cNvPr id="3" name="Subtitle 2">
            <a:extLst>
              <a:ext uri="{FF2B5EF4-FFF2-40B4-BE49-F238E27FC236}">
                <a16:creationId xmlns:a16="http://schemas.microsoft.com/office/drawing/2014/main" id="{0843B374-9020-44D2-A3E3-599076CC1203}"/>
              </a:ext>
            </a:extLst>
          </p:cNvPr>
          <p:cNvSpPr>
            <a:spLocks noGrp="1"/>
          </p:cNvSpPr>
          <p:nvPr>
            <p:ph type="subTitle" idx="1"/>
          </p:nvPr>
        </p:nvSpPr>
        <p:spPr>
          <a:xfrm>
            <a:off x="434284" y="729049"/>
            <a:ext cx="3793642" cy="5609967"/>
          </a:xfrm>
          <a:solidFill>
            <a:schemeClr val="bg1"/>
          </a:solidFill>
        </p:spPr>
        <p:txBody>
          <a:bodyPr>
            <a:normAutofit/>
          </a:bodyPr>
          <a:lstStyle/>
          <a:p>
            <a:r>
              <a:rPr lang="en-US" sz="2800" dirty="0">
                <a:solidFill>
                  <a:schemeClr val="tx1"/>
                </a:solidFill>
              </a:rPr>
              <a:t>BIMBINGAN REMAJA</a:t>
            </a:r>
          </a:p>
          <a:p>
            <a:r>
              <a:rPr lang="en-US" sz="2800" dirty="0">
                <a:solidFill>
                  <a:schemeClr val="tx1"/>
                </a:solidFill>
              </a:rPr>
              <a:t> USIA SEKOLAH</a:t>
            </a:r>
          </a:p>
          <a:p>
            <a:endParaRPr lang="en-US" dirty="0">
              <a:solidFill>
                <a:schemeClr val="tx1"/>
              </a:solidFill>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endParaRPr lang="en-US" altLang="en-US" b="1" dirty="0">
              <a:solidFill>
                <a:srgbClr val="000000"/>
              </a:solidFill>
              <a:latin typeface="Verdana" panose="020B0604030504040204" pitchFamily="34" charset="0"/>
            </a:endParaRPr>
          </a:p>
          <a:p>
            <a:pPr>
              <a:lnSpc>
                <a:spcPct val="90000"/>
              </a:lnSpc>
              <a:buClrTx/>
            </a:pPr>
            <a:r>
              <a:rPr lang="en-US" altLang="en-US" dirty="0" err="1">
                <a:solidFill>
                  <a:schemeClr val="tx1"/>
                </a:solidFill>
                <a:latin typeface="Verdana" panose="020B0604030504040204" pitchFamily="34" charset="0"/>
              </a:rPr>
              <a:t>Direktorat</a:t>
            </a:r>
            <a:r>
              <a:rPr lang="en-US" altLang="en-US" dirty="0">
                <a:solidFill>
                  <a:schemeClr val="tx1"/>
                </a:solidFill>
                <a:latin typeface="Verdana" panose="020B0604030504040204" pitchFamily="34" charset="0"/>
              </a:rPr>
              <a:t> Bina KUA </a:t>
            </a:r>
            <a:r>
              <a:rPr lang="en-US" altLang="en-US" dirty="0" err="1">
                <a:solidFill>
                  <a:schemeClr val="tx1"/>
                </a:solidFill>
                <a:latin typeface="Verdana" panose="020B0604030504040204" pitchFamily="34" charset="0"/>
              </a:rPr>
              <a:t>dan</a:t>
            </a:r>
            <a:r>
              <a:rPr lang="en-US" altLang="en-US" dirty="0">
                <a:solidFill>
                  <a:schemeClr val="tx1"/>
                </a:solidFill>
                <a:latin typeface="Verdana" panose="020B0604030504040204" pitchFamily="34" charset="0"/>
              </a:rPr>
              <a:t> </a:t>
            </a:r>
            <a:r>
              <a:rPr lang="en-US" altLang="en-US" dirty="0" err="1">
                <a:solidFill>
                  <a:schemeClr val="tx1"/>
                </a:solidFill>
                <a:latin typeface="Verdana" panose="020B0604030504040204" pitchFamily="34" charset="0"/>
              </a:rPr>
              <a:t>Keluarga</a:t>
            </a:r>
            <a:r>
              <a:rPr lang="en-US" altLang="en-US" dirty="0">
                <a:solidFill>
                  <a:schemeClr val="tx1"/>
                </a:solidFill>
                <a:latin typeface="Verdana" panose="020B0604030504040204" pitchFamily="34" charset="0"/>
              </a:rPr>
              <a:t> </a:t>
            </a:r>
            <a:r>
              <a:rPr lang="en-US" altLang="en-US" dirty="0" err="1">
                <a:solidFill>
                  <a:schemeClr val="tx1"/>
                </a:solidFill>
                <a:latin typeface="Verdana" panose="020B0604030504040204" pitchFamily="34" charset="0"/>
              </a:rPr>
              <a:t>Sakinah</a:t>
            </a:r>
            <a:endParaRPr lang="en-US" altLang="en-US" dirty="0">
              <a:solidFill>
                <a:schemeClr val="tx1"/>
              </a:solidFill>
              <a:latin typeface="Verdana" panose="020B0604030504040204" pitchFamily="34" charset="0"/>
            </a:endParaRPr>
          </a:p>
          <a:p>
            <a:pPr>
              <a:lnSpc>
                <a:spcPct val="90000"/>
              </a:lnSpc>
              <a:buClrTx/>
            </a:pPr>
            <a:r>
              <a:rPr lang="en-US" altLang="en-US" dirty="0" err="1">
                <a:solidFill>
                  <a:schemeClr val="tx1"/>
                </a:solidFill>
                <a:latin typeface="Verdana" panose="020B0604030504040204" pitchFamily="34" charset="0"/>
              </a:rPr>
              <a:t>Dirjen</a:t>
            </a:r>
            <a:r>
              <a:rPr lang="en-US" altLang="en-US" dirty="0">
                <a:solidFill>
                  <a:schemeClr val="tx1"/>
                </a:solidFill>
                <a:latin typeface="Verdana" panose="020B0604030504040204" pitchFamily="34" charset="0"/>
              </a:rPr>
              <a:t> </a:t>
            </a:r>
            <a:r>
              <a:rPr lang="en-US" altLang="en-US" dirty="0" err="1">
                <a:solidFill>
                  <a:schemeClr val="tx1"/>
                </a:solidFill>
                <a:latin typeface="Verdana" panose="020B0604030504040204" pitchFamily="34" charset="0"/>
              </a:rPr>
              <a:t>Bimas</a:t>
            </a:r>
            <a:r>
              <a:rPr lang="en-US" altLang="en-US" dirty="0">
                <a:solidFill>
                  <a:schemeClr val="tx1"/>
                </a:solidFill>
                <a:latin typeface="Verdana" panose="020B0604030504040204" pitchFamily="34" charset="0"/>
              </a:rPr>
              <a:t> Islam </a:t>
            </a:r>
            <a:r>
              <a:rPr lang="en-US" altLang="en-US" dirty="0" err="1">
                <a:solidFill>
                  <a:schemeClr val="tx1"/>
                </a:solidFill>
                <a:latin typeface="Verdana" panose="020B0604030504040204" pitchFamily="34" charset="0"/>
              </a:rPr>
              <a:t>Kemenag</a:t>
            </a:r>
            <a:r>
              <a:rPr lang="en-US" altLang="en-US" dirty="0">
                <a:solidFill>
                  <a:schemeClr val="tx1"/>
                </a:solidFill>
                <a:latin typeface="Verdana" panose="020B0604030504040204" pitchFamily="34" charset="0"/>
              </a:rPr>
              <a:t> RI</a:t>
            </a:r>
          </a:p>
          <a:p>
            <a:pPr>
              <a:lnSpc>
                <a:spcPct val="90000"/>
              </a:lnSpc>
              <a:buClrTx/>
            </a:pPr>
            <a:r>
              <a:rPr lang="en-US" altLang="en-US" dirty="0">
                <a:solidFill>
                  <a:schemeClr val="tx1"/>
                </a:solidFill>
                <a:latin typeface="Verdana" panose="020B0604030504040204" pitchFamily="34" charset="0"/>
              </a:rPr>
              <a:t>2019</a:t>
            </a:r>
            <a:endParaRPr lang="en-US" dirty="0">
              <a:solidFill>
                <a:schemeClr val="tx1"/>
              </a:solidFill>
            </a:endParaRPr>
          </a:p>
        </p:txBody>
      </p:sp>
      <p:pic>
        <p:nvPicPr>
          <p:cNvPr id="10" name="Picture 3">
            <a:extLst>
              <a:ext uri="{FF2B5EF4-FFF2-40B4-BE49-F238E27FC236}">
                <a16:creationId xmlns:a16="http://schemas.microsoft.com/office/drawing/2014/main" id="{D8DD1C25-D439-4A46-ACF5-1E4A88A72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361" y="3310289"/>
            <a:ext cx="762000" cy="736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9895407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ADF12-1B73-4F85-B326-265C03C94EB9}"/>
              </a:ext>
            </a:extLst>
          </p:cNvPr>
          <p:cNvSpPr>
            <a:spLocks noGrp="1"/>
          </p:cNvSpPr>
          <p:nvPr>
            <p:ph type="title"/>
          </p:nvPr>
        </p:nvSpPr>
        <p:spPr>
          <a:xfrm>
            <a:off x="1066800" y="404354"/>
            <a:ext cx="10058400" cy="1042135"/>
          </a:xfrm>
        </p:spPr>
        <p:txBody>
          <a:bodyPr>
            <a:normAutofit/>
          </a:bodyPr>
          <a:lstStyle/>
          <a:p>
            <a:r>
              <a:rPr lang="en-US" sz="4000" b="1" dirty="0"/>
              <a:t>TUJUAN</a:t>
            </a:r>
            <a:endParaRPr lang="en-US" sz="4000" dirty="0"/>
          </a:p>
        </p:txBody>
      </p:sp>
      <p:sp>
        <p:nvSpPr>
          <p:cNvPr id="3" name="Content Placeholder 2">
            <a:extLst>
              <a:ext uri="{FF2B5EF4-FFF2-40B4-BE49-F238E27FC236}">
                <a16:creationId xmlns:a16="http://schemas.microsoft.com/office/drawing/2014/main" id="{D7E963F2-B530-4A3B-85EA-E1D4DB741A8B}"/>
              </a:ext>
            </a:extLst>
          </p:cNvPr>
          <p:cNvSpPr>
            <a:spLocks noGrp="1"/>
          </p:cNvSpPr>
          <p:nvPr>
            <p:ph idx="1"/>
          </p:nvPr>
        </p:nvSpPr>
        <p:spPr>
          <a:xfrm>
            <a:off x="1066800" y="1607127"/>
            <a:ext cx="10404764" cy="4422970"/>
          </a:xfrm>
        </p:spPr>
        <p:txBody>
          <a:bodyPr>
            <a:noAutofit/>
          </a:bodyPr>
          <a:lstStyle/>
          <a:p>
            <a:pPr lvl="0" indent="-365760"/>
            <a:r>
              <a:rPr lang="en-US" sz="3200" dirty="0" err="1"/>
              <a:t>Peserta</a:t>
            </a:r>
            <a:r>
              <a:rPr lang="en-US" sz="3200" dirty="0"/>
              <a:t> </a:t>
            </a:r>
            <a:r>
              <a:rPr lang="en-US" sz="3200" dirty="0" err="1"/>
              <a:t>memahami</a:t>
            </a:r>
            <a:r>
              <a:rPr lang="en-US" sz="3200" dirty="0"/>
              <a:t> </a:t>
            </a:r>
            <a:r>
              <a:rPr lang="en-US" sz="3200" dirty="0" err="1"/>
              <a:t>materi</a:t>
            </a:r>
            <a:r>
              <a:rPr lang="en-US" sz="3200" dirty="0"/>
              <a:t> </a:t>
            </a:r>
            <a:r>
              <a:rPr lang="en-US" sz="3200" dirty="0" err="1"/>
              <a:t>dan</a:t>
            </a:r>
            <a:r>
              <a:rPr lang="en-US" sz="3200" dirty="0"/>
              <a:t> </a:t>
            </a:r>
            <a:r>
              <a:rPr lang="en-US" sz="3200" dirty="0" err="1"/>
              <a:t>alur</a:t>
            </a:r>
            <a:r>
              <a:rPr lang="en-US" sz="3200" dirty="0"/>
              <a:t> </a:t>
            </a:r>
            <a:r>
              <a:rPr lang="en-US" sz="3200" dirty="0" err="1"/>
              <a:t>modul</a:t>
            </a:r>
            <a:endParaRPr lang="en-US" sz="3200" dirty="0"/>
          </a:p>
          <a:p>
            <a:pPr marL="1097280" lvl="4" indent="-640080">
              <a:buFont typeface="Wingdings" pitchFamily="2" charset="2"/>
              <a:buChar char="Ø"/>
            </a:pPr>
            <a:r>
              <a:rPr lang="en-US" sz="2200" dirty="0" err="1"/>
              <a:t>Peserta</a:t>
            </a:r>
            <a:r>
              <a:rPr lang="en-US" sz="2200" dirty="0"/>
              <a:t> </a:t>
            </a:r>
            <a:r>
              <a:rPr lang="en-US" sz="2200" dirty="0" err="1"/>
              <a:t>memahami</a:t>
            </a:r>
            <a:r>
              <a:rPr lang="en-US" sz="2200" dirty="0"/>
              <a:t> </a:t>
            </a:r>
            <a:r>
              <a:rPr lang="en-US" sz="2200" dirty="0" err="1"/>
              <a:t>konsep</a:t>
            </a:r>
            <a:r>
              <a:rPr lang="en-US" sz="2200" dirty="0"/>
              <a:t> </a:t>
            </a:r>
            <a:r>
              <a:rPr lang="en-US" sz="2200" dirty="0" err="1"/>
              <a:t>diri</a:t>
            </a:r>
            <a:r>
              <a:rPr lang="en-US" sz="2200" dirty="0"/>
              <a:t> </a:t>
            </a:r>
            <a:r>
              <a:rPr lang="en-US" sz="2200" dirty="0" err="1"/>
              <a:t>remaja</a:t>
            </a:r>
            <a:r>
              <a:rPr lang="en-US" sz="2200" dirty="0"/>
              <a:t> yang </a:t>
            </a:r>
            <a:r>
              <a:rPr lang="en-US" sz="2200" dirty="0" err="1"/>
              <a:t>sehat</a:t>
            </a:r>
            <a:endParaRPr lang="en-US" sz="2200" dirty="0"/>
          </a:p>
          <a:p>
            <a:pPr marL="1097280" lvl="4" indent="-640080">
              <a:buFont typeface="Wingdings" pitchFamily="2" charset="2"/>
              <a:buChar char="Ø"/>
            </a:pPr>
            <a:r>
              <a:rPr lang="en-US" sz="2200" dirty="0" err="1"/>
              <a:t>Peserta</a:t>
            </a:r>
            <a:r>
              <a:rPr lang="en-US" sz="2200" dirty="0"/>
              <a:t> </a:t>
            </a:r>
            <a:r>
              <a:rPr lang="en-US" sz="2200" dirty="0" err="1"/>
              <a:t>memahami</a:t>
            </a:r>
            <a:r>
              <a:rPr lang="en-US" sz="2200" dirty="0"/>
              <a:t> </a:t>
            </a:r>
            <a:r>
              <a:rPr lang="en-US" sz="2200" dirty="0" err="1"/>
              <a:t>jembatan</a:t>
            </a:r>
            <a:r>
              <a:rPr lang="en-US" sz="2200" dirty="0"/>
              <a:t> </a:t>
            </a:r>
            <a:r>
              <a:rPr lang="en-US" sz="2200" dirty="0" err="1"/>
              <a:t>harapan</a:t>
            </a:r>
            <a:r>
              <a:rPr lang="en-US" sz="2200" dirty="0"/>
              <a:t> </a:t>
            </a:r>
          </a:p>
          <a:p>
            <a:pPr marL="1097280" lvl="4" indent="-640080">
              <a:buFont typeface="Wingdings" pitchFamily="2" charset="2"/>
              <a:buChar char="Ø"/>
            </a:pPr>
            <a:r>
              <a:rPr lang="en-US" sz="2200" dirty="0" err="1"/>
              <a:t>Peserta</a:t>
            </a:r>
            <a:r>
              <a:rPr lang="en-US" sz="2200" dirty="0"/>
              <a:t> </a:t>
            </a:r>
            <a:r>
              <a:rPr lang="en-US" sz="2200" dirty="0" err="1"/>
              <a:t>memahami</a:t>
            </a:r>
            <a:r>
              <a:rPr lang="en-US" sz="2200" dirty="0"/>
              <a:t> </a:t>
            </a:r>
            <a:r>
              <a:rPr lang="en-US" sz="2200" dirty="0" err="1"/>
              <a:t>berbagai</a:t>
            </a:r>
            <a:r>
              <a:rPr lang="en-US" sz="2200" dirty="0"/>
              <a:t> </a:t>
            </a:r>
            <a:r>
              <a:rPr lang="en-US" sz="2200" dirty="0" err="1"/>
              <a:t>tantangan</a:t>
            </a:r>
            <a:r>
              <a:rPr lang="en-US" sz="2200" dirty="0"/>
              <a:t> </a:t>
            </a:r>
            <a:r>
              <a:rPr lang="en-US" sz="2200" dirty="0" err="1"/>
              <a:t>dan</a:t>
            </a:r>
            <a:r>
              <a:rPr lang="en-US" sz="2200" dirty="0"/>
              <a:t> </a:t>
            </a:r>
            <a:r>
              <a:rPr lang="en-US" sz="2200" dirty="0" err="1"/>
              <a:t>problematika</a:t>
            </a:r>
            <a:r>
              <a:rPr lang="en-US" sz="2200" dirty="0"/>
              <a:t> </a:t>
            </a:r>
            <a:r>
              <a:rPr lang="en-US" sz="2200" dirty="0" err="1"/>
              <a:t>remaja</a:t>
            </a:r>
            <a:r>
              <a:rPr lang="en-US" sz="2200" dirty="0"/>
              <a:t> masa </a:t>
            </a:r>
            <a:r>
              <a:rPr lang="en-US" sz="2200" dirty="0" err="1"/>
              <a:t>kini</a:t>
            </a:r>
            <a:endParaRPr lang="en-US" sz="2200" dirty="0"/>
          </a:p>
          <a:p>
            <a:pPr marL="1097280" lvl="4" indent="-640080">
              <a:buFont typeface="Wingdings" pitchFamily="2" charset="2"/>
              <a:buChar char="Ø"/>
            </a:pPr>
            <a:r>
              <a:rPr lang="en-US" sz="2200" dirty="0" err="1"/>
              <a:t>Peserta</a:t>
            </a:r>
            <a:r>
              <a:rPr lang="en-US" sz="2200" dirty="0"/>
              <a:t> </a:t>
            </a:r>
            <a:r>
              <a:rPr lang="en-US" sz="2200" dirty="0" err="1"/>
              <a:t>memahami</a:t>
            </a:r>
            <a:r>
              <a:rPr lang="en-US" sz="2200" dirty="0"/>
              <a:t> </a:t>
            </a:r>
            <a:r>
              <a:rPr lang="en-US" sz="2200" dirty="0" err="1"/>
              <a:t>konsep</a:t>
            </a:r>
            <a:r>
              <a:rPr lang="en-US" sz="2200" dirty="0"/>
              <a:t> </a:t>
            </a:r>
            <a:r>
              <a:rPr lang="en-US" sz="2200" dirty="0" err="1"/>
              <a:t>remaja</a:t>
            </a:r>
            <a:r>
              <a:rPr lang="en-US" sz="2200" dirty="0"/>
              <a:t> </a:t>
            </a:r>
            <a:r>
              <a:rPr lang="en-US" sz="2200" dirty="0" err="1"/>
              <a:t>Islami</a:t>
            </a:r>
            <a:r>
              <a:rPr lang="en-US" sz="2200" dirty="0"/>
              <a:t> (</a:t>
            </a:r>
            <a:r>
              <a:rPr lang="en-US" sz="2200" dirty="0" err="1"/>
              <a:t>Qeren</a:t>
            </a:r>
            <a:r>
              <a:rPr lang="en-US" sz="2200" dirty="0"/>
              <a:t> </a:t>
            </a:r>
            <a:r>
              <a:rPr lang="en-US" sz="2200" dirty="0" err="1"/>
              <a:t>Qur’ani</a:t>
            </a:r>
            <a:r>
              <a:rPr lang="en-US" sz="2200" dirty="0"/>
              <a:t>)</a:t>
            </a:r>
          </a:p>
          <a:p>
            <a:pPr lvl="0"/>
            <a:r>
              <a:rPr lang="en-US" sz="3200" dirty="0" err="1"/>
              <a:t>Peserta</a:t>
            </a:r>
            <a:r>
              <a:rPr lang="en-US" sz="3200" dirty="0"/>
              <a:t> </a:t>
            </a:r>
            <a:r>
              <a:rPr lang="en-US" sz="3200" dirty="0" err="1"/>
              <a:t>dapat</a:t>
            </a:r>
            <a:r>
              <a:rPr lang="en-US" sz="3200" dirty="0"/>
              <a:t> </a:t>
            </a:r>
            <a:r>
              <a:rPr lang="en-US" sz="3200" dirty="0" err="1"/>
              <a:t>menerapkan</a:t>
            </a:r>
            <a:r>
              <a:rPr lang="en-US" sz="3200" dirty="0"/>
              <a:t> </a:t>
            </a:r>
            <a:r>
              <a:rPr lang="en-US" sz="3200" dirty="0" err="1"/>
              <a:t>modul</a:t>
            </a:r>
            <a:r>
              <a:rPr lang="en-US" sz="3200" dirty="0"/>
              <a:t> </a:t>
            </a:r>
            <a:r>
              <a:rPr lang="en-US" sz="3200" dirty="0" err="1"/>
              <a:t>secara</a:t>
            </a:r>
            <a:r>
              <a:rPr lang="en-US" sz="3200" dirty="0"/>
              <a:t> </a:t>
            </a:r>
            <a:r>
              <a:rPr lang="en-US" sz="3200" dirty="0" err="1"/>
              <a:t>standar</a:t>
            </a:r>
            <a:r>
              <a:rPr lang="en-US" sz="3200" dirty="0"/>
              <a:t> </a:t>
            </a:r>
            <a:r>
              <a:rPr lang="en-US" sz="3200" dirty="0" err="1"/>
              <a:t>sesuai</a:t>
            </a:r>
            <a:r>
              <a:rPr lang="en-US" sz="3200" dirty="0"/>
              <a:t> </a:t>
            </a:r>
            <a:r>
              <a:rPr lang="en-US" sz="3200" dirty="0" err="1"/>
              <a:t>muatan</a:t>
            </a:r>
            <a:r>
              <a:rPr lang="en-US" sz="3200" dirty="0"/>
              <a:t> </a:t>
            </a:r>
            <a:r>
              <a:rPr lang="en-US" sz="3200" dirty="0" err="1"/>
              <a:t>dan</a:t>
            </a:r>
            <a:r>
              <a:rPr lang="en-US" sz="3200" dirty="0"/>
              <a:t> </a:t>
            </a:r>
            <a:r>
              <a:rPr lang="en-US" sz="3200" dirty="0" err="1"/>
              <a:t>langkah-langkah</a:t>
            </a:r>
            <a:r>
              <a:rPr lang="en-US" sz="3200" dirty="0"/>
              <a:t> yang </a:t>
            </a:r>
            <a:r>
              <a:rPr lang="en-US" sz="3200" dirty="0" err="1"/>
              <a:t>ada</a:t>
            </a:r>
            <a:r>
              <a:rPr lang="en-US" sz="3200" dirty="0"/>
              <a:t> di </a:t>
            </a:r>
            <a:r>
              <a:rPr lang="en-US" sz="3200" dirty="0" err="1"/>
              <a:t>dalam</a:t>
            </a:r>
            <a:r>
              <a:rPr lang="en-US" sz="3200" dirty="0"/>
              <a:t> </a:t>
            </a:r>
            <a:r>
              <a:rPr lang="en-US" sz="3200" dirty="0" err="1"/>
              <a:t>modul</a:t>
            </a:r>
            <a:endParaRPr lang="en-US" sz="3200" dirty="0"/>
          </a:p>
          <a:p>
            <a:pPr lvl="0"/>
            <a:r>
              <a:rPr lang="en-US" sz="3200" dirty="0" err="1"/>
              <a:t>Latihan</a:t>
            </a:r>
            <a:r>
              <a:rPr lang="en-US" sz="3200" dirty="0"/>
              <a:t> </a:t>
            </a:r>
            <a:r>
              <a:rPr lang="en-US" sz="3200" dirty="0" err="1"/>
              <a:t>dan</a:t>
            </a:r>
            <a:r>
              <a:rPr lang="en-US" sz="3200" dirty="0"/>
              <a:t> </a:t>
            </a:r>
            <a:r>
              <a:rPr lang="en-US" sz="3200" dirty="0" err="1"/>
              <a:t>praktik</a:t>
            </a:r>
            <a:r>
              <a:rPr lang="en-US" sz="3200" dirty="0"/>
              <a:t> </a:t>
            </a:r>
            <a:r>
              <a:rPr lang="en-US" sz="3200" dirty="0" err="1"/>
              <a:t>menjadi</a:t>
            </a:r>
            <a:r>
              <a:rPr lang="en-US" sz="3200" dirty="0"/>
              <a:t> </a:t>
            </a:r>
            <a:r>
              <a:rPr lang="en-US" sz="3200" dirty="0" err="1"/>
              <a:t>fasilitator</a:t>
            </a:r>
            <a:r>
              <a:rPr lang="en-US" sz="3200" dirty="0"/>
              <a:t> </a:t>
            </a:r>
            <a:r>
              <a:rPr lang="en-US" sz="3200" dirty="0" err="1"/>
              <a:t>modul</a:t>
            </a:r>
            <a:r>
              <a:rPr lang="en-US" sz="3200" dirty="0"/>
              <a:t> 1</a:t>
            </a:r>
          </a:p>
          <a:p>
            <a:pPr lvl="0"/>
            <a:endParaRPr lang="en-US" sz="2800" dirty="0"/>
          </a:p>
        </p:txBody>
      </p:sp>
    </p:spTree>
    <p:extLst>
      <p:ext uri="{BB962C8B-B14F-4D97-AF65-F5344CB8AC3E}">
        <p14:creationId xmlns:p14="http://schemas.microsoft.com/office/powerpoint/2010/main" val="3100280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CDCF437-D8D7-4846-9250-82BE595CDA8A}"/>
              </a:ext>
            </a:extLst>
          </p:cNvPr>
          <p:cNvGraphicFramePr/>
          <p:nvPr>
            <p:extLst>
              <p:ext uri="{D42A27DB-BD31-4B8C-83A1-F6EECF244321}">
                <p14:modId xmlns:p14="http://schemas.microsoft.com/office/powerpoint/2010/main" val="2245031457"/>
              </p:ext>
            </p:extLst>
          </p:nvPr>
        </p:nvGraphicFramePr>
        <p:xfrm>
          <a:off x="290945" y="213435"/>
          <a:ext cx="11623964" cy="6483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1481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8"/>
            <a:ext cx="11623964" cy="1061618"/>
            <a:chOff x="0" y="40022"/>
            <a:chExt cx="11623964" cy="1555200"/>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40022"/>
              <a:ext cx="11623964" cy="15552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5400" kern="1200" dirty="0" err="1"/>
                <a:t>Waktu</a:t>
              </a:r>
              <a:r>
                <a:rPr lang="en-US" sz="5400" kern="1200" dirty="0"/>
                <a:t> </a:t>
              </a:r>
              <a:r>
                <a:rPr lang="en-US" sz="5400" dirty="0"/>
                <a:t>– </a:t>
              </a:r>
              <a:r>
                <a:rPr lang="en-US" sz="5400" kern="1200" dirty="0" err="1"/>
                <a:t>Metode</a:t>
              </a:r>
              <a:r>
                <a:rPr lang="en-US" sz="5400" kern="1200" dirty="0"/>
                <a:t> - Media </a:t>
              </a:r>
            </a:p>
          </p:txBody>
        </p:sp>
      </p:grpSp>
      <p:sp>
        <p:nvSpPr>
          <p:cNvPr id="7" name="TextBox 6">
            <a:extLst>
              <a:ext uri="{FF2B5EF4-FFF2-40B4-BE49-F238E27FC236}">
                <a16:creationId xmlns:a16="http://schemas.microsoft.com/office/drawing/2014/main" id="{89C65FC5-2F25-0B4F-A55D-D7F392DF17E9}"/>
              </a:ext>
            </a:extLst>
          </p:cNvPr>
          <p:cNvSpPr txBox="1"/>
          <p:nvPr/>
        </p:nvSpPr>
        <p:spPr>
          <a:xfrm>
            <a:off x="256309" y="1330035"/>
            <a:ext cx="5205377" cy="5250873"/>
          </a:xfrm>
          <a:prstGeom prst="rect">
            <a:avLst/>
          </a:prstGeom>
          <a:solidFill>
            <a:schemeClr val="accent1">
              <a:lumMod val="40000"/>
              <a:lumOff val="60000"/>
            </a:schemeClr>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l" defTabSz="2400300">
              <a:lnSpc>
                <a:spcPct val="90000"/>
              </a:lnSpc>
              <a:spcBef>
                <a:spcPct val="0"/>
              </a:spcBef>
              <a:spcAft>
                <a:spcPct val="15000"/>
              </a:spcAft>
            </a:pPr>
            <a:r>
              <a:rPr lang="en-US" sz="2800" b="1" dirty="0"/>
              <a:t>WAKTU : </a:t>
            </a:r>
          </a:p>
          <a:p>
            <a:pPr marL="0" lvl="1" algn="l" defTabSz="2400300">
              <a:lnSpc>
                <a:spcPct val="90000"/>
              </a:lnSpc>
              <a:spcBef>
                <a:spcPct val="0"/>
              </a:spcBef>
              <a:spcAft>
                <a:spcPct val="15000"/>
              </a:spcAft>
            </a:pPr>
            <a:r>
              <a:rPr lang="en-US" sz="2000" dirty="0"/>
              <a:t>180 </a:t>
            </a:r>
            <a:r>
              <a:rPr lang="en-US" sz="2000" dirty="0" err="1"/>
              <a:t>Menit</a:t>
            </a:r>
            <a:endParaRPr lang="en-US" sz="2000" dirty="0"/>
          </a:p>
          <a:p>
            <a:pPr marL="0" lvl="1" defTabSz="2400300">
              <a:spcBef>
                <a:spcPct val="0"/>
              </a:spcBef>
              <a:spcAft>
                <a:spcPct val="15000"/>
              </a:spcAft>
            </a:pPr>
            <a:endParaRPr lang="en-US" sz="2000" b="1" dirty="0"/>
          </a:p>
          <a:p>
            <a:pPr marL="0" lvl="1" defTabSz="2400300">
              <a:spcBef>
                <a:spcPct val="0"/>
              </a:spcBef>
              <a:spcAft>
                <a:spcPct val="15000"/>
              </a:spcAft>
            </a:pPr>
            <a:endParaRPr lang="en-US" sz="2000" b="1" dirty="0"/>
          </a:p>
          <a:p>
            <a:pPr marL="0" lvl="1" defTabSz="2400300">
              <a:spcBef>
                <a:spcPct val="0"/>
              </a:spcBef>
              <a:spcAft>
                <a:spcPct val="15000"/>
              </a:spcAft>
            </a:pPr>
            <a:r>
              <a:rPr lang="en-US" sz="2800" b="1" dirty="0"/>
              <a:t>METODE</a:t>
            </a:r>
          </a:p>
          <a:p>
            <a:pPr lvl="1" indent="-548640" defTabSz="2400300">
              <a:spcBef>
                <a:spcPct val="0"/>
              </a:spcBef>
              <a:spcAft>
                <a:spcPct val="15000"/>
              </a:spcAft>
              <a:buFont typeface="Wingdings" pitchFamily="2" charset="2"/>
              <a:buChar char="Ø"/>
            </a:pPr>
            <a:r>
              <a:rPr lang="en-US" sz="2000" b="1" dirty="0" err="1"/>
              <a:t>Presentasi</a:t>
            </a:r>
            <a:endParaRPr lang="en-US" sz="2000" b="1" dirty="0"/>
          </a:p>
          <a:p>
            <a:pPr lvl="1" indent="-548640" defTabSz="2400300">
              <a:spcBef>
                <a:spcPct val="0"/>
              </a:spcBef>
              <a:spcAft>
                <a:spcPct val="15000"/>
              </a:spcAft>
              <a:buFont typeface="Wingdings" pitchFamily="2" charset="2"/>
              <a:buChar char="Ø"/>
            </a:pPr>
            <a:r>
              <a:rPr lang="en-US" sz="2000" b="1" dirty="0" err="1"/>
              <a:t>Diskusi</a:t>
            </a:r>
            <a:endParaRPr lang="en-US" sz="2000" b="1" dirty="0"/>
          </a:p>
          <a:p>
            <a:pPr lvl="1" indent="-548640" defTabSz="2400300">
              <a:spcBef>
                <a:spcPct val="0"/>
              </a:spcBef>
              <a:spcAft>
                <a:spcPct val="15000"/>
              </a:spcAft>
              <a:buFont typeface="Wingdings" pitchFamily="2" charset="2"/>
              <a:buChar char="Ø"/>
            </a:pPr>
            <a:r>
              <a:rPr lang="en-US" sz="2000" b="1" dirty="0" err="1"/>
              <a:t>Ceramah</a:t>
            </a:r>
            <a:r>
              <a:rPr lang="en-US" sz="2000" b="1" dirty="0"/>
              <a:t> </a:t>
            </a:r>
            <a:r>
              <a:rPr lang="en-US" sz="2000" b="1" dirty="0" err="1"/>
              <a:t>dan</a:t>
            </a:r>
            <a:r>
              <a:rPr lang="en-US" sz="2000" b="1" dirty="0"/>
              <a:t> </a:t>
            </a:r>
            <a:r>
              <a:rPr lang="en-US" sz="2000" b="1" dirty="0" err="1"/>
              <a:t>tanya</a:t>
            </a:r>
            <a:r>
              <a:rPr lang="en-US" sz="2000" b="1" dirty="0"/>
              <a:t> </a:t>
            </a:r>
            <a:r>
              <a:rPr lang="en-US" sz="2000" b="1" dirty="0" err="1"/>
              <a:t>jawab</a:t>
            </a:r>
            <a:endParaRPr lang="en-US" sz="2000" b="1" dirty="0"/>
          </a:p>
          <a:p>
            <a:pPr lvl="1" indent="-548640" defTabSz="2400300">
              <a:spcBef>
                <a:spcPct val="0"/>
              </a:spcBef>
              <a:spcAft>
                <a:spcPct val="15000"/>
              </a:spcAft>
              <a:buFont typeface="Wingdings" pitchFamily="2" charset="2"/>
              <a:buChar char="Ø"/>
            </a:pPr>
            <a:r>
              <a:rPr lang="en-US" sz="2000" b="1" dirty="0"/>
              <a:t>Game</a:t>
            </a:r>
          </a:p>
          <a:p>
            <a:pPr lvl="1" indent="-548640" defTabSz="2400300">
              <a:spcBef>
                <a:spcPct val="0"/>
              </a:spcBef>
              <a:spcAft>
                <a:spcPct val="15000"/>
              </a:spcAft>
              <a:buFont typeface="Wingdings" pitchFamily="2" charset="2"/>
              <a:buChar char="Ø"/>
            </a:pPr>
            <a:r>
              <a:rPr lang="en-US" sz="2000" b="1" dirty="0" err="1"/>
              <a:t>Praktik</a:t>
            </a:r>
            <a:r>
              <a:rPr lang="en-US" sz="2000" b="1" dirty="0"/>
              <a:t> </a:t>
            </a:r>
            <a:r>
              <a:rPr lang="en-US" sz="2000" b="1" dirty="0" err="1"/>
              <a:t>dan</a:t>
            </a:r>
            <a:r>
              <a:rPr lang="en-US" sz="2000" b="1" dirty="0"/>
              <a:t> </a:t>
            </a:r>
            <a:r>
              <a:rPr lang="en-US" sz="2000" b="1" dirty="0" err="1"/>
              <a:t>Bermain</a:t>
            </a:r>
            <a:r>
              <a:rPr lang="en-US" sz="2000" b="1" dirty="0"/>
              <a:t> </a:t>
            </a:r>
            <a:r>
              <a:rPr lang="en-US" sz="2000" b="1" dirty="0" err="1"/>
              <a:t>Peran</a:t>
            </a:r>
            <a:endParaRPr lang="en-US" sz="2000" dirty="0"/>
          </a:p>
          <a:p>
            <a:pPr marL="0" lvl="1" algn="l" defTabSz="2400300">
              <a:lnSpc>
                <a:spcPct val="90000"/>
              </a:lnSpc>
              <a:spcBef>
                <a:spcPct val="0"/>
              </a:spcBef>
              <a:spcAft>
                <a:spcPct val="15000"/>
              </a:spcAft>
            </a:pPr>
            <a:endParaRPr lang="en-US" sz="1700" kern="1200" dirty="0"/>
          </a:p>
          <a:p>
            <a:pPr marL="0" lvl="1" algn="l" defTabSz="2400300">
              <a:lnSpc>
                <a:spcPct val="90000"/>
              </a:lnSpc>
              <a:spcBef>
                <a:spcPct val="0"/>
              </a:spcBef>
              <a:spcAft>
                <a:spcPct val="15000"/>
              </a:spcAft>
            </a:pPr>
            <a:endParaRPr lang="en-US" sz="1700" dirty="0"/>
          </a:p>
          <a:p>
            <a:pPr marL="0" lvl="1" algn="l" defTabSz="2400300">
              <a:lnSpc>
                <a:spcPct val="90000"/>
              </a:lnSpc>
              <a:spcBef>
                <a:spcPct val="0"/>
              </a:spcBef>
              <a:spcAft>
                <a:spcPct val="15000"/>
              </a:spcAft>
            </a:pPr>
            <a:endParaRPr lang="en-US" sz="1700" kern="1200" dirty="0"/>
          </a:p>
          <a:p>
            <a:pPr marL="0" lvl="1" algn="l" defTabSz="2400300">
              <a:lnSpc>
                <a:spcPct val="90000"/>
              </a:lnSpc>
              <a:spcBef>
                <a:spcPct val="0"/>
              </a:spcBef>
              <a:spcAft>
                <a:spcPct val="15000"/>
              </a:spcAft>
            </a:pPr>
            <a:endParaRPr lang="en-US" sz="2800" b="1" kern="1200" dirty="0"/>
          </a:p>
        </p:txBody>
      </p:sp>
      <p:sp>
        <p:nvSpPr>
          <p:cNvPr id="8" name="TextBox 7">
            <a:extLst>
              <a:ext uri="{FF2B5EF4-FFF2-40B4-BE49-F238E27FC236}">
                <a16:creationId xmlns:a16="http://schemas.microsoft.com/office/drawing/2014/main" id="{96A0C112-C62E-CA44-B570-02D5610B1CFC}"/>
              </a:ext>
            </a:extLst>
          </p:cNvPr>
          <p:cNvSpPr txBox="1"/>
          <p:nvPr/>
        </p:nvSpPr>
        <p:spPr>
          <a:xfrm>
            <a:off x="5597612" y="1330035"/>
            <a:ext cx="6282662" cy="5250873"/>
          </a:xfrm>
          <a:prstGeom prst="rect">
            <a:avLst/>
          </a:prstGeom>
          <a:solidFill>
            <a:schemeClr val="accent1">
              <a:lumMod val="20000"/>
              <a:lumOff val="80000"/>
            </a:schemeClr>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l" defTabSz="2400300">
              <a:spcBef>
                <a:spcPct val="0"/>
              </a:spcBef>
              <a:spcAft>
                <a:spcPct val="15000"/>
              </a:spcAft>
            </a:pPr>
            <a:r>
              <a:rPr lang="en-US" sz="2400" b="1" dirty="0"/>
              <a:t>MEDIA</a:t>
            </a:r>
            <a:endParaRPr lang="en-US" sz="2400" b="1" kern="1200" dirty="0"/>
          </a:p>
          <a:p>
            <a:pPr lvl="1" indent="-457200" algn="l" defTabSz="2400300">
              <a:spcBef>
                <a:spcPct val="0"/>
              </a:spcBef>
              <a:spcAft>
                <a:spcPct val="15000"/>
              </a:spcAft>
              <a:buFont typeface="Wingdings" pitchFamily="2" charset="2"/>
              <a:buChar char="Ø"/>
            </a:pPr>
            <a:r>
              <a:rPr lang="en-US" sz="2000" b="1" kern="1200" dirty="0" err="1"/>
              <a:t>Modul</a:t>
            </a:r>
            <a:r>
              <a:rPr lang="en-US" sz="2000" b="1" kern="1200" dirty="0"/>
              <a:t> 1: </a:t>
            </a:r>
            <a:r>
              <a:rPr lang="en-US" sz="2000" b="1" kern="1200" dirty="0" err="1"/>
              <a:t>Remaja</a:t>
            </a:r>
            <a:r>
              <a:rPr lang="en-US" sz="2000" b="1" kern="1200" dirty="0"/>
              <a:t> Yang </a:t>
            </a:r>
            <a:r>
              <a:rPr lang="en-US" sz="2000" b="1" kern="1200" dirty="0" err="1"/>
              <a:t>Sehat</a:t>
            </a:r>
            <a:endParaRPr lang="en-US" sz="2000" b="1" kern="1200" dirty="0"/>
          </a:p>
          <a:p>
            <a:pPr lvl="1" indent="-457200" algn="l" defTabSz="2400300">
              <a:spcBef>
                <a:spcPct val="0"/>
              </a:spcBef>
              <a:spcAft>
                <a:spcPct val="15000"/>
              </a:spcAft>
              <a:buFont typeface="Wingdings" pitchFamily="2" charset="2"/>
              <a:buChar char="Ø"/>
            </a:pPr>
            <a:r>
              <a:rPr lang="en-US" sz="2000" b="1" dirty="0"/>
              <a:t>File power point</a:t>
            </a:r>
          </a:p>
          <a:p>
            <a:pPr lvl="1" indent="-457200" algn="l" defTabSz="2400300">
              <a:spcBef>
                <a:spcPct val="0"/>
              </a:spcBef>
              <a:spcAft>
                <a:spcPct val="15000"/>
              </a:spcAft>
              <a:buFont typeface="Wingdings" pitchFamily="2" charset="2"/>
              <a:buChar char="Ø"/>
            </a:pPr>
            <a:r>
              <a:rPr lang="en-US" sz="2000" b="1" dirty="0" err="1"/>
              <a:t>Paket</a:t>
            </a:r>
            <a:r>
              <a:rPr lang="en-US" sz="2000" b="1" dirty="0"/>
              <a:t> </a:t>
            </a:r>
            <a:r>
              <a:rPr lang="en-US" sz="2000" b="1" dirty="0" err="1"/>
              <a:t>Kartu</a:t>
            </a:r>
            <a:r>
              <a:rPr lang="en-US" sz="2000" b="1" dirty="0"/>
              <a:t> “</a:t>
            </a:r>
            <a:r>
              <a:rPr lang="en-US" sz="2000" b="1" dirty="0" err="1"/>
              <a:t>Kenali</a:t>
            </a:r>
            <a:r>
              <a:rPr lang="en-US" sz="2000" b="1" dirty="0"/>
              <a:t> </a:t>
            </a:r>
            <a:r>
              <a:rPr lang="en-US" sz="2000" b="1" dirty="0" err="1"/>
              <a:t>Saya</a:t>
            </a:r>
            <a:r>
              <a:rPr lang="en-US" sz="2000" b="1" dirty="0"/>
              <a:t>”</a:t>
            </a:r>
          </a:p>
          <a:p>
            <a:pPr lvl="1" indent="-457200" algn="l" defTabSz="2400300">
              <a:spcBef>
                <a:spcPct val="0"/>
              </a:spcBef>
              <a:spcAft>
                <a:spcPct val="15000"/>
              </a:spcAft>
              <a:buFont typeface="Wingdings" pitchFamily="2" charset="2"/>
              <a:buChar char="Ø"/>
            </a:pPr>
            <a:r>
              <a:rPr lang="en-US" sz="2000" b="1" dirty="0" err="1"/>
              <a:t>Instrumen</a:t>
            </a:r>
            <a:r>
              <a:rPr lang="en-US" sz="2000" b="1" dirty="0"/>
              <a:t> “</a:t>
            </a:r>
            <a:r>
              <a:rPr lang="en-US" sz="2000" b="1" dirty="0" err="1"/>
              <a:t>Memahami</a:t>
            </a:r>
            <a:r>
              <a:rPr lang="en-US" sz="2000" b="1" dirty="0"/>
              <a:t> </a:t>
            </a:r>
            <a:r>
              <a:rPr lang="en-US" sz="2000" b="1" dirty="0" err="1"/>
              <a:t>Nilai</a:t>
            </a:r>
            <a:r>
              <a:rPr lang="en-US" sz="2000" b="1" dirty="0"/>
              <a:t> </a:t>
            </a:r>
            <a:r>
              <a:rPr lang="en-US" sz="2000" b="1" dirty="0" err="1"/>
              <a:t>Pribadi</a:t>
            </a:r>
            <a:r>
              <a:rPr lang="en-US" sz="2000" b="1" dirty="0"/>
              <a:t>”</a:t>
            </a:r>
            <a:endParaRPr lang="en-US" sz="2000" b="1" kern="1200" dirty="0"/>
          </a:p>
          <a:p>
            <a:pPr lvl="1" indent="-457200" algn="l" defTabSz="2400300">
              <a:spcBef>
                <a:spcPct val="0"/>
              </a:spcBef>
              <a:spcAft>
                <a:spcPct val="15000"/>
              </a:spcAft>
              <a:buFont typeface="Wingdings" pitchFamily="2" charset="2"/>
              <a:buChar char="Ø"/>
            </a:pPr>
            <a:r>
              <a:rPr lang="en-US" sz="2000" b="1" dirty="0" err="1"/>
              <a:t>Instrumen</a:t>
            </a:r>
            <a:r>
              <a:rPr lang="en-US" sz="2000" b="1" dirty="0"/>
              <a:t> “</a:t>
            </a:r>
            <a:r>
              <a:rPr lang="en-US" sz="2000" b="1" dirty="0" err="1"/>
              <a:t>Memahami</a:t>
            </a:r>
            <a:r>
              <a:rPr lang="en-US" sz="2000" b="1" dirty="0"/>
              <a:t> </a:t>
            </a:r>
            <a:r>
              <a:rPr lang="en-US" sz="2000" b="1" dirty="0" err="1"/>
              <a:t>Kelebihan</a:t>
            </a:r>
            <a:r>
              <a:rPr lang="en-US" sz="2000" b="1" dirty="0"/>
              <a:t> </a:t>
            </a:r>
            <a:r>
              <a:rPr lang="en-US" sz="2000" b="1" dirty="0" err="1"/>
              <a:t>dan</a:t>
            </a:r>
            <a:r>
              <a:rPr lang="en-US" sz="2000" b="1" dirty="0"/>
              <a:t> </a:t>
            </a:r>
            <a:r>
              <a:rPr lang="en-US" sz="2000" b="1" dirty="0" err="1"/>
              <a:t>Kekurangan</a:t>
            </a:r>
            <a:r>
              <a:rPr lang="en-US" sz="2000" b="1" dirty="0"/>
              <a:t> </a:t>
            </a:r>
            <a:r>
              <a:rPr lang="en-US" sz="2000" b="1" dirty="0" err="1"/>
              <a:t>Diri</a:t>
            </a:r>
            <a:r>
              <a:rPr lang="en-US" sz="2000" b="1" dirty="0"/>
              <a:t>”</a:t>
            </a:r>
          </a:p>
          <a:p>
            <a:pPr lvl="1" indent="-457200" algn="l" defTabSz="2400300">
              <a:spcBef>
                <a:spcPct val="0"/>
              </a:spcBef>
              <a:spcAft>
                <a:spcPct val="15000"/>
              </a:spcAft>
              <a:buFont typeface="Wingdings" pitchFamily="2" charset="2"/>
              <a:buChar char="Ø"/>
            </a:pPr>
            <a:r>
              <a:rPr lang="en-US" sz="2000" b="1" dirty="0" err="1"/>
              <a:t>Instrumen</a:t>
            </a:r>
            <a:r>
              <a:rPr lang="en-US" sz="2000" b="1" dirty="0"/>
              <a:t> “</a:t>
            </a:r>
            <a:r>
              <a:rPr lang="en-US" sz="2000" b="1" dirty="0" err="1"/>
              <a:t>Jembatan</a:t>
            </a:r>
            <a:r>
              <a:rPr lang="en-US" sz="2000" b="1" dirty="0"/>
              <a:t> </a:t>
            </a:r>
            <a:r>
              <a:rPr lang="en-US" sz="2000" b="1" dirty="0" err="1"/>
              <a:t>Harapan</a:t>
            </a:r>
            <a:r>
              <a:rPr lang="en-US" sz="2000" b="1" dirty="0"/>
              <a:t>”</a:t>
            </a:r>
          </a:p>
          <a:p>
            <a:pPr lvl="1" indent="-457200" algn="l" defTabSz="2400300">
              <a:spcBef>
                <a:spcPct val="0"/>
              </a:spcBef>
              <a:spcAft>
                <a:spcPct val="15000"/>
              </a:spcAft>
              <a:buFont typeface="Wingdings" pitchFamily="2" charset="2"/>
              <a:buChar char="Ø"/>
            </a:pPr>
            <a:r>
              <a:rPr lang="en-US" sz="2000" b="1" kern="1200" dirty="0"/>
              <a:t>Flipchart</a:t>
            </a:r>
          </a:p>
          <a:p>
            <a:pPr lvl="1" indent="-457200" algn="l" defTabSz="2400300">
              <a:spcBef>
                <a:spcPct val="0"/>
              </a:spcBef>
              <a:spcAft>
                <a:spcPct val="15000"/>
              </a:spcAft>
              <a:buFont typeface="Wingdings" pitchFamily="2" charset="2"/>
              <a:buChar char="Ø"/>
            </a:pPr>
            <a:r>
              <a:rPr lang="en-US" sz="2000" b="1" dirty="0" err="1"/>
              <a:t>Kertas</a:t>
            </a:r>
            <a:r>
              <a:rPr lang="en-US" sz="2000" b="1" dirty="0"/>
              <a:t> </a:t>
            </a:r>
            <a:r>
              <a:rPr lang="en-US" sz="2000" b="1" dirty="0" err="1"/>
              <a:t>metaplan</a:t>
            </a:r>
            <a:endParaRPr lang="en-US" sz="2000" b="1" dirty="0"/>
          </a:p>
          <a:p>
            <a:pPr lvl="1" indent="-457200" algn="l" defTabSz="2400300">
              <a:spcBef>
                <a:spcPct val="0"/>
              </a:spcBef>
              <a:spcAft>
                <a:spcPct val="15000"/>
              </a:spcAft>
              <a:buFont typeface="Wingdings" pitchFamily="2" charset="2"/>
              <a:buChar char="Ø"/>
            </a:pPr>
            <a:r>
              <a:rPr lang="en-US" sz="2000" b="1" kern="1200" dirty="0" err="1"/>
              <a:t>Spidol</a:t>
            </a:r>
            <a:r>
              <a:rPr lang="en-US" sz="2000" b="1" kern="1200" dirty="0"/>
              <a:t> </a:t>
            </a:r>
            <a:r>
              <a:rPr lang="en-US" sz="2000" b="1" kern="1200" dirty="0" err="1"/>
              <a:t>besar</a:t>
            </a:r>
            <a:r>
              <a:rPr lang="en-US" sz="2000" b="1" kern="1200" dirty="0"/>
              <a:t>, </a:t>
            </a:r>
            <a:r>
              <a:rPr lang="en-US" sz="2000" b="1" kern="1200" dirty="0" err="1"/>
              <a:t>spidol</a:t>
            </a:r>
            <a:r>
              <a:rPr lang="en-US" sz="2000" b="1" kern="1200" dirty="0"/>
              <a:t> </a:t>
            </a:r>
            <a:r>
              <a:rPr lang="en-US" sz="2000" b="1" kern="1200" dirty="0" err="1"/>
              <a:t>kecil</a:t>
            </a:r>
            <a:endParaRPr lang="en-US" sz="2000" b="1" kern="1200" dirty="0"/>
          </a:p>
          <a:p>
            <a:pPr lvl="1" indent="-457200" algn="l" defTabSz="2400300">
              <a:spcBef>
                <a:spcPct val="0"/>
              </a:spcBef>
              <a:spcAft>
                <a:spcPct val="15000"/>
              </a:spcAft>
              <a:buFont typeface="Wingdings" pitchFamily="2" charset="2"/>
              <a:buChar char="Ø"/>
            </a:pPr>
            <a:r>
              <a:rPr lang="en-US" sz="2000" b="1" dirty="0" err="1"/>
              <a:t>Lakban</a:t>
            </a:r>
            <a:r>
              <a:rPr lang="en-US" sz="2000" b="1" dirty="0"/>
              <a:t> </a:t>
            </a:r>
            <a:r>
              <a:rPr lang="en-US" sz="2000" b="1" dirty="0" err="1"/>
              <a:t>kertas</a:t>
            </a:r>
            <a:endParaRPr lang="en-US" sz="2000" b="1" dirty="0"/>
          </a:p>
          <a:p>
            <a:pPr lvl="1" indent="-457200" algn="l" defTabSz="2400300">
              <a:spcBef>
                <a:spcPct val="0"/>
              </a:spcBef>
              <a:spcAft>
                <a:spcPct val="15000"/>
              </a:spcAft>
              <a:buFont typeface="Wingdings" pitchFamily="2" charset="2"/>
              <a:buChar char="Ø"/>
            </a:pPr>
            <a:r>
              <a:rPr lang="en-US" sz="2000" b="1" kern="1200" dirty="0"/>
              <a:t>Laptop, LCD, Screen.</a:t>
            </a:r>
          </a:p>
        </p:txBody>
      </p:sp>
    </p:spTree>
    <p:extLst>
      <p:ext uri="{BB962C8B-B14F-4D97-AF65-F5344CB8AC3E}">
        <p14:creationId xmlns:p14="http://schemas.microsoft.com/office/powerpoint/2010/main" val="304164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7"/>
            <a:ext cx="11623964" cy="1469899"/>
            <a:chOff x="0" y="40021"/>
            <a:chExt cx="11623964" cy="1555201"/>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40021"/>
              <a:ext cx="11623964" cy="15552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ts val="516"/>
                </a:spcAft>
                <a:buNone/>
              </a:pPr>
              <a:r>
                <a:rPr lang="en-US" sz="4000" b="1" kern="1200" dirty="0" err="1"/>
                <a:t>Penjelasan</a:t>
              </a:r>
              <a:r>
                <a:rPr lang="en-US" sz="4000" b="1" kern="1200" dirty="0"/>
                <a:t> </a:t>
              </a:r>
              <a:r>
                <a:rPr lang="en-US" sz="4000" b="1" kern="1200" dirty="0" err="1"/>
                <a:t>Langkah</a:t>
              </a:r>
              <a:r>
                <a:rPr lang="en-US" sz="4000" b="1" kern="1200" dirty="0"/>
                <a:t> 1: </a:t>
              </a:r>
            </a:p>
            <a:p>
              <a:pPr marL="0" lvl="0" indent="0" algn="ctr" defTabSz="2400300">
                <a:lnSpc>
                  <a:spcPct val="90000"/>
                </a:lnSpc>
                <a:spcBef>
                  <a:spcPct val="0"/>
                </a:spcBef>
                <a:spcAft>
                  <a:spcPts val="516"/>
                </a:spcAft>
                <a:buNone/>
              </a:pPr>
              <a:r>
                <a:rPr lang="en-US" sz="4000" b="1" kern="1200" dirty="0" err="1"/>
                <a:t>Konsep</a:t>
              </a:r>
              <a:r>
                <a:rPr lang="en-US" sz="4000" b="1" kern="1200" dirty="0"/>
                <a:t> </a:t>
              </a:r>
              <a:r>
                <a:rPr lang="en-US" sz="4000" b="1" kern="1200" dirty="0" err="1"/>
                <a:t>Diri</a:t>
              </a:r>
              <a:r>
                <a:rPr lang="en-US" sz="4000" b="1" kern="1200" dirty="0"/>
                <a:t> Yang </a:t>
              </a:r>
              <a:r>
                <a:rPr lang="en-US" sz="4000" b="1" kern="1200" dirty="0" err="1"/>
                <a:t>Sehat</a:t>
              </a:r>
              <a:endParaRPr lang="en-US" sz="4000" b="1" kern="1200" dirty="0"/>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38317"/>
            <a:ext cx="11623964" cy="4860426"/>
            <a:chOff x="0" y="1499098"/>
            <a:chExt cx="11623964" cy="4543024"/>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499098"/>
              <a:ext cx="11623964" cy="43349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342900" lvl="1" indent="-342900" algn="l" defTabSz="2400300">
                <a:lnSpc>
                  <a:spcPct val="90000"/>
                </a:lnSpc>
                <a:spcBef>
                  <a:spcPct val="0"/>
                </a:spcBef>
                <a:spcAft>
                  <a:spcPct val="15000"/>
                </a:spcAft>
                <a:buFont typeface="+mj-lt"/>
                <a:buAutoNum type="arabicPeriod"/>
              </a:pPr>
              <a:r>
                <a:rPr lang="en-US" sz="2200" kern="1200" dirty="0" err="1"/>
                <a:t>Aktivitas</a:t>
              </a:r>
              <a:r>
                <a:rPr lang="en-US" sz="2200" kern="1200" dirty="0"/>
                <a:t> ”</a:t>
              </a:r>
              <a:r>
                <a:rPr lang="en-US" sz="2200" kern="1200" dirty="0" err="1"/>
                <a:t>Kenali</a:t>
              </a:r>
              <a:r>
                <a:rPr lang="en-US" sz="2200" kern="1200" dirty="0"/>
                <a:t> </a:t>
              </a:r>
              <a:r>
                <a:rPr lang="en-US" sz="2200" kern="1200" dirty="0" err="1"/>
                <a:t>Saya</a:t>
              </a:r>
              <a:r>
                <a:rPr lang="en-US" sz="2200" kern="1200" dirty="0"/>
                <a:t>”. </a:t>
              </a:r>
              <a:r>
                <a:rPr lang="en-US" sz="2200" kern="1200" dirty="0" err="1"/>
                <a:t>Tujuan</a:t>
              </a:r>
              <a:r>
                <a:rPr lang="en-US" sz="2200" kern="1200" dirty="0"/>
                <a:t> </a:t>
              </a:r>
              <a:r>
                <a:rPr lang="en-US" sz="2200" kern="1200" dirty="0" err="1"/>
                <a:t>dari</a:t>
              </a:r>
              <a:r>
                <a:rPr lang="en-US" sz="2200" kern="1200" dirty="0"/>
                <a:t> </a:t>
              </a:r>
              <a:r>
                <a:rPr lang="en-US" sz="2200" kern="1200" dirty="0" err="1"/>
                <a:t>aktivitas</a:t>
              </a:r>
              <a:r>
                <a:rPr lang="en-US" sz="2200" kern="1200" dirty="0"/>
                <a:t> </a:t>
              </a:r>
              <a:r>
                <a:rPr lang="en-US" sz="2200" kern="1200" dirty="0" err="1"/>
                <a:t>ini</a:t>
              </a:r>
              <a:r>
                <a:rPr lang="en-US" sz="2200" kern="1200" dirty="0"/>
                <a:t> </a:t>
              </a:r>
              <a:r>
                <a:rPr lang="en-US" sz="2200" kern="1200" dirty="0" err="1"/>
                <a:t>adalah</a:t>
              </a:r>
              <a:r>
                <a:rPr lang="en-US" sz="2200" dirty="0"/>
                <a:t> </a:t>
              </a:r>
              <a:r>
                <a:rPr lang="en-US" sz="2200" dirty="0" err="1"/>
                <a:t>memahami</a:t>
              </a:r>
              <a:r>
                <a:rPr lang="en-US" sz="2200" dirty="0"/>
                <a:t> </a:t>
              </a:r>
              <a:r>
                <a:rPr lang="en-US" sz="2200" dirty="0" err="1"/>
                <a:t>diri</a:t>
              </a:r>
              <a:r>
                <a:rPr lang="en-US" sz="2200" dirty="0"/>
                <a:t>, </a:t>
              </a:r>
              <a:r>
                <a:rPr lang="en-US" sz="2200" kern="1200" dirty="0" err="1"/>
                <a:t>dan</a:t>
              </a:r>
              <a:r>
                <a:rPr lang="en-US" sz="2200" kern="1200" dirty="0"/>
                <a:t> </a:t>
              </a:r>
              <a:r>
                <a:rPr lang="en-US" sz="2200" kern="1200" dirty="0" err="1"/>
                <a:t>latihan</a:t>
              </a:r>
              <a:r>
                <a:rPr lang="en-US" sz="2200" kern="1200" dirty="0"/>
                <a:t> </a:t>
              </a:r>
              <a:r>
                <a:rPr lang="en-US" sz="2200" kern="1200" dirty="0" err="1"/>
                <a:t>ketrampilan</a:t>
              </a:r>
              <a:r>
                <a:rPr lang="en-US" sz="2200" kern="1200" dirty="0"/>
                <a:t> </a:t>
              </a:r>
              <a:r>
                <a:rPr lang="en-US" sz="2200" kern="1200" dirty="0" err="1"/>
                <a:t>komunikasi</a:t>
              </a:r>
              <a:r>
                <a:rPr lang="en-US" sz="2200" kern="1200" dirty="0"/>
                <a:t> </a:t>
              </a:r>
              <a:r>
                <a:rPr lang="en-US" sz="2200" kern="1200" dirty="0" err="1"/>
                <a:t>terutama</a:t>
              </a:r>
              <a:r>
                <a:rPr lang="en-US" sz="2200" kern="1200" dirty="0"/>
                <a:t> </a:t>
              </a:r>
              <a:r>
                <a:rPr lang="en-US" sz="2200" kern="1200" dirty="0" err="1"/>
                <a:t>dalam</a:t>
              </a:r>
              <a:r>
                <a:rPr lang="en-US" sz="2200" kern="1200" dirty="0"/>
                <a:t> </a:t>
              </a:r>
              <a:r>
                <a:rPr lang="en-US" sz="2200" kern="1200" dirty="0" err="1"/>
                <a:t>kontek</a:t>
              </a:r>
              <a:r>
                <a:rPr lang="en-US" sz="2200" kern="1200" dirty="0"/>
                <a:t> </a:t>
              </a:r>
              <a:r>
                <a:rPr lang="en-US" sz="2200" kern="1200" dirty="0" err="1"/>
                <a:t>memperkenalkan</a:t>
              </a:r>
              <a:r>
                <a:rPr lang="en-US" sz="2200" kern="1200" dirty="0"/>
                <a:t> </a:t>
              </a:r>
              <a:r>
                <a:rPr lang="en-US" sz="2200" kern="1200" dirty="0" err="1"/>
                <a:t>diri</a:t>
              </a:r>
              <a:r>
                <a:rPr lang="en-US" sz="2200" kern="1200" dirty="0"/>
                <a:t> </a:t>
              </a:r>
              <a:r>
                <a:rPr lang="en-US" sz="2200" kern="1200" dirty="0" err="1"/>
                <a:t>kepada</a:t>
              </a:r>
              <a:r>
                <a:rPr lang="en-US" sz="2200" kern="1200" dirty="0"/>
                <a:t> orang lain. </a:t>
              </a:r>
            </a:p>
            <a:p>
              <a:pPr marL="342900" lvl="1" indent="-342900" algn="l" defTabSz="2400300">
                <a:lnSpc>
                  <a:spcPct val="90000"/>
                </a:lnSpc>
                <a:spcBef>
                  <a:spcPct val="0"/>
                </a:spcBef>
                <a:spcAft>
                  <a:spcPct val="15000"/>
                </a:spcAft>
                <a:buFont typeface="+mj-lt"/>
                <a:buAutoNum type="arabicPeriod"/>
              </a:pPr>
              <a:r>
                <a:rPr lang="en-US" sz="2200" dirty="0" err="1"/>
                <a:t>Peserta</a:t>
              </a:r>
              <a:r>
                <a:rPr lang="en-US" sz="2200" dirty="0"/>
                <a:t> </a:t>
              </a:r>
              <a:r>
                <a:rPr lang="en-US" sz="2200" dirty="0" err="1"/>
                <a:t>berpasangan</a:t>
              </a:r>
              <a:r>
                <a:rPr lang="en-US" sz="2200" dirty="0"/>
                <a:t> ber2, </a:t>
              </a:r>
              <a:r>
                <a:rPr lang="en-US" sz="2200" dirty="0" err="1"/>
                <a:t>masing-masing</a:t>
              </a:r>
              <a:r>
                <a:rPr lang="en-US" sz="2200" dirty="0"/>
                <a:t> </a:t>
              </a:r>
              <a:r>
                <a:rPr lang="en-US" sz="2200" dirty="0" err="1"/>
                <a:t>mendapat</a:t>
              </a:r>
              <a:r>
                <a:rPr lang="en-US" sz="2200" dirty="0"/>
                <a:t> 1 </a:t>
              </a:r>
              <a:r>
                <a:rPr lang="en-US" sz="2200" dirty="0" err="1"/>
                <a:t>paket</a:t>
              </a:r>
              <a:r>
                <a:rPr lang="en-US" sz="2200" dirty="0"/>
                <a:t> </a:t>
              </a:r>
              <a:r>
                <a:rPr lang="en-US" sz="2200" dirty="0" err="1"/>
                <a:t>kartu</a:t>
              </a:r>
              <a:r>
                <a:rPr lang="en-US" sz="2200" dirty="0"/>
                <a:t> “</a:t>
              </a:r>
              <a:r>
                <a:rPr lang="en-US" sz="2200" dirty="0" err="1"/>
                <a:t>Kenali</a:t>
              </a:r>
              <a:r>
                <a:rPr lang="en-US" sz="2200" dirty="0"/>
                <a:t> </a:t>
              </a:r>
              <a:r>
                <a:rPr lang="en-US" sz="2200" dirty="0" err="1"/>
                <a:t>Saya</a:t>
              </a:r>
              <a:r>
                <a:rPr lang="en-US" sz="2200" dirty="0"/>
                <a:t>” yang </a:t>
              </a:r>
              <a:r>
                <a:rPr lang="en-US" sz="2200" dirty="0" err="1"/>
                <a:t>berisi</a:t>
              </a:r>
              <a:r>
                <a:rPr lang="en-US" sz="2200" dirty="0"/>
                <a:t> 6 </a:t>
              </a:r>
              <a:r>
                <a:rPr lang="en-US" sz="2200" dirty="0" err="1"/>
                <a:t>kartu</a:t>
              </a:r>
              <a:r>
                <a:rPr lang="en-US" sz="2200" dirty="0"/>
                <a:t>. </a:t>
              </a:r>
              <a:r>
                <a:rPr lang="en-US" sz="2200" dirty="0" err="1"/>
                <a:t>Setiap</a:t>
              </a:r>
              <a:r>
                <a:rPr lang="en-US" sz="2200" dirty="0"/>
                <a:t> </a:t>
              </a:r>
              <a:r>
                <a:rPr lang="en-US" sz="2200" dirty="0" err="1"/>
                <a:t>peserta</a:t>
              </a:r>
              <a:r>
                <a:rPr lang="en-US" sz="2200" dirty="0"/>
                <a:t> </a:t>
              </a:r>
              <a:r>
                <a:rPr lang="en-US" sz="2200" dirty="0" err="1"/>
                <a:t>mengabil</a:t>
              </a:r>
              <a:r>
                <a:rPr lang="en-US" sz="2200" dirty="0"/>
                <a:t> 3 </a:t>
              </a:r>
              <a:r>
                <a:rPr lang="en-US" sz="2200" dirty="0" err="1"/>
                <a:t>kartu</a:t>
              </a:r>
              <a:r>
                <a:rPr lang="en-US" sz="2200" dirty="0"/>
                <a:t> </a:t>
              </a:r>
              <a:r>
                <a:rPr lang="en-US" sz="2200" dirty="0" err="1"/>
                <a:t>dan</a:t>
              </a:r>
              <a:r>
                <a:rPr lang="en-US" sz="2200" dirty="0"/>
                <a:t> </a:t>
              </a:r>
              <a:r>
                <a:rPr lang="en-US" sz="2200" dirty="0" err="1"/>
                <a:t>langsung</a:t>
              </a:r>
              <a:r>
                <a:rPr lang="en-US" sz="2200" dirty="0"/>
                <a:t> </a:t>
              </a:r>
              <a:r>
                <a:rPr lang="en-US" sz="2200" dirty="0" err="1"/>
                <a:t>menuliskan</a:t>
              </a:r>
              <a:r>
                <a:rPr lang="en-US" sz="2200" dirty="0"/>
                <a:t> </a:t>
              </a:r>
              <a:r>
                <a:rPr lang="en-US" sz="2200" dirty="0" err="1"/>
                <a:t>jawabannya</a:t>
              </a:r>
              <a:r>
                <a:rPr lang="en-US" sz="2200" dirty="0"/>
                <a:t>.  Setelah </a:t>
              </a:r>
              <a:r>
                <a:rPr lang="en-US" sz="2200" dirty="0" err="1"/>
                <a:t>itu</a:t>
              </a:r>
              <a:r>
                <a:rPr lang="en-US" sz="2200" dirty="0"/>
                <a:t> </a:t>
              </a:r>
              <a:r>
                <a:rPr lang="en-US" sz="2200" dirty="0" err="1"/>
                <a:t>masing-masing</a:t>
              </a:r>
              <a:r>
                <a:rPr lang="en-US" sz="2200" dirty="0"/>
                <a:t> </a:t>
              </a:r>
              <a:r>
                <a:rPr lang="en-US" sz="2200" dirty="0" err="1"/>
                <a:t>membacakannya</a:t>
              </a:r>
              <a:r>
                <a:rPr lang="en-US" sz="2200" dirty="0"/>
                <a:t> </a:t>
              </a:r>
              <a:r>
                <a:rPr lang="en-US" sz="2200" dirty="0" err="1"/>
                <a:t>kepada</a:t>
              </a:r>
              <a:r>
                <a:rPr lang="en-US" sz="2200" dirty="0"/>
                <a:t> </a:t>
              </a:r>
              <a:r>
                <a:rPr lang="en-US" sz="2200" dirty="0" err="1"/>
                <a:t>teman</a:t>
              </a:r>
              <a:r>
                <a:rPr lang="en-US" sz="2200" dirty="0"/>
                <a:t>/</a:t>
              </a:r>
              <a:r>
                <a:rPr lang="en-US" sz="2200" dirty="0" err="1"/>
                <a:t>pasangannya</a:t>
              </a:r>
              <a:r>
                <a:rPr lang="en-US" sz="2200" dirty="0"/>
                <a:t>. </a:t>
              </a:r>
            </a:p>
            <a:p>
              <a:pPr marL="342900" lvl="1" indent="-342900" algn="l" defTabSz="2400300">
                <a:lnSpc>
                  <a:spcPct val="90000"/>
                </a:lnSpc>
                <a:spcBef>
                  <a:spcPct val="0"/>
                </a:spcBef>
                <a:spcAft>
                  <a:spcPct val="15000"/>
                </a:spcAft>
                <a:buFont typeface="+mj-lt"/>
                <a:buAutoNum type="arabicPeriod"/>
              </a:pPr>
              <a:endParaRPr lang="en-US" sz="2200" kern="1200" dirty="0"/>
            </a:p>
            <a:p>
              <a:pPr marL="342900" lvl="1" indent="-342900" algn="l" defTabSz="2400300">
                <a:lnSpc>
                  <a:spcPct val="90000"/>
                </a:lnSpc>
                <a:spcBef>
                  <a:spcPct val="0"/>
                </a:spcBef>
                <a:spcAft>
                  <a:spcPct val="15000"/>
                </a:spcAft>
                <a:buFont typeface="+mj-lt"/>
                <a:buAutoNum type="arabicPeriod"/>
              </a:pPr>
              <a:r>
                <a:rPr lang="en-US" sz="2200" dirty="0" err="1"/>
                <a:t>Aktivitas</a:t>
              </a:r>
              <a:r>
                <a:rPr lang="en-US" sz="2200" dirty="0"/>
                <a:t> ”</a:t>
              </a:r>
              <a:r>
                <a:rPr lang="en-US" sz="2200" dirty="0" err="1"/>
                <a:t>Memahami</a:t>
              </a:r>
              <a:r>
                <a:rPr lang="en-US" sz="2200" dirty="0"/>
                <a:t> Nilai </a:t>
              </a:r>
              <a:r>
                <a:rPr lang="en-US" sz="2200" dirty="0" err="1"/>
                <a:t>Pribadi</a:t>
              </a:r>
              <a:r>
                <a:rPr lang="en-US" sz="2200" dirty="0"/>
                <a:t>”. </a:t>
              </a:r>
              <a:r>
                <a:rPr lang="en-US" sz="2200" dirty="0" err="1"/>
                <a:t>Jelaskan</a:t>
              </a:r>
              <a:r>
                <a:rPr lang="en-US" sz="2200" dirty="0"/>
                <a:t> </a:t>
              </a:r>
              <a:r>
                <a:rPr lang="en-US" sz="2200" dirty="0" err="1"/>
                <a:t>tujuan</a:t>
              </a:r>
              <a:r>
                <a:rPr lang="en-US" sz="2200" dirty="0"/>
                <a:t> </a:t>
              </a:r>
              <a:r>
                <a:rPr lang="en-US" sz="2200" dirty="0" err="1"/>
                <a:t>dari</a:t>
              </a:r>
              <a:r>
                <a:rPr lang="en-US" sz="2200" dirty="0"/>
                <a:t> </a:t>
              </a:r>
              <a:r>
                <a:rPr lang="en-US" sz="2200" dirty="0" err="1"/>
                <a:t>aktivitas</a:t>
              </a:r>
              <a:r>
                <a:rPr lang="en-US" sz="2200" dirty="0"/>
                <a:t> </a:t>
              </a:r>
              <a:r>
                <a:rPr lang="en-US" sz="2200" dirty="0" err="1"/>
                <a:t>ini</a:t>
              </a:r>
              <a:r>
                <a:rPr lang="en-US" sz="2200" dirty="0"/>
                <a:t>, </a:t>
              </a:r>
              <a:r>
                <a:rPr lang="en-US" sz="2200" dirty="0" err="1"/>
                <a:t>yaitu</a:t>
              </a:r>
              <a:r>
                <a:rPr lang="en-US" sz="2200" dirty="0"/>
                <a:t> </a:t>
              </a:r>
              <a:r>
                <a:rPr lang="en-US" sz="2200" dirty="0" err="1"/>
                <a:t>membuat</a:t>
              </a:r>
              <a:r>
                <a:rPr lang="en-US" sz="2200" dirty="0"/>
                <a:t> </a:t>
              </a:r>
              <a:r>
                <a:rPr lang="en-US" sz="2200" dirty="0" err="1"/>
                <a:t>peserta</a:t>
              </a:r>
              <a:r>
                <a:rPr lang="en-US" sz="2200" dirty="0"/>
                <a:t> </a:t>
              </a:r>
              <a:r>
                <a:rPr lang="en-US" sz="2200" dirty="0" err="1"/>
                <a:t>memahami</a:t>
              </a:r>
              <a:r>
                <a:rPr lang="en-US" sz="2200" dirty="0"/>
                <a:t> </a:t>
              </a:r>
              <a:r>
                <a:rPr lang="en-US" sz="2200" dirty="0" err="1"/>
                <a:t>nilai-nilai</a:t>
              </a:r>
              <a:r>
                <a:rPr lang="en-US" sz="2200" dirty="0"/>
                <a:t> </a:t>
              </a:r>
              <a:r>
                <a:rPr lang="en-US" sz="2200" dirty="0" err="1"/>
                <a:t>pribadi</a:t>
              </a:r>
              <a:r>
                <a:rPr lang="en-US" sz="2200" dirty="0"/>
                <a:t> yang </a:t>
              </a:r>
              <a:r>
                <a:rPr lang="en-US" sz="2200" dirty="0" err="1"/>
                <a:t>menjadi</a:t>
              </a:r>
              <a:r>
                <a:rPr lang="en-US" sz="2200" dirty="0"/>
                <a:t> </a:t>
              </a:r>
              <a:r>
                <a:rPr lang="en-US" sz="2200" dirty="0" err="1"/>
                <a:t>pedoman</a:t>
              </a:r>
              <a:r>
                <a:rPr lang="en-US" sz="2200" dirty="0"/>
                <a:t> </a:t>
              </a:r>
              <a:r>
                <a:rPr lang="en-US" sz="2200" dirty="0" err="1"/>
                <a:t>hidup</a:t>
              </a:r>
              <a:r>
                <a:rPr lang="en-US" sz="2200" dirty="0"/>
                <a:t> </a:t>
              </a:r>
              <a:r>
                <a:rPr lang="en-US" sz="2200" dirty="0" err="1"/>
                <a:t>dan</a:t>
              </a:r>
              <a:r>
                <a:rPr lang="en-US" sz="2200" dirty="0"/>
                <a:t> </a:t>
              </a:r>
              <a:r>
                <a:rPr lang="en-US" sz="2200" dirty="0" err="1"/>
                <a:t>dasar</a:t>
              </a:r>
              <a:r>
                <a:rPr lang="en-US" sz="2200" dirty="0"/>
                <a:t> </a:t>
              </a:r>
              <a:r>
                <a:rPr lang="en-US" sz="2200" dirty="0" err="1"/>
                <a:t>karakter</a:t>
              </a:r>
              <a:r>
                <a:rPr lang="en-US" sz="2200" dirty="0"/>
                <a:t> </a:t>
              </a:r>
              <a:r>
                <a:rPr lang="en-US" sz="2200" dirty="0" err="1"/>
                <a:t>pribadinya</a:t>
              </a:r>
              <a:r>
                <a:rPr lang="en-US" sz="2200" dirty="0"/>
                <a:t>. </a:t>
              </a:r>
            </a:p>
            <a:p>
              <a:pPr marL="342900" lvl="1" indent="-342900" algn="l" defTabSz="2400300">
                <a:lnSpc>
                  <a:spcPct val="90000"/>
                </a:lnSpc>
                <a:spcBef>
                  <a:spcPct val="0"/>
                </a:spcBef>
                <a:spcAft>
                  <a:spcPct val="15000"/>
                </a:spcAft>
                <a:buFont typeface="+mj-lt"/>
                <a:buAutoNum type="arabicPeriod"/>
              </a:pPr>
              <a:r>
                <a:rPr lang="en-US" sz="2200" kern="1200" dirty="0" err="1"/>
                <a:t>Bagi</a:t>
              </a:r>
              <a:r>
                <a:rPr lang="en-US" sz="2200" kern="1200" dirty="0"/>
                <a:t> </a:t>
              </a:r>
              <a:r>
                <a:rPr lang="en-US" sz="2200" kern="1200" dirty="0" err="1"/>
                <a:t>peserta</a:t>
              </a:r>
              <a:r>
                <a:rPr lang="en-US" sz="2200" kern="1200" dirty="0"/>
                <a:t> </a:t>
              </a:r>
              <a:r>
                <a:rPr lang="en-US" sz="2200" kern="1200" dirty="0" err="1"/>
                <a:t>ke</a:t>
              </a:r>
              <a:r>
                <a:rPr lang="en-US" sz="2200" kern="1200" dirty="0"/>
                <a:t> </a:t>
              </a:r>
              <a:r>
                <a:rPr lang="en-US" sz="2200" kern="1200" dirty="0" err="1"/>
                <a:t>dalam</a:t>
              </a:r>
              <a:r>
                <a:rPr lang="en-US" sz="2200" kern="1200" dirty="0"/>
                <a:t> </a:t>
              </a:r>
              <a:r>
                <a:rPr lang="en-US" sz="2200" kern="1200" dirty="0" err="1"/>
                <a:t>kelompok</a:t>
              </a:r>
              <a:r>
                <a:rPr lang="en-US" sz="2200" kern="1200" dirty="0"/>
                <a:t> yang </a:t>
              </a:r>
              <a:r>
                <a:rPr lang="en-US" sz="2200" kern="1200" dirty="0" err="1"/>
                <a:t>terdiri</a:t>
              </a:r>
              <a:r>
                <a:rPr lang="en-US" sz="2200" kern="1200" dirty="0"/>
                <a:t> </a:t>
              </a:r>
              <a:r>
                <a:rPr lang="en-US" sz="2200" kern="1200" dirty="0" err="1"/>
                <a:t>dari</a:t>
              </a:r>
              <a:r>
                <a:rPr lang="en-US" sz="2200" kern="1200" dirty="0"/>
                <a:t> 4-5 orang. </a:t>
              </a:r>
              <a:r>
                <a:rPr lang="en-US" sz="2200" kern="1200" dirty="0" err="1"/>
                <a:t>Kepada</a:t>
              </a:r>
              <a:r>
                <a:rPr lang="en-US" sz="2200" kern="1200" dirty="0"/>
                <a:t> </a:t>
              </a:r>
              <a:r>
                <a:rPr lang="en-US" sz="2200" kern="1200" dirty="0" err="1"/>
                <a:t>setiap</a:t>
              </a:r>
              <a:r>
                <a:rPr lang="en-US" sz="2200" kern="1200" dirty="0"/>
                <a:t> </a:t>
              </a:r>
              <a:r>
                <a:rPr lang="en-US" sz="2200" kern="1200" dirty="0" err="1"/>
                <a:t>peserta</a:t>
              </a:r>
              <a:r>
                <a:rPr lang="en-US" sz="2200" kern="1200" dirty="0"/>
                <a:t> </a:t>
              </a:r>
              <a:r>
                <a:rPr lang="en-US" sz="2200" kern="1200" dirty="0" err="1"/>
                <a:t>dibagikan</a:t>
              </a:r>
              <a:r>
                <a:rPr lang="en-US" sz="2200" kern="1200" dirty="0"/>
                <a:t> instrument 1 (</a:t>
              </a:r>
              <a:r>
                <a:rPr lang="en-US" sz="2200" kern="1200" dirty="0" err="1"/>
                <a:t>Hirarki</a:t>
              </a:r>
              <a:r>
                <a:rPr lang="en-US" sz="2200" kern="1200" dirty="0"/>
                <a:t> </a:t>
              </a:r>
              <a:r>
                <a:rPr lang="en-US" sz="2200" kern="1200" dirty="0" err="1"/>
                <a:t>n</a:t>
              </a:r>
              <a:r>
                <a:rPr lang="en-US" sz="2200" dirty="0" err="1"/>
                <a:t>ilai</a:t>
              </a:r>
              <a:r>
                <a:rPr lang="en-US" sz="2200" dirty="0"/>
                <a:t> </a:t>
              </a:r>
              <a:r>
                <a:rPr lang="en-US" sz="2200" dirty="0" err="1"/>
                <a:t>pribadi</a:t>
              </a:r>
              <a:r>
                <a:rPr lang="en-US" sz="2200" dirty="0"/>
                <a:t>), </a:t>
              </a:r>
              <a:r>
                <a:rPr lang="en-US" sz="2200" dirty="0" err="1"/>
                <a:t>mintalah</a:t>
              </a:r>
              <a:r>
                <a:rPr lang="en-US" sz="2200" dirty="0"/>
                <a:t> </a:t>
              </a:r>
              <a:r>
                <a:rPr lang="en-US" sz="2200" dirty="0" err="1"/>
                <a:t>peserta</a:t>
              </a:r>
              <a:r>
                <a:rPr lang="en-US" sz="2200" dirty="0"/>
                <a:t> </a:t>
              </a:r>
              <a:r>
                <a:rPr lang="en-US" sz="2200" dirty="0" err="1"/>
                <a:t>untuk</a:t>
              </a:r>
              <a:r>
                <a:rPr lang="en-US" sz="2200" dirty="0"/>
                <a:t> </a:t>
              </a:r>
              <a:r>
                <a:rPr lang="en-US" sz="2200" dirty="0" err="1"/>
                <a:t>merenungkan</a:t>
              </a:r>
              <a:r>
                <a:rPr lang="en-US" sz="2200" dirty="0"/>
                <a:t> </a:t>
              </a:r>
              <a:r>
                <a:rPr lang="en-US" sz="2200" dirty="0" err="1"/>
                <a:t>sejenak</a:t>
              </a:r>
              <a:r>
                <a:rPr lang="en-US" sz="2200" dirty="0"/>
                <a:t> </a:t>
              </a:r>
              <a:r>
                <a:rPr lang="en-US" sz="2200" dirty="0" err="1"/>
                <a:t>lalu</a:t>
              </a:r>
              <a:r>
                <a:rPr lang="en-US" sz="2200" dirty="0"/>
                <a:t> </a:t>
              </a:r>
              <a:r>
                <a:rPr lang="en-US" sz="2200" dirty="0" err="1"/>
                <a:t>mengisi</a:t>
              </a:r>
              <a:r>
                <a:rPr lang="en-US" sz="2200" dirty="0"/>
                <a:t> instrument </a:t>
              </a:r>
              <a:r>
                <a:rPr lang="en-US" sz="2200" dirty="0" err="1"/>
                <a:t>tersebut</a:t>
              </a:r>
              <a:r>
                <a:rPr lang="en-US" sz="2200" dirty="0"/>
                <a:t>. </a:t>
              </a:r>
              <a:r>
                <a:rPr lang="en-US" sz="2200" dirty="0" err="1"/>
                <a:t>Setelah</a:t>
              </a:r>
              <a:r>
                <a:rPr lang="en-US" sz="2200" dirty="0"/>
                <a:t> </a:t>
              </a:r>
              <a:r>
                <a:rPr lang="en-US" sz="2200" dirty="0" err="1"/>
                <a:t>peserta</a:t>
              </a:r>
              <a:r>
                <a:rPr lang="en-US" sz="2200" dirty="0"/>
                <a:t> </a:t>
              </a:r>
              <a:r>
                <a:rPr lang="en-US" sz="2200" dirty="0" err="1"/>
                <a:t>mengisi</a:t>
              </a:r>
              <a:r>
                <a:rPr lang="en-US" sz="2200" dirty="0"/>
                <a:t>, </a:t>
              </a:r>
              <a:r>
                <a:rPr lang="en-US" sz="2200" dirty="0" err="1"/>
                <a:t>mintalah</a:t>
              </a:r>
              <a:r>
                <a:rPr lang="en-US" sz="2200" dirty="0"/>
                <a:t> </a:t>
              </a:r>
              <a:r>
                <a:rPr lang="en-US" sz="2200" dirty="0" err="1"/>
                <a:t>mereka</a:t>
              </a:r>
              <a:r>
                <a:rPr lang="en-US" sz="2200" dirty="0"/>
                <a:t> </a:t>
              </a:r>
              <a:r>
                <a:rPr lang="en-US" sz="2200" dirty="0" err="1"/>
                <a:t>mensharingkan</a:t>
              </a:r>
              <a:r>
                <a:rPr lang="en-US" sz="2200" dirty="0"/>
                <a:t> di </a:t>
              </a:r>
              <a:r>
                <a:rPr lang="en-US" sz="2200" dirty="0" err="1"/>
                <a:t>kelompoknya</a:t>
              </a:r>
              <a:r>
                <a:rPr lang="en-US" sz="2200" dirty="0"/>
                <a:t> </a:t>
              </a:r>
              <a:r>
                <a:rPr lang="en-US" sz="2200" dirty="0" err="1"/>
                <a:t>masing-masing</a:t>
              </a:r>
              <a:r>
                <a:rPr lang="en-US" sz="2200" dirty="0"/>
                <a:t>. </a:t>
              </a:r>
            </a:p>
            <a:p>
              <a:pPr marL="342900" lvl="1" indent="-342900" algn="l" defTabSz="2400300">
                <a:lnSpc>
                  <a:spcPct val="90000"/>
                </a:lnSpc>
                <a:spcBef>
                  <a:spcPct val="0"/>
                </a:spcBef>
                <a:spcAft>
                  <a:spcPct val="15000"/>
                </a:spcAft>
                <a:buFont typeface="+mj-lt"/>
                <a:buAutoNum type="arabicPeriod"/>
              </a:pPr>
              <a:r>
                <a:rPr lang="en-US" sz="2200" kern="1200" dirty="0" err="1"/>
                <a:t>Fasilitator</a:t>
              </a:r>
              <a:r>
                <a:rPr lang="en-US" sz="2200" kern="1200" dirty="0"/>
                <a:t> </a:t>
              </a:r>
              <a:r>
                <a:rPr lang="en-US" sz="2200" kern="1200" dirty="0" err="1"/>
                <a:t>memand</a:t>
              </a:r>
              <a:r>
                <a:rPr lang="en-US" sz="2200" dirty="0" err="1"/>
                <a:t>u</a:t>
              </a:r>
              <a:r>
                <a:rPr lang="en-US" sz="2200" dirty="0"/>
                <a:t> </a:t>
              </a:r>
              <a:r>
                <a:rPr lang="en-US" sz="2200" dirty="0" err="1"/>
                <a:t>diskusi</a:t>
              </a:r>
              <a:r>
                <a:rPr lang="en-US" sz="2200" dirty="0"/>
                <a:t> </a:t>
              </a:r>
              <a:r>
                <a:rPr lang="en-US" sz="2200" dirty="0" err="1"/>
                <a:t>dan</a:t>
              </a:r>
              <a:r>
                <a:rPr lang="en-US" sz="2200" dirty="0"/>
                <a:t> </a:t>
              </a:r>
              <a:r>
                <a:rPr lang="en-US" sz="2200" dirty="0" err="1"/>
                <a:t>mengajak</a:t>
              </a:r>
              <a:r>
                <a:rPr lang="en-US" sz="2200" dirty="0"/>
                <a:t> </a:t>
              </a:r>
              <a:r>
                <a:rPr lang="en-US" sz="2200" dirty="0" err="1"/>
                <a:t>peserta</a:t>
              </a:r>
              <a:r>
                <a:rPr lang="en-US" sz="2200" dirty="0"/>
                <a:t> </a:t>
              </a:r>
              <a:r>
                <a:rPr lang="en-US" sz="2200" dirty="0" err="1"/>
                <a:t>untuk</a:t>
              </a:r>
              <a:r>
                <a:rPr lang="en-US" sz="2200" dirty="0"/>
                <a:t> </a:t>
              </a:r>
              <a:r>
                <a:rPr lang="en-US" sz="2200" dirty="0" err="1"/>
                <a:t>membuat</a:t>
              </a:r>
              <a:r>
                <a:rPr lang="en-US" sz="2200" dirty="0"/>
                <a:t> </a:t>
              </a:r>
              <a:r>
                <a:rPr lang="en-US" sz="2200" dirty="0" err="1"/>
                <a:t>kesimpulan</a:t>
              </a:r>
              <a:r>
                <a:rPr lang="en-US" sz="2200" dirty="0"/>
                <a:t> </a:t>
              </a:r>
              <a:r>
                <a:rPr lang="en-US" sz="2200" dirty="0" err="1"/>
                <a:t>dari</a:t>
              </a:r>
              <a:r>
                <a:rPr lang="en-US" sz="2200" dirty="0"/>
                <a:t> </a:t>
              </a:r>
              <a:r>
                <a:rPr lang="en-US" sz="2200" dirty="0" err="1"/>
                <a:t>aktivitas</a:t>
              </a:r>
              <a:r>
                <a:rPr lang="en-US" sz="2200" dirty="0"/>
                <a:t> </a:t>
              </a:r>
              <a:r>
                <a:rPr lang="en-US" sz="2200" dirty="0" err="1"/>
                <a:t>ini</a:t>
              </a:r>
              <a:endParaRPr lang="en-US" sz="2200" dirty="0"/>
            </a:p>
            <a:p>
              <a:pPr marL="342900" lvl="1" indent="-342900" algn="l" defTabSz="2400300">
                <a:lnSpc>
                  <a:spcPct val="90000"/>
                </a:lnSpc>
                <a:spcBef>
                  <a:spcPct val="0"/>
                </a:spcBef>
                <a:spcAft>
                  <a:spcPct val="15000"/>
                </a:spcAft>
                <a:buFont typeface="+mj-lt"/>
                <a:buAutoNum type="arabicPeriod"/>
              </a:pPr>
              <a:endParaRPr lang="en-US" sz="1600" kern="1200" dirty="0"/>
            </a:p>
          </p:txBody>
        </p:sp>
      </p:grpSp>
    </p:spTree>
    <p:extLst>
      <p:ext uri="{BB962C8B-B14F-4D97-AF65-F5344CB8AC3E}">
        <p14:creationId xmlns:p14="http://schemas.microsoft.com/office/powerpoint/2010/main" val="3529737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7"/>
            <a:ext cx="11623964" cy="1469899"/>
            <a:chOff x="0" y="40021"/>
            <a:chExt cx="11623964" cy="1555201"/>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40021"/>
              <a:ext cx="11623964" cy="15552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ts val="516"/>
                </a:spcAft>
                <a:buNone/>
              </a:pPr>
              <a:r>
                <a:rPr lang="en-US" sz="4000" b="1" kern="1200" dirty="0" err="1"/>
                <a:t>Penjelasan</a:t>
              </a:r>
              <a:r>
                <a:rPr lang="en-US" sz="4000" b="1" kern="1200" dirty="0"/>
                <a:t> </a:t>
              </a:r>
              <a:r>
                <a:rPr lang="en-US" sz="4000" b="1" kern="1200" dirty="0" err="1"/>
                <a:t>Langkah</a:t>
              </a:r>
              <a:r>
                <a:rPr lang="en-US" sz="4000" b="1" kern="1200" dirty="0"/>
                <a:t> 1: </a:t>
              </a:r>
            </a:p>
            <a:p>
              <a:pPr marL="0" lvl="0" indent="0" algn="ctr" defTabSz="2400300">
                <a:lnSpc>
                  <a:spcPct val="90000"/>
                </a:lnSpc>
                <a:spcBef>
                  <a:spcPct val="0"/>
                </a:spcBef>
                <a:spcAft>
                  <a:spcPts val="516"/>
                </a:spcAft>
                <a:buNone/>
              </a:pPr>
              <a:r>
                <a:rPr lang="en-US" sz="4000" b="1" kern="1200" dirty="0" err="1"/>
                <a:t>Konsep</a:t>
              </a:r>
              <a:r>
                <a:rPr lang="en-US" sz="4000" b="1" kern="1200" dirty="0"/>
                <a:t> </a:t>
              </a:r>
              <a:r>
                <a:rPr lang="en-US" sz="4000" b="1" kern="1200" dirty="0" err="1"/>
                <a:t>Diri</a:t>
              </a:r>
              <a:r>
                <a:rPr lang="en-US" sz="4000" b="1" kern="1200" dirty="0"/>
                <a:t> Yang </a:t>
              </a:r>
              <a:r>
                <a:rPr lang="en-US" sz="4000" b="1" kern="1200" dirty="0" err="1"/>
                <a:t>Sehat</a:t>
              </a:r>
              <a:endParaRPr lang="en-US" sz="4000" b="1" kern="1200" dirty="0"/>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38317"/>
            <a:ext cx="11623964" cy="4860426"/>
            <a:chOff x="0" y="1499098"/>
            <a:chExt cx="11623964" cy="4543024"/>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499098"/>
              <a:ext cx="11623964" cy="43349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l" defTabSz="2400300">
                <a:lnSpc>
                  <a:spcPct val="90000"/>
                </a:lnSpc>
                <a:spcBef>
                  <a:spcPct val="0"/>
                </a:spcBef>
                <a:spcAft>
                  <a:spcPct val="15000"/>
                </a:spcAft>
              </a:pPr>
              <a:endParaRPr lang="en-US" sz="1600" dirty="0"/>
            </a:p>
            <a:p>
              <a:pPr marL="342900" lvl="1" indent="-342900" algn="l" defTabSz="2400300">
                <a:lnSpc>
                  <a:spcPct val="90000"/>
                </a:lnSpc>
                <a:spcBef>
                  <a:spcPct val="0"/>
                </a:spcBef>
                <a:spcAft>
                  <a:spcPct val="15000"/>
                </a:spcAft>
                <a:buFont typeface="+mj-lt"/>
                <a:buAutoNum type="arabicPeriod"/>
              </a:pPr>
              <a:endParaRPr lang="en-US" sz="1600" kern="1200" dirty="0"/>
            </a:p>
            <a:p>
              <a:pPr marL="342900" lvl="1" indent="-342900" algn="l" defTabSz="2400300">
                <a:lnSpc>
                  <a:spcPct val="90000"/>
                </a:lnSpc>
                <a:spcBef>
                  <a:spcPct val="0"/>
                </a:spcBef>
                <a:spcAft>
                  <a:spcPct val="15000"/>
                </a:spcAft>
                <a:buFont typeface="+mj-lt"/>
                <a:buAutoNum type="arabicPeriod" startAt="6"/>
              </a:pPr>
              <a:r>
                <a:rPr lang="en-US" sz="2400" dirty="0" err="1"/>
                <a:t>Aktivitas</a:t>
              </a:r>
              <a:r>
                <a:rPr lang="en-US" sz="2400" dirty="0"/>
                <a:t> “</a:t>
              </a:r>
              <a:r>
                <a:rPr lang="en-US" sz="2400" dirty="0" err="1"/>
                <a:t>Memahami</a:t>
              </a:r>
              <a:r>
                <a:rPr lang="en-US" sz="2400" dirty="0"/>
                <a:t> </a:t>
              </a:r>
              <a:r>
                <a:rPr lang="en-US" sz="2400" dirty="0" err="1"/>
                <a:t>Kelebihan</a:t>
              </a:r>
              <a:r>
                <a:rPr lang="en-US" sz="2400" dirty="0"/>
                <a:t> </a:t>
              </a:r>
              <a:r>
                <a:rPr lang="en-US" sz="2400" dirty="0" err="1"/>
                <a:t>dan</a:t>
              </a:r>
              <a:r>
                <a:rPr lang="en-US" sz="2400" dirty="0"/>
                <a:t> </a:t>
              </a:r>
              <a:r>
                <a:rPr lang="en-US" sz="2400" dirty="0" err="1"/>
                <a:t>Kekurangan</a:t>
              </a:r>
              <a:r>
                <a:rPr lang="en-US" sz="2400" dirty="0"/>
                <a:t> </a:t>
              </a:r>
              <a:r>
                <a:rPr lang="en-US" sz="2400" dirty="0" err="1"/>
                <a:t>Diri</a:t>
              </a:r>
              <a:r>
                <a:rPr lang="en-US" sz="2400" dirty="0"/>
                <a:t>”. </a:t>
              </a:r>
              <a:r>
                <a:rPr lang="en-US" sz="2400" dirty="0" err="1"/>
                <a:t>Jelaskan</a:t>
              </a:r>
              <a:r>
                <a:rPr lang="en-US" sz="2400" dirty="0"/>
                <a:t> </a:t>
              </a:r>
              <a:r>
                <a:rPr lang="en-US" sz="2400" dirty="0" err="1"/>
                <a:t>tujuan</a:t>
              </a:r>
              <a:r>
                <a:rPr lang="en-US" sz="2400" dirty="0"/>
                <a:t> </a:t>
              </a:r>
              <a:r>
                <a:rPr lang="en-US" sz="2400" dirty="0" err="1"/>
                <a:t>dari</a:t>
              </a:r>
              <a:r>
                <a:rPr lang="en-US" sz="2400" dirty="0"/>
                <a:t> </a:t>
              </a:r>
              <a:r>
                <a:rPr lang="en-US" sz="2400" dirty="0" err="1"/>
                <a:t>aktivitas</a:t>
              </a:r>
              <a:r>
                <a:rPr lang="en-US" sz="2400" dirty="0"/>
                <a:t> </a:t>
              </a:r>
              <a:r>
                <a:rPr lang="en-US" sz="2400" dirty="0" err="1"/>
                <a:t>ini</a:t>
              </a:r>
              <a:r>
                <a:rPr lang="en-US" sz="2400" dirty="0"/>
                <a:t>, </a:t>
              </a:r>
              <a:r>
                <a:rPr lang="en-US" sz="2400" dirty="0" err="1"/>
                <a:t>yaitu</a:t>
              </a:r>
              <a:r>
                <a:rPr lang="en-US" sz="2400" dirty="0"/>
                <a:t> </a:t>
              </a:r>
              <a:r>
                <a:rPr lang="en-US" sz="2400" dirty="0" err="1"/>
                <a:t>membuat</a:t>
              </a:r>
              <a:r>
                <a:rPr lang="en-US" sz="2400" dirty="0"/>
                <a:t> </a:t>
              </a:r>
              <a:r>
                <a:rPr lang="en-US" sz="2400" dirty="0" err="1"/>
                <a:t>peserta</a:t>
              </a:r>
              <a:r>
                <a:rPr lang="en-US" sz="2400" dirty="0"/>
                <a:t> </a:t>
              </a:r>
              <a:r>
                <a:rPr lang="en-US" sz="2400" dirty="0" err="1"/>
                <a:t>mengenal</a:t>
              </a:r>
              <a:r>
                <a:rPr lang="en-US" sz="2400" dirty="0"/>
                <a:t> </a:t>
              </a:r>
              <a:r>
                <a:rPr lang="en-US" sz="2400" dirty="0" err="1"/>
                <a:t>dan</a:t>
              </a:r>
              <a:r>
                <a:rPr lang="en-US" sz="2400" dirty="0"/>
                <a:t> </a:t>
              </a:r>
              <a:r>
                <a:rPr lang="en-US" sz="2400" dirty="0" err="1"/>
                <a:t>memahami</a:t>
              </a:r>
              <a:r>
                <a:rPr lang="en-US" sz="2400" dirty="0"/>
                <a:t> </a:t>
              </a:r>
              <a:r>
                <a:rPr lang="en-US" sz="2400" dirty="0" err="1"/>
                <a:t>diri</a:t>
              </a:r>
              <a:r>
                <a:rPr lang="en-US" sz="2400" dirty="0"/>
                <a:t> </a:t>
              </a:r>
              <a:r>
                <a:rPr lang="en-US" sz="2400" dirty="0" err="1"/>
                <a:t>secara</a:t>
              </a:r>
              <a:r>
                <a:rPr lang="en-US" sz="2400" dirty="0"/>
                <a:t> </a:t>
              </a:r>
              <a:r>
                <a:rPr lang="en-US" sz="2400" dirty="0" err="1"/>
                <a:t>lebih</a:t>
              </a:r>
              <a:r>
                <a:rPr lang="en-US" sz="2400" dirty="0"/>
                <a:t> </a:t>
              </a:r>
              <a:r>
                <a:rPr lang="en-US" sz="2400" dirty="0" err="1"/>
                <a:t>mendalam</a:t>
              </a:r>
              <a:r>
                <a:rPr lang="en-US" sz="2400" dirty="0"/>
                <a:t> </a:t>
              </a:r>
              <a:r>
                <a:rPr lang="en-US" sz="2400" dirty="0" err="1"/>
                <a:t>terkait</a:t>
              </a:r>
              <a:r>
                <a:rPr lang="en-US" sz="2400" dirty="0"/>
                <a:t> </a:t>
              </a:r>
              <a:r>
                <a:rPr lang="en-US" sz="2400" dirty="0" err="1"/>
                <a:t>dengan</a:t>
              </a:r>
              <a:r>
                <a:rPr lang="en-US" sz="2400" dirty="0"/>
                <a:t> </a:t>
              </a:r>
              <a:r>
                <a:rPr lang="en-US" sz="2400" dirty="0" err="1"/>
                <a:t>kelebihan</a:t>
              </a:r>
              <a:r>
                <a:rPr lang="en-US" sz="2400" dirty="0"/>
                <a:t> </a:t>
              </a:r>
              <a:r>
                <a:rPr lang="en-US" sz="2400" dirty="0" err="1"/>
                <a:t>dan</a:t>
              </a:r>
              <a:r>
                <a:rPr lang="en-US" sz="2400" dirty="0"/>
                <a:t> </a:t>
              </a:r>
              <a:r>
                <a:rPr lang="en-US" sz="2400" dirty="0" err="1"/>
                <a:t>kekurangan</a:t>
              </a:r>
              <a:r>
                <a:rPr lang="en-US" sz="2400" dirty="0"/>
                <a:t> yang </a:t>
              </a:r>
              <a:r>
                <a:rPr lang="en-US" sz="2400" dirty="0" err="1"/>
                <a:t>dimilikinya</a:t>
              </a:r>
              <a:r>
                <a:rPr lang="en-US" sz="2400" dirty="0"/>
                <a:t>. </a:t>
              </a:r>
            </a:p>
            <a:p>
              <a:pPr marL="342900" lvl="1" indent="-342900" defTabSz="2400300">
                <a:lnSpc>
                  <a:spcPct val="90000"/>
                </a:lnSpc>
                <a:spcBef>
                  <a:spcPct val="0"/>
                </a:spcBef>
                <a:spcAft>
                  <a:spcPct val="15000"/>
                </a:spcAft>
                <a:buFont typeface="+mj-lt"/>
                <a:buAutoNum type="arabicPeriod" startAt="6"/>
              </a:pPr>
              <a:r>
                <a:rPr lang="en-US" sz="2400" kern="1200" dirty="0" err="1"/>
                <a:t>Dengan</a:t>
              </a:r>
              <a:r>
                <a:rPr lang="en-US" sz="2400" kern="1200" dirty="0"/>
                <a:t> </a:t>
              </a:r>
              <a:r>
                <a:rPr lang="en-US" sz="2400" kern="1200" dirty="0" err="1"/>
                <a:t>tetap</a:t>
              </a:r>
              <a:r>
                <a:rPr lang="en-US" sz="2400" kern="1200" dirty="0"/>
                <a:t> di </a:t>
              </a:r>
              <a:r>
                <a:rPr lang="en-US" sz="2400" kern="1200" dirty="0" err="1"/>
                <a:t>kelompoknya</a:t>
              </a:r>
              <a:r>
                <a:rPr lang="en-US" sz="2400" kern="1200" dirty="0"/>
                <a:t> </a:t>
              </a:r>
              <a:r>
                <a:rPr lang="en-US" sz="2400" kern="1200" dirty="0" err="1"/>
                <a:t>masing-masing</a:t>
              </a:r>
              <a:r>
                <a:rPr lang="en-US" sz="2400" kern="1200" dirty="0"/>
                <a:t>, </a:t>
              </a:r>
              <a:r>
                <a:rPr lang="en-US" sz="2400" kern="1200" dirty="0" err="1"/>
                <a:t>peserta</a:t>
              </a:r>
              <a:r>
                <a:rPr lang="en-US" sz="2400" kern="1200" dirty="0"/>
                <a:t> </a:t>
              </a:r>
              <a:r>
                <a:rPr lang="en-US" sz="2400" kern="1200" dirty="0" err="1"/>
                <a:t>dibagikan</a:t>
              </a:r>
              <a:r>
                <a:rPr lang="en-US" sz="2400" kern="1200" dirty="0"/>
                <a:t> instrument 2 (</a:t>
              </a:r>
              <a:r>
                <a:rPr lang="en-US" sz="2400" kern="1200" dirty="0" err="1"/>
                <a:t>Memahami</a:t>
              </a:r>
              <a:r>
                <a:rPr lang="en-US" sz="2400" kern="1200" dirty="0"/>
                <a:t> </a:t>
              </a:r>
              <a:r>
                <a:rPr lang="en-US" sz="2400" kern="1200" dirty="0" err="1"/>
                <a:t>Kelebihan</a:t>
              </a:r>
              <a:r>
                <a:rPr lang="en-US" sz="2400" kern="1200" dirty="0"/>
                <a:t> </a:t>
              </a:r>
              <a:r>
                <a:rPr lang="en-US" sz="2400" kern="1200" dirty="0" err="1"/>
                <a:t>dan</a:t>
              </a:r>
              <a:r>
                <a:rPr lang="en-US" sz="2400" kern="1200" dirty="0"/>
                <a:t> </a:t>
              </a:r>
              <a:r>
                <a:rPr lang="en-US" sz="2400" kern="1200" dirty="0" err="1"/>
                <a:t>Kekurangan</a:t>
              </a:r>
              <a:r>
                <a:rPr lang="en-US" sz="2400" kern="1200" dirty="0"/>
                <a:t> </a:t>
              </a:r>
              <a:r>
                <a:rPr lang="en-US" sz="2400" kern="1200" dirty="0" err="1"/>
                <a:t>Diri</a:t>
              </a:r>
              <a:r>
                <a:rPr lang="en-US" sz="2400" kern="1200" dirty="0"/>
                <a:t>). </a:t>
              </a:r>
              <a:r>
                <a:rPr lang="en-US" sz="2400" kern="1200" dirty="0" err="1"/>
                <a:t>Mintalah</a:t>
              </a:r>
              <a:r>
                <a:rPr lang="en-US" sz="2400" kern="1200" dirty="0"/>
                <a:t> </a:t>
              </a:r>
              <a:r>
                <a:rPr lang="en-US" sz="2400" kern="1200" dirty="0" err="1"/>
                <a:t>peserta</a:t>
              </a:r>
              <a:r>
                <a:rPr lang="en-US" sz="2400" kern="1200" dirty="0"/>
                <a:t> </a:t>
              </a:r>
              <a:r>
                <a:rPr lang="en-US" sz="2400" kern="1200" dirty="0" err="1"/>
                <a:t>merenungkan</a:t>
              </a:r>
              <a:r>
                <a:rPr lang="en-US" sz="2400" kern="1200" dirty="0"/>
                <a:t> </a:t>
              </a:r>
              <a:r>
                <a:rPr lang="en-US" sz="2400" kern="1200" dirty="0" err="1"/>
                <a:t>sejenak</a:t>
              </a:r>
              <a:r>
                <a:rPr lang="en-US" sz="2400" kern="1200" dirty="0"/>
                <a:t> </a:t>
              </a:r>
              <a:r>
                <a:rPr lang="en-US" sz="2400" kern="1200" dirty="0" err="1"/>
                <a:t>dan</a:t>
              </a:r>
              <a:r>
                <a:rPr lang="en-US" sz="2400" kern="1200" dirty="0"/>
                <a:t> </a:t>
              </a:r>
              <a:r>
                <a:rPr lang="en-US" sz="2400" kern="1200" dirty="0" err="1"/>
                <a:t>mengisinya</a:t>
              </a:r>
              <a:r>
                <a:rPr lang="en-US" sz="2400" kern="1200" dirty="0"/>
                <a:t>. </a:t>
              </a:r>
              <a:r>
                <a:rPr lang="en-US" sz="2400" dirty="0" err="1"/>
                <a:t>Setelah</a:t>
              </a:r>
              <a:r>
                <a:rPr lang="en-US" sz="2400" dirty="0"/>
                <a:t> </a:t>
              </a:r>
              <a:r>
                <a:rPr lang="en-US" sz="2400" dirty="0" err="1"/>
                <a:t>peserta</a:t>
              </a:r>
              <a:r>
                <a:rPr lang="en-US" sz="2400" dirty="0"/>
                <a:t> </a:t>
              </a:r>
              <a:r>
                <a:rPr lang="en-US" sz="2400" dirty="0" err="1"/>
                <a:t>selesai</a:t>
              </a:r>
              <a:r>
                <a:rPr lang="en-US" sz="2400" dirty="0"/>
                <a:t> </a:t>
              </a:r>
              <a:r>
                <a:rPr lang="en-US" sz="2400" dirty="0" err="1"/>
                <a:t>mengisi</a:t>
              </a:r>
              <a:r>
                <a:rPr lang="en-US" sz="2400" dirty="0"/>
                <a:t>, </a:t>
              </a:r>
              <a:r>
                <a:rPr lang="en-US" sz="2400" dirty="0" err="1"/>
                <a:t>mintalah</a:t>
              </a:r>
              <a:r>
                <a:rPr lang="en-US" sz="2400" dirty="0"/>
                <a:t> </a:t>
              </a:r>
              <a:r>
                <a:rPr lang="en-US" sz="2400" dirty="0" err="1"/>
                <a:t>mereka</a:t>
              </a:r>
              <a:r>
                <a:rPr lang="en-US" sz="2400" dirty="0"/>
                <a:t> </a:t>
              </a:r>
              <a:r>
                <a:rPr lang="en-US" sz="2400" dirty="0" err="1"/>
                <a:t>mensharingkan</a:t>
              </a:r>
              <a:r>
                <a:rPr lang="en-US" sz="2400" dirty="0"/>
                <a:t> di </a:t>
              </a:r>
              <a:r>
                <a:rPr lang="en-US" sz="2400" dirty="0" err="1"/>
                <a:t>kelompoknya</a:t>
              </a:r>
              <a:r>
                <a:rPr lang="en-US" sz="2400" dirty="0"/>
                <a:t> </a:t>
              </a:r>
              <a:r>
                <a:rPr lang="en-US" sz="2400" dirty="0" err="1"/>
                <a:t>masing-masing</a:t>
              </a:r>
              <a:r>
                <a:rPr lang="en-US" sz="2400" dirty="0"/>
                <a:t>. </a:t>
              </a:r>
            </a:p>
            <a:p>
              <a:pPr marL="342900" lvl="1" indent="-342900" defTabSz="2400300">
                <a:lnSpc>
                  <a:spcPct val="90000"/>
                </a:lnSpc>
                <a:spcBef>
                  <a:spcPct val="0"/>
                </a:spcBef>
                <a:spcAft>
                  <a:spcPct val="15000"/>
                </a:spcAft>
                <a:buFont typeface="+mj-lt"/>
                <a:buAutoNum type="arabicPeriod" startAt="6"/>
              </a:pPr>
              <a:r>
                <a:rPr lang="en-US" sz="2400" kern="1200" dirty="0" err="1"/>
                <a:t>Ajak</a:t>
              </a:r>
              <a:r>
                <a:rPr lang="en-US" sz="2400" kern="1200" dirty="0"/>
                <a:t> </a:t>
              </a:r>
              <a:r>
                <a:rPr lang="en-US" sz="2400" kern="1200" dirty="0" err="1"/>
                <a:t>peserta</a:t>
              </a:r>
              <a:r>
                <a:rPr lang="en-US" sz="2400" kern="1200" dirty="0"/>
                <a:t> </a:t>
              </a:r>
              <a:r>
                <a:rPr lang="en-US" sz="2400" kern="1200" dirty="0" err="1"/>
                <a:t>untuk</a:t>
              </a:r>
              <a:r>
                <a:rPr lang="en-US" sz="2400" kern="1200" dirty="0"/>
                <a:t> </a:t>
              </a:r>
              <a:r>
                <a:rPr lang="en-US" sz="2400" kern="1200" dirty="0" err="1"/>
                <a:t>diskusi</a:t>
              </a:r>
              <a:r>
                <a:rPr lang="en-US" sz="2400" kern="1200" dirty="0"/>
                <a:t> </a:t>
              </a:r>
              <a:r>
                <a:rPr lang="en-US" sz="2400" kern="1200" dirty="0" err="1"/>
                <a:t>interaktif</a:t>
              </a:r>
              <a:r>
                <a:rPr lang="en-US" sz="2400" dirty="0"/>
                <a:t>, </a:t>
              </a:r>
              <a:r>
                <a:rPr lang="en-US" sz="2400" dirty="0" err="1"/>
                <a:t>tanya</a:t>
              </a:r>
              <a:r>
                <a:rPr lang="en-US" sz="2400" dirty="0"/>
                <a:t> </a:t>
              </a:r>
              <a:r>
                <a:rPr lang="en-US" sz="2400" dirty="0" err="1"/>
                <a:t>jawab</a:t>
              </a:r>
              <a:r>
                <a:rPr lang="en-US" sz="2400" dirty="0"/>
                <a:t> </a:t>
              </a:r>
              <a:r>
                <a:rPr lang="en-US" sz="2400" dirty="0" err="1"/>
                <a:t>dan</a:t>
              </a:r>
              <a:r>
                <a:rPr lang="en-US" sz="2400" dirty="0"/>
                <a:t> </a:t>
              </a:r>
              <a:r>
                <a:rPr lang="en-US" sz="2400" dirty="0" err="1"/>
                <a:t>membuat</a:t>
              </a:r>
              <a:r>
                <a:rPr lang="en-US" sz="2400" dirty="0"/>
                <a:t> </a:t>
              </a:r>
              <a:r>
                <a:rPr lang="en-US" sz="2400" dirty="0" err="1"/>
                <a:t>kesimpulan</a:t>
              </a:r>
              <a:r>
                <a:rPr lang="en-US" sz="2400" dirty="0"/>
                <a:t>.</a:t>
              </a:r>
              <a:endParaRPr lang="en-US" sz="2400" kern="1200" dirty="0"/>
            </a:p>
          </p:txBody>
        </p:sp>
      </p:grpSp>
    </p:spTree>
    <p:extLst>
      <p:ext uri="{BB962C8B-B14F-4D97-AF65-F5344CB8AC3E}">
        <p14:creationId xmlns:p14="http://schemas.microsoft.com/office/powerpoint/2010/main" val="3032764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32C8A-86D8-EE4F-89B5-EB402BC2427D}"/>
              </a:ext>
            </a:extLst>
          </p:cNvPr>
          <p:cNvGrpSpPr/>
          <p:nvPr/>
        </p:nvGrpSpPr>
        <p:grpSpPr>
          <a:xfrm>
            <a:off x="256309" y="1482436"/>
            <a:ext cx="3401291" cy="1842656"/>
            <a:chOff x="0" y="1595222"/>
            <a:chExt cx="11623964" cy="4446900"/>
          </a:xfrm>
        </p:grpSpPr>
        <p:sp>
          <p:nvSpPr>
            <p:cNvPr id="9" name="Rectangle 8">
              <a:extLst>
                <a:ext uri="{FF2B5EF4-FFF2-40B4-BE49-F238E27FC236}">
                  <a16:creationId xmlns:a16="http://schemas.microsoft.com/office/drawing/2014/main" id="{D608954B-8818-F447-AB09-AFD85E714CA4}"/>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10" name="TextBox 9">
              <a:extLst>
                <a:ext uri="{FF2B5EF4-FFF2-40B4-BE49-F238E27FC236}">
                  <a16:creationId xmlns:a16="http://schemas.microsoft.com/office/drawing/2014/main" id="{7741C17B-1B38-144F-BCE2-B02AEEF148F3}"/>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ctr" defTabSz="2400300">
                <a:lnSpc>
                  <a:spcPct val="150000"/>
                </a:lnSpc>
                <a:spcBef>
                  <a:spcPct val="0"/>
                </a:spcBef>
                <a:spcAft>
                  <a:spcPct val="15000"/>
                </a:spcAft>
              </a:pPr>
              <a:r>
                <a:rPr lang="en-US" b="1" dirty="0"/>
                <a:t>Hobby </a:t>
              </a:r>
              <a:r>
                <a:rPr lang="en-US" b="1" dirty="0" err="1"/>
                <a:t>saya</a:t>
              </a:r>
              <a:r>
                <a:rPr lang="en-US" b="1" dirty="0"/>
                <a:t> </a:t>
              </a:r>
              <a:r>
                <a:rPr lang="en-US" b="1" dirty="0" err="1"/>
                <a:t>adalah</a:t>
              </a:r>
              <a:r>
                <a:rPr lang="en-US" b="1" dirty="0"/>
                <a:t>:</a:t>
              </a:r>
              <a:r>
                <a:rPr lang="en-US" sz="1600" dirty="0"/>
                <a:t> </a:t>
              </a:r>
            </a:p>
            <a:p>
              <a:pPr marL="0" lvl="1" algn="ctr" defTabSz="2400300">
                <a:lnSpc>
                  <a:spcPct val="150000"/>
                </a:lnSpc>
                <a:spcBef>
                  <a:spcPct val="0"/>
                </a:spcBef>
                <a:spcAft>
                  <a:spcPct val="15000"/>
                </a:spcAft>
              </a:pPr>
              <a:r>
                <a:rPr lang="en-US" sz="1600" dirty="0"/>
                <a:t>………………….…….……...</a:t>
              </a:r>
              <a:endParaRPr lang="en-US" sz="1700" kern="1200" dirty="0"/>
            </a:p>
          </p:txBody>
        </p:sp>
      </p:grpSp>
      <p:grpSp>
        <p:nvGrpSpPr>
          <p:cNvPr id="11" name="Group 10">
            <a:extLst>
              <a:ext uri="{FF2B5EF4-FFF2-40B4-BE49-F238E27FC236}">
                <a16:creationId xmlns:a16="http://schemas.microsoft.com/office/drawing/2014/main" id="{D9108F2E-3F10-BA4F-812D-0886304F6F53}"/>
              </a:ext>
            </a:extLst>
          </p:cNvPr>
          <p:cNvGrpSpPr/>
          <p:nvPr/>
        </p:nvGrpSpPr>
        <p:grpSpPr>
          <a:xfrm>
            <a:off x="4367645" y="1482436"/>
            <a:ext cx="3401291" cy="1842656"/>
            <a:chOff x="0" y="1595222"/>
            <a:chExt cx="11623964" cy="4446900"/>
          </a:xfrm>
        </p:grpSpPr>
        <p:sp>
          <p:nvSpPr>
            <p:cNvPr id="12" name="Rectangle 11">
              <a:extLst>
                <a:ext uri="{FF2B5EF4-FFF2-40B4-BE49-F238E27FC236}">
                  <a16:creationId xmlns:a16="http://schemas.microsoft.com/office/drawing/2014/main" id="{14405913-925A-0347-90E5-038A86B8E5A5}"/>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13" name="TextBox 12">
              <a:extLst>
                <a:ext uri="{FF2B5EF4-FFF2-40B4-BE49-F238E27FC236}">
                  <a16:creationId xmlns:a16="http://schemas.microsoft.com/office/drawing/2014/main" id="{8A66B5B2-93B0-5249-A9FA-0CF7A0CD8BAF}"/>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algn="ctr">
                <a:lnSpc>
                  <a:spcPct val="150000"/>
                </a:lnSpc>
              </a:pPr>
              <a:r>
                <a:rPr lang="en-US" b="1" dirty="0" err="1"/>
                <a:t>Kelebihan</a:t>
              </a:r>
              <a:r>
                <a:rPr lang="en-US" b="1" dirty="0"/>
                <a:t> </a:t>
              </a:r>
              <a:r>
                <a:rPr lang="en-US" b="1" dirty="0" err="1"/>
                <a:t>saya</a:t>
              </a:r>
              <a:r>
                <a:rPr lang="en-US" b="1" dirty="0"/>
                <a:t> </a:t>
              </a:r>
              <a:r>
                <a:rPr lang="en-US" b="1" dirty="0" err="1"/>
                <a:t>adalah</a:t>
              </a:r>
              <a:r>
                <a:rPr lang="en-US" b="1" dirty="0"/>
                <a:t>: </a:t>
              </a:r>
              <a:endParaRPr lang="en-US" sz="1600" dirty="0"/>
            </a:p>
            <a:p>
              <a:pPr marL="0" lvl="1" algn="ctr" defTabSz="2400300">
                <a:lnSpc>
                  <a:spcPct val="150000"/>
                </a:lnSpc>
                <a:spcBef>
                  <a:spcPct val="0"/>
                </a:spcBef>
                <a:spcAft>
                  <a:spcPct val="15000"/>
                </a:spcAft>
              </a:pPr>
              <a:r>
                <a:rPr lang="en-US" sz="1600" dirty="0"/>
                <a:t>………………………………..</a:t>
              </a:r>
              <a:endParaRPr lang="en-US" sz="1700" kern="1200" dirty="0"/>
            </a:p>
          </p:txBody>
        </p:sp>
      </p:grpSp>
      <p:grpSp>
        <p:nvGrpSpPr>
          <p:cNvPr id="14" name="Group 13">
            <a:extLst>
              <a:ext uri="{FF2B5EF4-FFF2-40B4-BE49-F238E27FC236}">
                <a16:creationId xmlns:a16="http://schemas.microsoft.com/office/drawing/2014/main" id="{8557829D-DA13-AC4C-BFE3-E8BBA281599E}"/>
              </a:ext>
            </a:extLst>
          </p:cNvPr>
          <p:cNvGrpSpPr/>
          <p:nvPr/>
        </p:nvGrpSpPr>
        <p:grpSpPr>
          <a:xfrm>
            <a:off x="8478982" y="1482436"/>
            <a:ext cx="3401291" cy="1842656"/>
            <a:chOff x="0" y="1595222"/>
            <a:chExt cx="11623964" cy="4446900"/>
          </a:xfrm>
        </p:grpSpPr>
        <p:sp>
          <p:nvSpPr>
            <p:cNvPr id="15" name="Rectangle 14">
              <a:extLst>
                <a:ext uri="{FF2B5EF4-FFF2-40B4-BE49-F238E27FC236}">
                  <a16:creationId xmlns:a16="http://schemas.microsoft.com/office/drawing/2014/main" id="{9CCB49E4-88E0-E54E-8085-7ED8819CBB4B}"/>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16" name="TextBox 15">
              <a:extLst>
                <a:ext uri="{FF2B5EF4-FFF2-40B4-BE49-F238E27FC236}">
                  <a16:creationId xmlns:a16="http://schemas.microsoft.com/office/drawing/2014/main" id="{D20F7FE4-68BF-B949-ADCC-F0DB54FA68B9}"/>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defTabSz="2400300">
                <a:lnSpc>
                  <a:spcPct val="150000"/>
                </a:lnSpc>
                <a:spcBef>
                  <a:spcPct val="0"/>
                </a:spcBef>
                <a:spcAft>
                  <a:spcPct val="15000"/>
                </a:spcAft>
              </a:pPr>
              <a:r>
                <a:rPr lang="en-US" sz="1600" b="1" dirty="0" err="1"/>
                <a:t>Sifat</a:t>
              </a:r>
              <a:r>
                <a:rPr lang="en-US" sz="1600" b="1" dirty="0"/>
                <a:t> </a:t>
              </a:r>
              <a:r>
                <a:rPr lang="en-US" sz="1600" b="1" dirty="0" err="1"/>
                <a:t>saya</a:t>
              </a:r>
              <a:r>
                <a:rPr lang="en-US" sz="1600" b="1" dirty="0"/>
                <a:t> </a:t>
              </a:r>
              <a:r>
                <a:rPr lang="en-US" sz="1600" b="1" dirty="0" err="1"/>
                <a:t>yg</a:t>
              </a:r>
              <a:r>
                <a:rPr lang="en-US" sz="1600" b="1" dirty="0"/>
                <a:t> paling </a:t>
              </a:r>
              <a:r>
                <a:rPr lang="en-US" sz="1600" b="1" dirty="0" err="1"/>
                <a:t>menonjol</a:t>
              </a:r>
              <a:r>
                <a:rPr lang="en-US" sz="1600" b="1" dirty="0"/>
                <a:t>: </a:t>
              </a:r>
            </a:p>
            <a:p>
              <a:pPr marL="0" lvl="1" defTabSz="2400300">
                <a:lnSpc>
                  <a:spcPct val="150000"/>
                </a:lnSpc>
                <a:spcBef>
                  <a:spcPct val="0"/>
                </a:spcBef>
                <a:spcAft>
                  <a:spcPct val="15000"/>
                </a:spcAft>
              </a:pPr>
              <a:r>
                <a:rPr lang="en-US" sz="1600" dirty="0"/>
                <a:t>………………………………..</a:t>
              </a:r>
              <a:endParaRPr lang="en-US" sz="1700" kern="1200" dirty="0"/>
            </a:p>
          </p:txBody>
        </p:sp>
      </p:grpSp>
      <p:grpSp>
        <p:nvGrpSpPr>
          <p:cNvPr id="17" name="Group 16">
            <a:extLst>
              <a:ext uri="{FF2B5EF4-FFF2-40B4-BE49-F238E27FC236}">
                <a16:creationId xmlns:a16="http://schemas.microsoft.com/office/drawing/2014/main" id="{7D6726DE-070D-CD40-8632-A39E7D79562A}"/>
              </a:ext>
            </a:extLst>
          </p:cNvPr>
          <p:cNvGrpSpPr/>
          <p:nvPr/>
        </p:nvGrpSpPr>
        <p:grpSpPr>
          <a:xfrm>
            <a:off x="256309" y="4308763"/>
            <a:ext cx="3401291" cy="1842656"/>
            <a:chOff x="0" y="1595222"/>
            <a:chExt cx="11623964" cy="4446900"/>
          </a:xfrm>
        </p:grpSpPr>
        <p:sp>
          <p:nvSpPr>
            <p:cNvPr id="18" name="Rectangle 17">
              <a:extLst>
                <a:ext uri="{FF2B5EF4-FFF2-40B4-BE49-F238E27FC236}">
                  <a16:creationId xmlns:a16="http://schemas.microsoft.com/office/drawing/2014/main" id="{F2B6DBB4-73B3-C140-B157-9FD270633D80}"/>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19" name="TextBox 18">
              <a:extLst>
                <a:ext uri="{FF2B5EF4-FFF2-40B4-BE49-F238E27FC236}">
                  <a16:creationId xmlns:a16="http://schemas.microsoft.com/office/drawing/2014/main" id="{84A19279-CCF1-804A-AF18-E7C9771F0679}"/>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ctr" defTabSz="2400300">
                <a:lnSpc>
                  <a:spcPct val="150000"/>
                </a:lnSpc>
                <a:spcBef>
                  <a:spcPct val="0"/>
                </a:spcBef>
                <a:spcAft>
                  <a:spcPct val="15000"/>
                </a:spcAft>
              </a:pPr>
              <a:r>
                <a:rPr lang="en-US" b="1" dirty="0" err="1"/>
                <a:t>Kekurangan</a:t>
              </a:r>
              <a:r>
                <a:rPr lang="en-US" b="1" dirty="0"/>
                <a:t> </a:t>
              </a:r>
              <a:r>
                <a:rPr lang="en-US" b="1" dirty="0" err="1"/>
                <a:t>saya</a:t>
              </a:r>
              <a:r>
                <a:rPr lang="en-US" b="1" dirty="0"/>
                <a:t> </a:t>
              </a:r>
              <a:r>
                <a:rPr lang="en-US" b="1" dirty="0" err="1"/>
                <a:t>adalah</a:t>
              </a:r>
              <a:r>
                <a:rPr lang="en-US" b="1" dirty="0"/>
                <a:t>:</a:t>
              </a:r>
              <a:r>
                <a:rPr lang="en-US" sz="1600" dirty="0"/>
                <a:t> </a:t>
              </a:r>
            </a:p>
            <a:p>
              <a:pPr marL="0" lvl="1" algn="ctr" defTabSz="2400300">
                <a:lnSpc>
                  <a:spcPct val="150000"/>
                </a:lnSpc>
                <a:spcBef>
                  <a:spcPct val="0"/>
                </a:spcBef>
                <a:spcAft>
                  <a:spcPct val="15000"/>
                </a:spcAft>
              </a:pPr>
              <a:r>
                <a:rPr lang="en-US" sz="1600" dirty="0"/>
                <a:t>………………….…….……...</a:t>
              </a:r>
              <a:endParaRPr lang="en-US" sz="1700" kern="1200" dirty="0"/>
            </a:p>
          </p:txBody>
        </p:sp>
      </p:grpSp>
      <p:grpSp>
        <p:nvGrpSpPr>
          <p:cNvPr id="20" name="Group 19">
            <a:extLst>
              <a:ext uri="{FF2B5EF4-FFF2-40B4-BE49-F238E27FC236}">
                <a16:creationId xmlns:a16="http://schemas.microsoft.com/office/drawing/2014/main" id="{E392C814-580F-9E4F-B1A5-F0E77B52548D}"/>
              </a:ext>
            </a:extLst>
          </p:cNvPr>
          <p:cNvGrpSpPr/>
          <p:nvPr/>
        </p:nvGrpSpPr>
        <p:grpSpPr>
          <a:xfrm>
            <a:off x="4367645" y="4308763"/>
            <a:ext cx="3401291" cy="1842656"/>
            <a:chOff x="0" y="1595222"/>
            <a:chExt cx="11623964" cy="4446900"/>
          </a:xfrm>
        </p:grpSpPr>
        <p:sp>
          <p:nvSpPr>
            <p:cNvPr id="21" name="Rectangle 20">
              <a:extLst>
                <a:ext uri="{FF2B5EF4-FFF2-40B4-BE49-F238E27FC236}">
                  <a16:creationId xmlns:a16="http://schemas.microsoft.com/office/drawing/2014/main" id="{D8ED29C8-FC90-C248-BFCF-B5DBEE87666B}"/>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22" name="TextBox 21">
              <a:extLst>
                <a:ext uri="{FF2B5EF4-FFF2-40B4-BE49-F238E27FC236}">
                  <a16:creationId xmlns:a16="http://schemas.microsoft.com/office/drawing/2014/main" id="{4C1FEE5D-0C77-E347-A510-CC9D302566BC}"/>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algn="ctr">
                <a:lnSpc>
                  <a:spcPct val="150000"/>
                </a:lnSpc>
              </a:pPr>
              <a:r>
                <a:rPr lang="en-US" b="1" dirty="0" err="1"/>
                <a:t>Kemampuan</a:t>
              </a:r>
              <a:r>
                <a:rPr lang="en-US" b="1" dirty="0"/>
                <a:t> </a:t>
              </a:r>
              <a:r>
                <a:rPr lang="en-US" b="1" dirty="0" err="1"/>
                <a:t>saya</a:t>
              </a:r>
              <a:r>
                <a:rPr lang="en-US" b="1" dirty="0"/>
                <a:t> yang paling </a:t>
              </a:r>
              <a:r>
                <a:rPr lang="en-US" b="1" dirty="0" err="1"/>
                <a:t>menonjol</a:t>
              </a:r>
              <a:r>
                <a:rPr lang="en-US" b="1" dirty="0"/>
                <a:t> </a:t>
              </a:r>
              <a:r>
                <a:rPr lang="en-US" b="1" dirty="0" err="1"/>
                <a:t>adalah</a:t>
              </a:r>
              <a:r>
                <a:rPr lang="en-US" dirty="0"/>
                <a:t> </a:t>
              </a:r>
              <a:r>
                <a:rPr lang="en-US" b="1" dirty="0"/>
                <a:t> </a:t>
              </a:r>
              <a:endParaRPr lang="en-US" sz="1600" dirty="0"/>
            </a:p>
            <a:p>
              <a:pPr marL="0" lvl="1" algn="ctr" defTabSz="2400300">
                <a:lnSpc>
                  <a:spcPct val="150000"/>
                </a:lnSpc>
                <a:spcBef>
                  <a:spcPct val="0"/>
                </a:spcBef>
                <a:spcAft>
                  <a:spcPct val="15000"/>
                </a:spcAft>
              </a:pPr>
              <a:r>
                <a:rPr lang="en-US" sz="1600" dirty="0"/>
                <a:t>………………………………..</a:t>
              </a:r>
              <a:endParaRPr lang="en-US" sz="1700" kern="1200" dirty="0"/>
            </a:p>
          </p:txBody>
        </p:sp>
      </p:grpSp>
      <p:grpSp>
        <p:nvGrpSpPr>
          <p:cNvPr id="23" name="Group 22">
            <a:extLst>
              <a:ext uri="{FF2B5EF4-FFF2-40B4-BE49-F238E27FC236}">
                <a16:creationId xmlns:a16="http://schemas.microsoft.com/office/drawing/2014/main" id="{8A612807-67D6-2543-9932-362EBDD5BA95}"/>
              </a:ext>
            </a:extLst>
          </p:cNvPr>
          <p:cNvGrpSpPr/>
          <p:nvPr/>
        </p:nvGrpSpPr>
        <p:grpSpPr>
          <a:xfrm>
            <a:off x="8478982" y="4308763"/>
            <a:ext cx="3401291" cy="1842656"/>
            <a:chOff x="0" y="1595222"/>
            <a:chExt cx="11623964" cy="4446900"/>
          </a:xfrm>
        </p:grpSpPr>
        <p:sp>
          <p:nvSpPr>
            <p:cNvPr id="24" name="Rectangle 23">
              <a:extLst>
                <a:ext uri="{FF2B5EF4-FFF2-40B4-BE49-F238E27FC236}">
                  <a16:creationId xmlns:a16="http://schemas.microsoft.com/office/drawing/2014/main" id="{2A6A60F1-4200-6A44-8C33-6E85EB88C3FE}"/>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25" name="TextBox 24">
              <a:extLst>
                <a:ext uri="{FF2B5EF4-FFF2-40B4-BE49-F238E27FC236}">
                  <a16:creationId xmlns:a16="http://schemas.microsoft.com/office/drawing/2014/main" id="{9C6C6A3E-1E50-6F4F-9853-B688AC9C8A22}"/>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0" lvl="1" algn="ctr" defTabSz="2400300">
                <a:lnSpc>
                  <a:spcPct val="150000"/>
                </a:lnSpc>
                <a:spcBef>
                  <a:spcPct val="0"/>
                </a:spcBef>
                <a:spcAft>
                  <a:spcPct val="15000"/>
                </a:spcAft>
              </a:pPr>
              <a:r>
                <a:rPr lang="en-US" b="1" dirty="0" err="1"/>
                <a:t>Cita-cita</a:t>
              </a:r>
              <a:r>
                <a:rPr lang="en-US" b="1" dirty="0"/>
                <a:t> </a:t>
              </a:r>
              <a:r>
                <a:rPr lang="en-US" b="1" dirty="0" err="1"/>
                <a:t>saya</a:t>
              </a:r>
              <a:r>
                <a:rPr lang="en-US" b="1" dirty="0"/>
                <a:t> 5-10 </a:t>
              </a:r>
              <a:r>
                <a:rPr lang="en-US" b="1" dirty="0" err="1"/>
                <a:t>tahun</a:t>
              </a:r>
              <a:r>
                <a:rPr lang="en-US" b="1" dirty="0"/>
                <a:t> </a:t>
              </a:r>
              <a:r>
                <a:rPr lang="en-US" b="1" dirty="0" err="1"/>
                <a:t>lagi</a:t>
              </a:r>
              <a:r>
                <a:rPr lang="en-US" b="1" dirty="0"/>
                <a:t> </a:t>
              </a:r>
              <a:r>
                <a:rPr lang="en-US" b="1" dirty="0" err="1"/>
                <a:t>antara</a:t>
              </a:r>
              <a:r>
                <a:rPr lang="en-US" b="1" dirty="0"/>
                <a:t> lain:</a:t>
              </a:r>
              <a:r>
                <a:rPr lang="en-US" dirty="0"/>
                <a:t> </a:t>
              </a:r>
              <a:r>
                <a:rPr lang="en-US" sz="1600" dirty="0"/>
                <a:t> </a:t>
              </a:r>
            </a:p>
            <a:p>
              <a:pPr marL="0" lvl="1" algn="ctr" defTabSz="2400300">
                <a:lnSpc>
                  <a:spcPct val="150000"/>
                </a:lnSpc>
                <a:spcBef>
                  <a:spcPct val="0"/>
                </a:spcBef>
                <a:spcAft>
                  <a:spcPct val="15000"/>
                </a:spcAft>
              </a:pPr>
              <a:r>
                <a:rPr lang="en-US" sz="1600" dirty="0"/>
                <a:t>………………………………..</a:t>
              </a:r>
              <a:endParaRPr lang="en-US" sz="1700" kern="1200" dirty="0"/>
            </a:p>
          </p:txBody>
        </p:sp>
      </p:grpSp>
      <p:sp>
        <p:nvSpPr>
          <p:cNvPr id="26" name="Title 1">
            <a:extLst>
              <a:ext uri="{FF2B5EF4-FFF2-40B4-BE49-F238E27FC236}">
                <a16:creationId xmlns:a16="http://schemas.microsoft.com/office/drawing/2014/main" id="{F8D2AD8B-B14D-6A42-B421-1DF7CF0531FC}"/>
              </a:ext>
            </a:extLst>
          </p:cNvPr>
          <p:cNvSpPr txBox="1">
            <a:spLocks/>
          </p:cNvSpPr>
          <p:nvPr/>
        </p:nvSpPr>
        <p:spPr>
          <a:xfrm>
            <a:off x="704334" y="247178"/>
            <a:ext cx="10849233" cy="1087352"/>
          </a:xfrm>
          <a:prstGeom prst="rect">
            <a:avLst/>
          </a:prstGeom>
          <a:solidFill>
            <a:schemeClr val="accent2">
              <a:lumMod val="20000"/>
              <a:lumOff val="80000"/>
            </a:schemeClr>
          </a:solidFill>
        </p:spPr>
        <p:txBody>
          <a:bodyP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lnSpc>
                <a:spcPct val="150000"/>
              </a:lnSpc>
            </a:pP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Aktivitas</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1: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Kenali</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Saya</a:t>
            </a:r>
            <a:endPar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69309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802147758"/>
              </p:ext>
            </p:extLst>
          </p:nvPr>
        </p:nvGraphicFramePr>
        <p:xfrm>
          <a:off x="903554" y="1780674"/>
          <a:ext cx="10512007" cy="4437246"/>
        </p:xfrm>
        <a:graphic>
          <a:graphicData uri="http://schemas.openxmlformats.org/drawingml/2006/table">
            <a:tbl>
              <a:tblPr firstRow="1" firstCol="1" bandRow="1">
                <a:tableStyleId>{ED083AE6-46FA-4A59-8FB0-9F97EB10719F}</a:tableStyleId>
              </a:tblPr>
              <a:tblGrid>
                <a:gridCol w="3305628">
                  <a:extLst>
                    <a:ext uri="{9D8B030D-6E8A-4147-A177-3AD203B41FA5}">
                      <a16:colId xmlns:a16="http://schemas.microsoft.com/office/drawing/2014/main" val="20000"/>
                    </a:ext>
                  </a:extLst>
                </a:gridCol>
                <a:gridCol w="3700573">
                  <a:extLst>
                    <a:ext uri="{9D8B030D-6E8A-4147-A177-3AD203B41FA5}">
                      <a16:colId xmlns:a16="http://schemas.microsoft.com/office/drawing/2014/main" val="20001"/>
                    </a:ext>
                  </a:extLst>
                </a:gridCol>
                <a:gridCol w="3505806">
                  <a:extLst>
                    <a:ext uri="{9D8B030D-6E8A-4147-A177-3AD203B41FA5}">
                      <a16:colId xmlns:a16="http://schemas.microsoft.com/office/drawing/2014/main" val="20002"/>
                    </a:ext>
                  </a:extLst>
                </a:gridCol>
              </a:tblGrid>
              <a:tr h="316946">
                <a:tc gridSpan="3">
                  <a:txBody>
                    <a:bodyPr/>
                    <a:lstStyle/>
                    <a:p>
                      <a:pPr marL="0" marR="0" algn="ctr">
                        <a:spcBef>
                          <a:spcPts val="0"/>
                        </a:spcBef>
                        <a:spcAft>
                          <a:spcPts val="0"/>
                        </a:spcAft>
                      </a:pPr>
                      <a:r>
                        <a:rPr lang="en-US" sz="2000" dirty="0">
                          <a:effectLst/>
                        </a:rPr>
                        <a:t>CONTOH NILAI – NILAI DAN PRINSIP HIDUP</a:t>
                      </a:r>
                      <a:endParaRPr lang="en-US" sz="2000" dirty="0">
                        <a:effectLst/>
                        <a:latin typeface="Times New Roman"/>
                        <a:ea typeface="Times New Roman"/>
                        <a:cs typeface="Times New Roman"/>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20300">
                <a:tc>
                  <a:txBody>
                    <a:bodyPr/>
                    <a:lstStyle/>
                    <a:p>
                      <a:pPr marL="342900" marR="0" lvl="0" indent="-342900" algn="just">
                        <a:spcBef>
                          <a:spcPts val="0"/>
                        </a:spcBef>
                        <a:spcAft>
                          <a:spcPts val="0"/>
                        </a:spcAft>
                        <a:buFont typeface="Calibri"/>
                        <a:buChar char="-"/>
                      </a:pPr>
                      <a:r>
                        <a:rPr lang="en-US" sz="2000" b="0" dirty="0" err="1">
                          <a:effectLst/>
                        </a:rPr>
                        <a:t>Kejujuran</a:t>
                      </a:r>
                      <a:endParaRPr lang="en-US" sz="2000" b="0" dirty="0">
                        <a:effectLst/>
                      </a:endParaRPr>
                    </a:p>
                    <a:p>
                      <a:pPr marL="342900" marR="0" lvl="0" indent="-342900" algn="just">
                        <a:spcBef>
                          <a:spcPts val="0"/>
                        </a:spcBef>
                        <a:spcAft>
                          <a:spcPts val="0"/>
                        </a:spcAft>
                        <a:buFont typeface="Calibri"/>
                        <a:buChar char="-"/>
                      </a:pPr>
                      <a:r>
                        <a:rPr lang="en-US" sz="2000" b="0" dirty="0" err="1">
                          <a:effectLst/>
                        </a:rPr>
                        <a:t>Cinta</a:t>
                      </a:r>
                      <a:r>
                        <a:rPr lang="en-US" sz="2000" b="0" dirty="0">
                          <a:effectLst/>
                        </a:rPr>
                        <a:t> / </a:t>
                      </a:r>
                      <a:r>
                        <a:rPr lang="en-US" sz="2000" b="0" dirty="0" err="1">
                          <a:effectLst/>
                        </a:rPr>
                        <a:t>Kasih</a:t>
                      </a:r>
                      <a:r>
                        <a:rPr lang="en-US" sz="2000" b="0" dirty="0">
                          <a:effectLst/>
                        </a:rPr>
                        <a:t> </a:t>
                      </a:r>
                      <a:r>
                        <a:rPr lang="en-US" sz="2000" b="0" dirty="0" err="1">
                          <a:effectLst/>
                        </a:rPr>
                        <a:t>Sayang</a:t>
                      </a:r>
                      <a:endParaRPr lang="en-US" sz="2000" b="0" dirty="0">
                        <a:effectLst/>
                      </a:endParaRPr>
                    </a:p>
                    <a:p>
                      <a:pPr marL="342900" marR="0" lvl="0" indent="-342900" algn="just">
                        <a:spcBef>
                          <a:spcPts val="0"/>
                        </a:spcBef>
                        <a:spcAft>
                          <a:spcPts val="0"/>
                        </a:spcAft>
                        <a:buFont typeface="Calibri"/>
                        <a:buChar char="-"/>
                      </a:pPr>
                      <a:r>
                        <a:rPr lang="en-US" sz="2000" b="0" dirty="0" err="1">
                          <a:effectLst/>
                        </a:rPr>
                        <a:t>Kebahagiaan</a:t>
                      </a:r>
                      <a:endParaRPr lang="en-US" sz="2000" b="0" dirty="0">
                        <a:effectLst/>
                      </a:endParaRPr>
                    </a:p>
                    <a:p>
                      <a:pPr marL="342900" marR="0" lvl="0" indent="-342900" algn="just">
                        <a:spcBef>
                          <a:spcPts val="0"/>
                        </a:spcBef>
                        <a:spcAft>
                          <a:spcPts val="0"/>
                        </a:spcAft>
                        <a:buFont typeface="Calibri"/>
                        <a:buChar char="-"/>
                      </a:pPr>
                      <a:r>
                        <a:rPr lang="en-US" sz="2000" b="0" dirty="0" err="1">
                          <a:effectLst/>
                        </a:rPr>
                        <a:t>Tanggung</a:t>
                      </a:r>
                      <a:r>
                        <a:rPr lang="en-US" sz="2000" b="0" dirty="0">
                          <a:effectLst/>
                        </a:rPr>
                        <a:t> </a:t>
                      </a:r>
                      <a:r>
                        <a:rPr lang="en-US" sz="2000" b="0" dirty="0" err="1">
                          <a:effectLst/>
                        </a:rPr>
                        <a:t>jawab</a:t>
                      </a:r>
                      <a:endParaRPr lang="en-US" sz="2000" b="0" dirty="0">
                        <a:effectLst/>
                      </a:endParaRPr>
                    </a:p>
                    <a:p>
                      <a:pPr marL="342900" marR="0" lvl="0" indent="-342900" algn="just">
                        <a:spcBef>
                          <a:spcPts val="0"/>
                        </a:spcBef>
                        <a:spcAft>
                          <a:spcPts val="0"/>
                        </a:spcAft>
                        <a:buFont typeface="Calibri"/>
                        <a:buChar char="-"/>
                      </a:pPr>
                      <a:r>
                        <a:rPr lang="en-US" sz="2000" b="0" dirty="0" err="1">
                          <a:effectLst/>
                        </a:rPr>
                        <a:t>Disiplin</a:t>
                      </a:r>
                      <a:r>
                        <a:rPr lang="en-US" sz="2000" b="0" dirty="0">
                          <a:effectLst/>
                        </a:rPr>
                        <a:t> </a:t>
                      </a:r>
                    </a:p>
                    <a:p>
                      <a:pPr marL="342900" marR="0" lvl="0" indent="-342900" algn="just">
                        <a:spcBef>
                          <a:spcPts val="0"/>
                        </a:spcBef>
                        <a:spcAft>
                          <a:spcPts val="0"/>
                        </a:spcAft>
                        <a:buFont typeface="Calibri"/>
                        <a:buChar char="-"/>
                      </a:pPr>
                      <a:r>
                        <a:rPr lang="en-US" sz="2000" b="0" dirty="0" err="1">
                          <a:effectLst/>
                        </a:rPr>
                        <a:t>Kemandirian</a:t>
                      </a:r>
                      <a:endParaRPr lang="en-US" sz="2000" b="0" dirty="0">
                        <a:effectLst/>
                      </a:endParaRPr>
                    </a:p>
                    <a:p>
                      <a:pPr marL="342900" marR="0" lvl="0" indent="-342900" algn="just">
                        <a:spcBef>
                          <a:spcPts val="0"/>
                        </a:spcBef>
                        <a:spcAft>
                          <a:spcPts val="0"/>
                        </a:spcAft>
                        <a:buFont typeface="Calibri"/>
                        <a:buChar char="-"/>
                      </a:pPr>
                      <a:r>
                        <a:rPr lang="en-US" sz="2000" b="0" dirty="0" err="1">
                          <a:effectLst/>
                        </a:rPr>
                        <a:t>Prestasi</a:t>
                      </a:r>
                      <a:endParaRPr lang="en-US" sz="2000" b="0" dirty="0">
                        <a:effectLst/>
                      </a:endParaRPr>
                    </a:p>
                    <a:p>
                      <a:pPr marL="342900" marR="0" lvl="0" indent="-342900" algn="just">
                        <a:spcBef>
                          <a:spcPts val="0"/>
                        </a:spcBef>
                        <a:spcAft>
                          <a:spcPts val="0"/>
                        </a:spcAft>
                        <a:buFont typeface="Calibri"/>
                        <a:buChar char="-"/>
                      </a:pPr>
                      <a:r>
                        <a:rPr lang="en-US" sz="2000" b="0" dirty="0" err="1">
                          <a:effectLst/>
                        </a:rPr>
                        <a:t>Fleksibilitas</a:t>
                      </a:r>
                      <a:endParaRPr lang="en-US" sz="2000" b="0" dirty="0">
                        <a:effectLst/>
                      </a:endParaRPr>
                    </a:p>
                    <a:p>
                      <a:pPr marL="342900" marR="0" lvl="0" indent="-342900" algn="just">
                        <a:spcBef>
                          <a:spcPts val="0"/>
                        </a:spcBef>
                        <a:spcAft>
                          <a:spcPts val="0"/>
                        </a:spcAft>
                        <a:buFont typeface="Calibri"/>
                        <a:buChar char="-"/>
                      </a:pPr>
                      <a:r>
                        <a:rPr lang="en-US" sz="2000" b="0" dirty="0" err="1">
                          <a:effectLst/>
                        </a:rPr>
                        <a:t>Melayani</a:t>
                      </a:r>
                      <a:endParaRPr lang="en-US" sz="2000" b="0" dirty="0">
                        <a:effectLst/>
                      </a:endParaRPr>
                    </a:p>
                    <a:p>
                      <a:pPr marL="342900" marR="0" lvl="0" indent="-342900" algn="just">
                        <a:spcBef>
                          <a:spcPts val="0"/>
                        </a:spcBef>
                        <a:spcAft>
                          <a:spcPts val="0"/>
                        </a:spcAft>
                        <a:buFont typeface="Calibri"/>
                        <a:buChar char="-"/>
                      </a:pPr>
                      <a:r>
                        <a:rPr lang="en-US" sz="2000" b="0" dirty="0" err="1">
                          <a:effectLst/>
                        </a:rPr>
                        <a:t>Integritas</a:t>
                      </a:r>
                      <a:r>
                        <a:rPr lang="en-US" sz="2000" b="0" dirty="0">
                          <a:effectLst/>
                        </a:rPr>
                        <a:t> (</a:t>
                      </a:r>
                      <a:r>
                        <a:rPr lang="en-US" sz="2000" b="0" dirty="0" err="1">
                          <a:effectLst/>
                        </a:rPr>
                        <a:t>Kepercayaan</a:t>
                      </a:r>
                      <a:r>
                        <a:rPr lang="en-US" sz="2000" b="0" dirty="0">
                          <a:effectLst/>
                        </a:rPr>
                        <a:t>)</a:t>
                      </a:r>
                    </a:p>
                    <a:p>
                      <a:pPr marL="342900" marR="0" lvl="0" indent="-342900" algn="just">
                        <a:spcBef>
                          <a:spcPts val="0"/>
                        </a:spcBef>
                        <a:spcAft>
                          <a:spcPts val="0"/>
                        </a:spcAft>
                        <a:buFont typeface="Calibri"/>
                        <a:buChar char="-"/>
                      </a:pPr>
                      <a:r>
                        <a:rPr lang="en-US" sz="2000" b="0" dirty="0" err="1">
                          <a:effectLst/>
                        </a:rPr>
                        <a:t>Keberanian</a:t>
                      </a:r>
                      <a:r>
                        <a:rPr lang="en-US" sz="2000" b="0" dirty="0">
                          <a:effectLst/>
                        </a:rPr>
                        <a:t> </a:t>
                      </a:r>
                      <a:endParaRPr lang="en-US" sz="2000" b="0" dirty="0">
                        <a:effectLst/>
                        <a:latin typeface="Times New Roman"/>
                        <a:ea typeface="Calibri"/>
                        <a:cs typeface="Times New Roman"/>
                      </a:endParaRPr>
                    </a:p>
                  </a:txBody>
                  <a:tcPr marL="68580" marR="68580" marT="0" marB="0"/>
                </a:tc>
                <a:tc>
                  <a:txBody>
                    <a:bodyPr/>
                    <a:lstStyle/>
                    <a:p>
                      <a:pPr marL="342900" marR="0" lvl="0" indent="-342900">
                        <a:spcBef>
                          <a:spcPts val="0"/>
                        </a:spcBef>
                        <a:spcAft>
                          <a:spcPts val="0"/>
                        </a:spcAft>
                        <a:buFont typeface="Calibri"/>
                        <a:buChar char="-"/>
                      </a:pPr>
                      <a:r>
                        <a:rPr lang="en-US" sz="2000" dirty="0">
                          <a:effectLst/>
                        </a:rPr>
                        <a:t>Respect (</a:t>
                      </a:r>
                      <a:r>
                        <a:rPr lang="en-US" sz="2000" dirty="0" err="1">
                          <a:effectLst/>
                        </a:rPr>
                        <a:t>Menghormati</a:t>
                      </a:r>
                      <a:r>
                        <a:rPr lang="en-US" sz="2000" dirty="0">
                          <a:effectLst/>
                        </a:rPr>
                        <a:t>)</a:t>
                      </a:r>
                    </a:p>
                    <a:p>
                      <a:pPr marL="342900" marR="0" lvl="0" indent="-342900">
                        <a:spcBef>
                          <a:spcPts val="0"/>
                        </a:spcBef>
                        <a:spcAft>
                          <a:spcPts val="0"/>
                        </a:spcAft>
                        <a:buFont typeface="Calibri"/>
                        <a:buChar char="-"/>
                      </a:pPr>
                      <a:r>
                        <a:rPr lang="en-US" sz="2000" dirty="0" err="1">
                          <a:effectLst/>
                        </a:rPr>
                        <a:t>Perdamaian</a:t>
                      </a:r>
                      <a:endParaRPr lang="en-US" sz="2000" dirty="0">
                        <a:effectLst/>
                      </a:endParaRPr>
                    </a:p>
                    <a:p>
                      <a:pPr marL="342900" marR="0" lvl="0" indent="-342900">
                        <a:spcBef>
                          <a:spcPts val="0"/>
                        </a:spcBef>
                        <a:spcAft>
                          <a:spcPts val="0"/>
                        </a:spcAft>
                        <a:buFont typeface="Calibri"/>
                        <a:buChar char="-"/>
                      </a:pPr>
                      <a:r>
                        <a:rPr lang="en-US" sz="2000" dirty="0" err="1">
                          <a:effectLst/>
                        </a:rPr>
                        <a:t>Kerukunan</a:t>
                      </a:r>
                      <a:r>
                        <a:rPr lang="en-US" sz="2000" dirty="0">
                          <a:effectLst/>
                        </a:rPr>
                        <a:t>/</a:t>
                      </a:r>
                      <a:r>
                        <a:rPr lang="en-US" sz="2000" dirty="0" err="1">
                          <a:effectLst/>
                        </a:rPr>
                        <a:t>Persatuan</a:t>
                      </a:r>
                      <a:endParaRPr lang="en-US" sz="2000" dirty="0">
                        <a:effectLst/>
                      </a:endParaRPr>
                    </a:p>
                    <a:p>
                      <a:pPr marL="342900" marR="0" lvl="0" indent="-342900">
                        <a:spcBef>
                          <a:spcPts val="0"/>
                        </a:spcBef>
                        <a:spcAft>
                          <a:spcPts val="0"/>
                        </a:spcAft>
                        <a:buFont typeface="Calibri"/>
                        <a:buChar char="-"/>
                      </a:pPr>
                      <a:r>
                        <a:rPr lang="en-US" sz="2000" dirty="0" err="1">
                          <a:effectLst/>
                        </a:rPr>
                        <a:t>Bersikap</a:t>
                      </a:r>
                      <a:r>
                        <a:rPr lang="en-US" sz="2000" dirty="0">
                          <a:effectLst/>
                        </a:rPr>
                        <a:t> </a:t>
                      </a:r>
                      <a:r>
                        <a:rPr lang="en-US" sz="2000" dirty="0" err="1">
                          <a:effectLst/>
                        </a:rPr>
                        <a:t>adil</a:t>
                      </a:r>
                      <a:r>
                        <a:rPr lang="en-US" sz="2000" dirty="0">
                          <a:effectLst/>
                        </a:rPr>
                        <a:t> (</a:t>
                      </a:r>
                      <a:r>
                        <a:rPr lang="en-US" sz="2000" dirty="0" err="1">
                          <a:effectLst/>
                        </a:rPr>
                        <a:t>Keadilan</a:t>
                      </a:r>
                      <a:r>
                        <a:rPr lang="en-US" sz="2000" dirty="0">
                          <a:effectLst/>
                        </a:rPr>
                        <a:t>)</a:t>
                      </a:r>
                    </a:p>
                    <a:p>
                      <a:pPr marL="342900" marR="0" lvl="0" indent="-342900">
                        <a:spcBef>
                          <a:spcPts val="0"/>
                        </a:spcBef>
                        <a:spcAft>
                          <a:spcPts val="0"/>
                        </a:spcAft>
                        <a:buFont typeface="Calibri"/>
                        <a:buChar char="-"/>
                      </a:pPr>
                      <a:r>
                        <a:rPr lang="en-US" sz="2000" dirty="0" err="1">
                          <a:effectLst/>
                        </a:rPr>
                        <a:t>Toleransi</a:t>
                      </a:r>
                      <a:r>
                        <a:rPr lang="en-US" sz="2000" dirty="0">
                          <a:effectLst/>
                        </a:rPr>
                        <a:t> (</a:t>
                      </a:r>
                      <a:r>
                        <a:rPr lang="en-US" sz="2000" dirty="0" err="1">
                          <a:effectLst/>
                        </a:rPr>
                        <a:t>Saling</a:t>
                      </a:r>
                      <a:r>
                        <a:rPr lang="en-US" sz="2000" dirty="0">
                          <a:effectLst/>
                        </a:rPr>
                        <a:t> </a:t>
                      </a:r>
                      <a:r>
                        <a:rPr lang="en-US" sz="2000" dirty="0" err="1">
                          <a:effectLst/>
                        </a:rPr>
                        <a:t>menghargai</a:t>
                      </a:r>
                      <a:r>
                        <a:rPr lang="en-US" sz="2000" dirty="0">
                          <a:effectLst/>
                        </a:rPr>
                        <a:t>)</a:t>
                      </a:r>
                    </a:p>
                    <a:p>
                      <a:pPr marL="342900" marR="0" lvl="0" indent="-342900">
                        <a:spcBef>
                          <a:spcPts val="0"/>
                        </a:spcBef>
                        <a:spcAft>
                          <a:spcPts val="0"/>
                        </a:spcAft>
                        <a:buFont typeface="Calibri"/>
                        <a:buChar char="-"/>
                      </a:pPr>
                      <a:r>
                        <a:rPr lang="en-US" sz="2000" dirty="0" err="1">
                          <a:effectLst/>
                        </a:rPr>
                        <a:t>Ketulusan</a:t>
                      </a:r>
                      <a:r>
                        <a:rPr lang="en-US" sz="2000" dirty="0">
                          <a:effectLst/>
                        </a:rPr>
                        <a:t> </a:t>
                      </a:r>
                    </a:p>
                    <a:p>
                      <a:pPr marL="342900" marR="0" lvl="0" indent="-342900">
                        <a:spcBef>
                          <a:spcPts val="0"/>
                        </a:spcBef>
                        <a:spcAft>
                          <a:spcPts val="0"/>
                        </a:spcAft>
                        <a:buFont typeface="Calibri"/>
                        <a:buChar char="-"/>
                      </a:pPr>
                      <a:r>
                        <a:rPr lang="en-US" sz="2000" dirty="0" err="1">
                          <a:effectLst/>
                        </a:rPr>
                        <a:t>Berbagi</a:t>
                      </a:r>
                      <a:r>
                        <a:rPr lang="en-US" sz="2000" dirty="0">
                          <a:effectLst/>
                        </a:rPr>
                        <a:t>/</a:t>
                      </a:r>
                      <a:r>
                        <a:rPr lang="en-US" sz="2000" dirty="0" err="1">
                          <a:effectLst/>
                        </a:rPr>
                        <a:t>Memberi</a:t>
                      </a:r>
                      <a:endParaRPr lang="en-US" sz="2000" dirty="0">
                        <a:effectLst/>
                      </a:endParaRPr>
                    </a:p>
                    <a:p>
                      <a:pPr marL="342900" marR="0" lvl="0" indent="-342900">
                        <a:spcBef>
                          <a:spcPts val="0"/>
                        </a:spcBef>
                        <a:spcAft>
                          <a:spcPts val="0"/>
                        </a:spcAft>
                        <a:buFont typeface="Calibri"/>
                        <a:buChar char="-"/>
                      </a:pPr>
                      <a:r>
                        <a:rPr lang="en-US" sz="2000" dirty="0" err="1">
                          <a:effectLst/>
                        </a:rPr>
                        <a:t>Perasaan</a:t>
                      </a:r>
                      <a:r>
                        <a:rPr lang="en-US" sz="2000" dirty="0">
                          <a:effectLst/>
                        </a:rPr>
                        <a:t> </a:t>
                      </a:r>
                      <a:r>
                        <a:rPr lang="en-US" sz="2000" dirty="0" err="1">
                          <a:effectLst/>
                        </a:rPr>
                        <a:t>Aman</a:t>
                      </a:r>
                      <a:endParaRPr lang="en-US" sz="2000" dirty="0">
                        <a:effectLst/>
                      </a:endParaRPr>
                    </a:p>
                    <a:p>
                      <a:pPr marL="342900" marR="0" lvl="0" indent="-342900">
                        <a:spcBef>
                          <a:spcPts val="0"/>
                        </a:spcBef>
                        <a:spcAft>
                          <a:spcPts val="0"/>
                        </a:spcAft>
                        <a:buFont typeface="Calibri"/>
                        <a:buChar char="-"/>
                      </a:pPr>
                      <a:r>
                        <a:rPr lang="en-US" sz="2000" dirty="0" err="1">
                          <a:effectLst/>
                        </a:rPr>
                        <a:t>Rendah</a:t>
                      </a:r>
                      <a:r>
                        <a:rPr lang="en-US" sz="2000" dirty="0">
                          <a:effectLst/>
                        </a:rPr>
                        <a:t> </a:t>
                      </a:r>
                      <a:r>
                        <a:rPr lang="en-US" sz="2000" dirty="0" err="1">
                          <a:effectLst/>
                        </a:rPr>
                        <a:t>Hati</a:t>
                      </a:r>
                      <a:endParaRPr lang="en-US" sz="2000" dirty="0">
                        <a:effectLst/>
                      </a:endParaRPr>
                    </a:p>
                    <a:p>
                      <a:pPr marL="342900" marR="0" lvl="0" indent="-342900">
                        <a:spcBef>
                          <a:spcPts val="0"/>
                        </a:spcBef>
                        <a:spcAft>
                          <a:spcPts val="0"/>
                        </a:spcAft>
                        <a:buFont typeface="Calibri"/>
                        <a:buChar char="-"/>
                      </a:pPr>
                      <a:r>
                        <a:rPr lang="en-US" sz="2000" dirty="0" err="1">
                          <a:effectLst/>
                        </a:rPr>
                        <a:t>Taat</a:t>
                      </a:r>
                      <a:r>
                        <a:rPr lang="en-US" sz="2000" dirty="0">
                          <a:effectLst/>
                        </a:rPr>
                        <a:t> </a:t>
                      </a:r>
                      <a:r>
                        <a:rPr lang="en-US" sz="2000" dirty="0" err="1">
                          <a:effectLst/>
                        </a:rPr>
                        <a:t>norma</a:t>
                      </a:r>
                      <a:r>
                        <a:rPr lang="en-US" sz="2000" dirty="0">
                          <a:effectLst/>
                        </a:rPr>
                        <a:t> (</a:t>
                      </a:r>
                      <a:r>
                        <a:rPr lang="en-US" sz="2000" dirty="0" err="1">
                          <a:effectLst/>
                        </a:rPr>
                        <a:t>Kesusilaan</a:t>
                      </a:r>
                      <a:r>
                        <a:rPr lang="en-US" sz="2000" dirty="0">
                          <a:effectLst/>
                        </a:rPr>
                        <a:t>)</a:t>
                      </a:r>
                    </a:p>
                    <a:p>
                      <a:pPr marL="342900" marR="0" lvl="0" indent="-342900">
                        <a:spcBef>
                          <a:spcPts val="0"/>
                        </a:spcBef>
                        <a:spcAft>
                          <a:spcPts val="0"/>
                        </a:spcAft>
                        <a:buFont typeface="Calibri"/>
                        <a:buChar char="-"/>
                      </a:pPr>
                      <a:r>
                        <a:rPr lang="en-US" sz="2000" dirty="0" err="1">
                          <a:effectLst/>
                        </a:rPr>
                        <a:t>Produktif</a:t>
                      </a:r>
                      <a:endParaRPr lang="en-US" sz="2000" dirty="0">
                        <a:effectLst/>
                      </a:endParaRPr>
                    </a:p>
                    <a:p>
                      <a:pPr marL="0" marR="0" algn="just">
                        <a:spcBef>
                          <a:spcPts val="0"/>
                        </a:spcBef>
                        <a:spcAft>
                          <a:spcPts val="0"/>
                        </a:spcAft>
                      </a:pPr>
                      <a:r>
                        <a:rPr lang="en-US" sz="2000" dirty="0">
                          <a:effectLst/>
                        </a:rPr>
                        <a:t> </a:t>
                      </a:r>
                      <a:endParaRPr lang="en-US" sz="2000" dirty="0">
                        <a:effectLst/>
                        <a:latin typeface="Times New Roman"/>
                        <a:ea typeface="Times New Roman"/>
                        <a:cs typeface="Times New Roman"/>
                      </a:endParaRPr>
                    </a:p>
                  </a:txBody>
                  <a:tcPr marL="68580" marR="68580" marT="0" marB="0"/>
                </a:tc>
                <a:tc>
                  <a:txBody>
                    <a:bodyPr/>
                    <a:lstStyle/>
                    <a:p>
                      <a:pPr marL="342900" marR="0" lvl="0" indent="-342900">
                        <a:spcBef>
                          <a:spcPts val="0"/>
                        </a:spcBef>
                        <a:spcAft>
                          <a:spcPts val="0"/>
                        </a:spcAft>
                        <a:buFont typeface="Calibri"/>
                        <a:buChar char="-"/>
                      </a:pPr>
                      <a:r>
                        <a:rPr lang="en-US" sz="2000" dirty="0" err="1">
                          <a:effectLst/>
                        </a:rPr>
                        <a:t>Sabar</a:t>
                      </a:r>
                      <a:endParaRPr lang="en-US" sz="2000" dirty="0">
                        <a:effectLst/>
                      </a:endParaRPr>
                    </a:p>
                    <a:p>
                      <a:pPr marL="342900" marR="0" lvl="0" indent="-342900">
                        <a:spcBef>
                          <a:spcPts val="0"/>
                        </a:spcBef>
                        <a:spcAft>
                          <a:spcPts val="0"/>
                        </a:spcAft>
                        <a:buFont typeface="Calibri"/>
                        <a:buChar char="-"/>
                      </a:pPr>
                      <a:r>
                        <a:rPr lang="en-US" sz="2000" dirty="0" err="1">
                          <a:effectLst/>
                        </a:rPr>
                        <a:t>Kerja</a:t>
                      </a:r>
                      <a:r>
                        <a:rPr lang="en-US" sz="2000" dirty="0">
                          <a:effectLst/>
                        </a:rPr>
                        <a:t> </a:t>
                      </a:r>
                      <a:r>
                        <a:rPr lang="en-US" sz="2000" dirty="0" err="1">
                          <a:effectLst/>
                        </a:rPr>
                        <a:t>Keras</a:t>
                      </a:r>
                      <a:endParaRPr lang="en-US" sz="2000" dirty="0">
                        <a:effectLst/>
                      </a:endParaRPr>
                    </a:p>
                    <a:p>
                      <a:pPr marL="342900" marR="0" lvl="0" indent="-342900">
                        <a:spcBef>
                          <a:spcPts val="0"/>
                        </a:spcBef>
                        <a:spcAft>
                          <a:spcPts val="0"/>
                        </a:spcAft>
                        <a:buFont typeface="Calibri"/>
                        <a:buChar char="-"/>
                      </a:pPr>
                      <a:r>
                        <a:rPr lang="en-US" sz="2000" dirty="0" err="1">
                          <a:effectLst/>
                        </a:rPr>
                        <a:t>Istiqomah</a:t>
                      </a:r>
                      <a:r>
                        <a:rPr lang="en-US" sz="2000" dirty="0">
                          <a:effectLst/>
                        </a:rPr>
                        <a:t> / </a:t>
                      </a:r>
                      <a:r>
                        <a:rPr lang="en-US" sz="2000" dirty="0" err="1">
                          <a:effectLst/>
                        </a:rPr>
                        <a:t>Konsisten</a:t>
                      </a:r>
                      <a:endParaRPr lang="en-US" sz="2000" dirty="0">
                        <a:effectLst/>
                      </a:endParaRPr>
                    </a:p>
                    <a:p>
                      <a:pPr marL="342900" marR="0" lvl="0" indent="-342900">
                        <a:spcBef>
                          <a:spcPts val="0"/>
                        </a:spcBef>
                        <a:spcAft>
                          <a:spcPts val="0"/>
                        </a:spcAft>
                        <a:buFont typeface="Calibri"/>
                        <a:buChar char="-"/>
                      </a:pPr>
                      <a:r>
                        <a:rPr lang="en-US" sz="2000" dirty="0" err="1">
                          <a:effectLst/>
                        </a:rPr>
                        <a:t>Hemat</a:t>
                      </a:r>
                      <a:r>
                        <a:rPr lang="en-US" sz="2000" dirty="0">
                          <a:effectLst/>
                        </a:rPr>
                        <a:t>/</a:t>
                      </a:r>
                      <a:r>
                        <a:rPr lang="en-US" sz="2000" dirty="0" err="1">
                          <a:effectLst/>
                        </a:rPr>
                        <a:t>Sederhana</a:t>
                      </a:r>
                      <a:endParaRPr lang="en-US" sz="2000" dirty="0">
                        <a:effectLst/>
                      </a:endParaRPr>
                    </a:p>
                    <a:p>
                      <a:pPr marL="342900" marR="0" lvl="0" indent="-342900">
                        <a:spcBef>
                          <a:spcPts val="0"/>
                        </a:spcBef>
                        <a:spcAft>
                          <a:spcPts val="0"/>
                        </a:spcAft>
                        <a:buFont typeface="Calibri"/>
                        <a:buChar char="-"/>
                      </a:pPr>
                      <a:r>
                        <a:rPr lang="en-US" sz="2000" dirty="0" err="1">
                          <a:effectLst/>
                        </a:rPr>
                        <a:t>Ikhlas</a:t>
                      </a:r>
                      <a:r>
                        <a:rPr lang="en-US" sz="2000" dirty="0">
                          <a:effectLst/>
                        </a:rPr>
                        <a:t>/</a:t>
                      </a:r>
                      <a:r>
                        <a:rPr lang="en-US" sz="2000" dirty="0" err="1">
                          <a:effectLst/>
                        </a:rPr>
                        <a:t>Ridho</a:t>
                      </a:r>
                      <a:endParaRPr lang="en-US" sz="2000" dirty="0">
                        <a:effectLst/>
                      </a:endParaRPr>
                    </a:p>
                    <a:p>
                      <a:pPr marL="342900" marR="0" lvl="0" indent="-342900">
                        <a:spcBef>
                          <a:spcPts val="0"/>
                        </a:spcBef>
                        <a:spcAft>
                          <a:spcPts val="0"/>
                        </a:spcAft>
                        <a:buFont typeface="Calibri"/>
                        <a:buChar char="-"/>
                      </a:pPr>
                      <a:r>
                        <a:rPr lang="en-US" sz="2000" dirty="0" err="1">
                          <a:effectLst/>
                        </a:rPr>
                        <a:t>Musyawarah</a:t>
                      </a:r>
                      <a:endParaRPr lang="en-US" sz="2000" dirty="0">
                        <a:effectLst/>
                      </a:endParaRPr>
                    </a:p>
                    <a:p>
                      <a:pPr marL="342900" marR="0" lvl="0" indent="-342900">
                        <a:spcBef>
                          <a:spcPts val="0"/>
                        </a:spcBef>
                        <a:spcAft>
                          <a:spcPts val="0"/>
                        </a:spcAft>
                        <a:buFont typeface="Calibri"/>
                        <a:buChar char="-"/>
                      </a:pPr>
                      <a:r>
                        <a:rPr lang="en-US" sz="2000" dirty="0" err="1">
                          <a:effectLst/>
                        </a:rPr>
                        <a:t>Kerjasama</a:t>
                      </a:r>
                      <a:endParaRPr lang="en-US" sz="2000" dirty="0">
                        <a:effectLst/>
                      </a:endParaRPr>
                    </a:p>
                    <a:p>
                      <a:pPr marL="342900" marR="0" lvl="0" indent="-342900">
                        <a:spcBef>
                          <a:spcPts val="0"/>
                        </a:spcBef>
                        <a:spcAft>
                          <a:spcPts val="0"/>
                        </a:spcAft>
                        <a:buFont typeface="Calibri"/>
                        <a:buChar char="-"/>
                      </a:pPr>
                      <a:r>
                        <a:rPr lang="en-US" sz="2000" dirty="0">
                          <a:effectLst/>
                        </a:rPr>
                        <a:t>Rasa </a:t>
                      </a:r>
                      <a:r>
                        <a:rPr lang="en-US" sz="2000" dirty="0" err="1">
                          <a:effectLst/>
                        </a:rPr>
                        <a:t>aman</a:t>
                      </a:r>
                      <a:r>
                        <a:rPr lang="en-US" sz="2000" dirty="0">
                          <a:effectLst/>
                        </a:rPr>
                        <a:t> </a:t>
                      </a:r>
                      <a:r>
                        <a:rPr lang="en-US" sz="2000" dirty="0" err="1">
                          <a:effectLst/>
                        </a:rPr>
                        <a:t>dalam</a:t>
                      </a:r>
                      <a:r>
                        <a:rPr lang="en-US" sz="2000" dirty="0">
                          <a:effectLst/>
                        </a:rPr>
                        <a:t> </a:t>
                      </a:r>
                      <a:r>
                        <a:rPr lang="en-US" sz="2000" dirty="0" err="1">
                          <a:effectLst/>
                        </a:rPr>
                        <a:t>keuangan</a:t>
                      </a:r>
                      <a:endParaRPr lang="en-US" sz="2000" dirty="0">
                        <a:effectLst/>
                      </a:endParaRPr>
                    </a:p>
                    <a:p>
                      <a:pPr marL="342900" marR="0" lvl="0" indent="-342900">
                        <a:spcBef>
                          <a:spcPts val="0"/>
                        </a:spcBef>
                        <a:spcAft>
                          <a:spcPts val="0"/>
                        </a:spcAft>
                        <a:buFont typeface="Calibri"/>
                        <a:buChar char="-"/>
                      </a:pPr>
                      <a:r>
                        <a:rPr lang="en-US" sz="2000" dirty="0" err="1">
                          <a:effectLst/>
                        </a:rPr>
                        <a:t>Ambisi</a:t>
                      </a:r>
                      <a:endParaRPr lang="en-US" sz="2000" dirty="0">
                        <a:effectLst/>
                      </a:endParaRPr>
                    </a:p>
                    <a:p>
                      <a:pPr marL="342900" marR="0" lvl="0" indent="-342900">
                        <a:spcBef>
                          <a:spcPts val="0"/>
                        </a:spcBef>
                        <a:spcAft>
                          <a:spcPts val="0"/>
                        </a:spcAft>
                        <a:buFont typeface="Calibri"/>
                        <a:buChar char="-"/>
                      </a:pPr>
                      <a:r>
                        <a:rPr lang="en-US" sz="2000" dirty="0" err="1">
                          <a:effectLst/>
                        </a:rPr>
                        <a:t>Komitmen</a:t>
                      </a:r>
                      <a:r>
                        <a:rPr lang="en-US" sz="2000" dirty="0">
                          <a:effectLst/>
                        </a:rPr>
                        <a:t> </a:t>
                      </a:r>
                    </a:p>
                    <a:p>
                      <a:pPr marL="342900" marR="0" lvl="0" indent="-342900">
                        <a:spcBef>
                          <a:spcPts val="0"/>
                        </a:spcBef>
                        <a:spcAft>
                          <a:spcPts val="0"/>
                        </a:spcAft>
                        <a:buFont typeface="Calibri"/>
                        <a:buChar char="-"/>
                      </a:pPr>
                      <a:r>
                        <a:rPr lang="en-US" sz="2000" dirty="0" err="1">
                          <a:effectLst/>
                        </a:rPr>
                        <a:t>Bersikap</a:t>
                      </a:r>
                      <a:r>
                        <a:rPr lang="en-US" sz="2000" dirty="0">
                          <a:effectLst/>
                        </a:rPr>
                        <a:t> Terbuka</a:t>
                      </a:r>
                      <a:endParaRPr lang="en-US" sz="2000" dirty="0">
                        <a:effectLst/>
                        <a:latin typeface="Times New Roman"/>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sp>
        <p:nvSpPr>
          <p:cNvPr id="6" name="Title 1">
            <a:extLst>
              <a:ext uri="{FF2B5EF4-FFF2-40B4-BE49-F238E27FC236}">
                <a16:creationId xmlns:a16="http://schemas.microsoft.com/office/drawing/2014/main" id="{76B89714-B07A-F64F-9721-E267E655E48F}"/>
              </a:ext>
            </a:extLst>
          </p:cNvPr>
          <p:cNvSpPr txBox="1">
            <a:spLocks/>
          </p:cNvSpPr>
          <p:nvPr/>
        </p:nvSpPr>
        <p:spPr>
          <a:xfrm>
            <a:off x="704334" y="247178"/>
            <a:ext cx="10849233" cy="1025568"/>
          </a:xfrm>
          <a:prstGeom prst="rect">
            <a:avLst/>
          </a:prstGeom>
          <a:solidFill>
            <a:schemeClr val="accent2">
              <a:lumMod val="20000"/>
              <a:lumOff val="80000"/>
            </a:schemeClr>
          </a:solidFill>
          <a:ln>
            <a:solidFill>
              <a:schemeClr val="bg1"/>
            </a:solidFill>
          </a:ln>
        </p:spPr>
        <p:txBody>
          <a:bodyP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lnSpc>
                <a:spcPct val="150000"/>
              </a:lnSpc>
            </a:pP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Aktivitas</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2: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Hirarki</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Nilai</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Pribadi</a:t>
            </a:r>
            <a:endParaRPr lang="en-US" sz="36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tx1"/>
              </a:solidFill>
              <a:effectLst>
                <a:outerShdw blurRad="50800" dist="40000" dir="5400000" algn="tl" rotWithShape="0">
                  <a:srgbClr val="000000">
                    <a:shade val="5000"/>
                    <a:satMod val="120000"/>
                    <a:alpha val="33000"/>
                  </a:srgbClr>
                </a:outerShdw>
              </a:effectLst>
            </a:endParaRPr>
          </a:p>
        </p:txBody>
      </p:sp>
    </p:spTree>
    <p:extLst>
      <p:ext uri="{BB962C8B-B14F-4D97-AF65-F5344CB8AC3E}">
        <p14:creationId xmlns:p14="http://schemas.microsoft.com/office/powerpoint/2010/main" val="54718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D99F73F-372B-E444-9090-FAE497AD72FB}"/>
              </a:ext>
            </a:extLst>
          </p:cNvPr>
          <p:cNvGraphicFramePr/>
          <p:nvPr>
            <p:extLst>
              <p:ext uri="{D42A27DB-BD31-4B8C-83A1-F6EECF244321}">
                <p14:modId xmlns:p14="http://schemas.microsoft.com/office/powerpoint/2010/main" val="1207587721"/>
              </p:ext>
            </p:extLst>
          </p:nvPr>
        </p:nvGraphicFramePr>
        <p:xfrm>
          <a:off x="939115" y="1884361"/>
          <a:ext cx="9415848" cy="45040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70F712C5-08C3-404D-B7EB-73415D989F89}"/>
              </a:ext>
            </a:extLst>
          </p:cNvPr>
          <p:cNvGrpSpPr/>
          <p:nvPr/>
        </p:nvGrpSpPr>
        <p:grpSpPr>
          <a:xfrm>
            <a:off x="243952" y="370702"/>
            <a:ext cx="11623964" cy="1322174"/>
            <a:chOff x="0" y="40022"/>
            <a:chExt cx="11623964" cy="1555200"/>
          </a:xfrm>
        </p:grpSpPr>
        <p:sp>
          <p:nvSpPr>
            <p:cNvPr id="4" name="Rectangle 3">
              <a:extLst>
                <a:ext uri="{FF2B5EF4-FFF2-40B4-BE49-F238E27FC236}">
                  <a16:creationId xmlns:a16="http://schemas.microsoft.com/office/drawing/2014/main" id="{C4DEC856-34A7-5B41-9055-D783EA100F3F}"/>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5" name="TextBox 4">
              <a:extLst>
                <a:ext uri="{FF2B5EF4-FFF2-40B4-BE49-F238E27FC236}">
                  <a16:creationId xmlns:a16="http://schemas.microsoft.com/office/drawing/2014/main" id="{2028025C-C076-0B45-A49E-3CC599A4E087}"/>
                </a:ext>
              </a:extLst>
            </p:cNvPr>
            <p:cNvSpPr txBox="1"/>
            <p:nvPr/>
          </p:nvSpPr>
          <p:spPr>
            <a:xfrm>
              <a:off x="0" y="40022"/>
              <a:ext cx="11623964" cy="15552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defTabSz="2400300">
                <a:buNone/>
              </a:pPr>
              <a:r>
                <a:rPr lang="en-US" sz="2400" kern="1200" dirty="0" err="1"/>
                <a:t>Tugas</a:t>
              </a:r>
              <a:r>
                <a:rPr lang="en-US" sz="2400" kern="1200" dirty="0"/>
                <a:t>: </a:t>
              </a:r>
            </a:p>
            <a:p>
              <a:r>
                <a:rPr lang="en-US" sz="2400" b="1" dirty="0" err="1"/>
                <a:t>Tentukan</a:t>
              </a:r>
              <a:r>
                <a:rPr lang="en-US" sz="2400" b="1" dirty="0"/>
                <a:t> </a:t>
              </a:r>
              <a:r>
                <a:rPr lang="en-US" sz="2400" b="1" dirty="0" err="1"/>
                <a:t>urutan</a:t>
              </a:r>
              <a:r>
                <a:rPr lang="en-US" sz="2400" b="1" dirty="0"/>
                <a:t> </a:t>
              </a:r>
              <a:r>
                <a:rPr lang="en-US" sz="2400" b="1" dirty="0" err="1"/>
                <a:t>prinsip</a:t>
              </a:r>
              <a:r>
                <a:rPr lang="en-US" sz="2400" b="1" dirty="0"/>
                <a:t> </a:t>
              </a:r>
              <a:r>
                <a:rPr lang="en-US" sz="2400" b="1" dirty="0" err="1"/>
                <a:t>hidupmu</a:t>
              </a:r>
              <a:r>
                <a:rPr lang="en-US" sz="2400" b="1" dirty="0"/>
                <a:t> yang paling </a:t>
              </a:r>
              <a:r>
                <a:rPr lang="en-US" sz="2400" b="1" dirty="0" err="1"/>
                <a:t>penting</a:t>
              </a:r>
              <a:r>
                <a:rPr lang="en-US" sz="2400" b="1" dirty="0"/>
                <a:t>! </a:t>
              </a:r>
              <a:endParaRPr lang="en-US" sz="2400" dirty="0"/>
            </a:p>
            <a:p>
              <a:r>
                <a:rPr lang="en-US" sz="2400" dirty="0" err="1"/>
                <a:t>Catatan</a:t>
              </a:r>
              <a:r>
                <a:rPr lang="en-US" sz="2400" dirty="0"/>
                <a:t>: </a:t>
              </a:r>
              <a:r>
                <a:rPr lang="en-US" sz="2400" dirty="0" err="1"/>
                <a:t>urutan</a:t>
              </a:r>
              <a:r>
                <a:rPr lang="en-US" sz="2400" dirty="0"/>
                <a:t> </a:t>
              </a:r>
              <a:r>
                <a:rPr lang="en-US" sz="2400" dirty="0" err="1"/>
                <a:t>nomor</a:t>
              </a:r>
              <a:r>
                <a:rPr lang="en-US" sz="2400" dirty="0"/>
                <a:t> </a:t>
              </a:r>
              <a:r>
                <a:rPr lang="en-US" sz="2400" dirty="0" err="1"/>
                <a:t>satu</a:t>
              </a:r>
              <a:r>
                <a:rPr lang="en-US" sz="2400" dirty="0"/>
                <a:t> </a:t>
              </a:r>
              <a:r>
                <a:rPr lang="en-US" sz="2400" dirty="0" err="1"/>
                <a:t>adalah</a:t>
              </a:r>
              <a:r>
                <a:rPr lang="en-US" sz="2400" dirty="0"/>
                <a:t> yang </a:t>
              </a:r>
              <a:r>
                <a:rPr lang="en-US" sz="2400" dirty="0" err="1"/>
                <a:t>dinilai</a:t>
              </a:r>
              <a:r>
                <a:rPr lang="en-US" sz="2400" dirty="0"/>
                <a:t>/</a:t>
              </a:r>
              <a:r>
                <a:rPr lang="en-US" sz="2400" dirty="0" err="1"/>
                <a:t>dianggap</a:t>
              </a:r>
              <a:r>
                <a:rPr lang="en-US" sz="2400" dirty="0"/>
                <a:t> paling </a:t>
              </a:r>
              <a:r>
                <a:rPr lang="en-US" sz="2400" dirty="0" err="1"/>
                <a:t>penting</a:t>
              </a:r>
              <a:r>
                <a:rPr lang="en-US" sz="2400" dirty="0"/>
                <a:t>.</a:t>
              </a:r>
            </a:p>
          </p:txBody>
        </p:sp>
      </p:grpSp>
    </p:spTree>
    <p:extLst>
      <p:ext uri="{BB962C8B-B14F-4D97-AF65-F5344CB8AC3E}">
        <p14:creationId xmlns:p14="http://schemas.microsoft.com/office/powerpoint/2010/main" val="289111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76837040"/>
              </p:ext>
            </p:extLst>
          </p:nvPr>
        </p:nvGraphicFramePr>
        <p:xfrm>
          <a:off x="457201" y="1705232"/>
          <a:ext cx="11047050" cy="4851939"/>
        </p:xfrm>
        <a:graphic>
          <a:graphicData uri="http://schemas.openxmlformats.org/drawingml/2006/table">
            <a:tbl>
              <a:tblPr firstRow="1" firstCol="1" bandRow="1">
                <a:tableStyleId>{BDBED569-4797-4DF1-A0F4-6AAB3CD982D8}</a:tableStyleId>
              </a:tblPr>
              <a:tblGrid>
                <a:gridCol w="5494675">
                  <a:extLst>
                    <a:ext uri="{9D8B030D-6E8A-4147-A177-3AD203B41FA5}">
                      <a16:colId xmlns:a16="http://schemas.microsoft.com/office/drawing/2014/main" val="20000"/>
                    </a:ext>
                  </a:extLst>
                </a:gridCol>
                <a:gridCol w="5552375">
                  <a:extLst>
                    <a:ext uri="{9D8B030D-6E8A-4147-A177-3AD203B41FA5}">
                      <a16:colId xmlns:a16="http://schemas.microsoft.com/office/drawing/2014/main" val="20001"/>
                    </a:ext>
                  </a:extLst>
                </a:gridCol>
              </a:tblGrid>
              <a:tr h="304343">
                <a:tc gridSpan="2">
                  <a:txBody>
                    <a:bodyPr/>
                    <a:lstStyle/>
                    <a:p>
                      <a:pPr marL="0" marR="0" algn="ctr">
                        <a:spcBef>
                          <a:spcPts val="0"/>
                        </a:spcBef>
                        <a:spcAft>
                          <a:spcPts val="0"/>
                        </a:spcAft>
                      </a:pPr>
                      <a:r>
                        <a:rPr lang="en-US" sz="2000" b="1" dirty="0">
                          <a:effectLst/>
                        </a:rPr>
                        <a:t>CONTOH KARAKTER DAN KEPRIBADIAN INDIVIDU</a:t>
                      </a:r>
                      <a:endParaRPr lang="en-US" sz="2000" b="1" dirty="0">
                        <a:effectLst/>
                        <a:latin typeface="Times New Roman"/>
                        <a:ea typeface="Times New Roman"/>
                        <a:cs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4547139">
                <a:tc>
                  <a:txBody>
                    <a:bodyPr/>
                    <a:lstStyle/>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Penyabar</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a:solidFill>
                            <a:schemeClr val="tx1"/>
                          </a:solidFill>
                          <a:effectLst/>
                        </a:rPr>
                        <a:t>Ceria</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Percaya</a:t>
                      </a:r>
                      <a:r>
                        <a:rPr lang="en-US" sz="2000" b="1" dirty="0">
                          <a:solidFill>
                            <a:schemeClr val="tx1"/>
                          </a:solidFill>
                          <a:effectLst/>
                        </a:rPr>
                        <a:t> </a:t>
                      </a:r>
                      <a:r>
                        <a:rPr lang="en-US" sz="2000" b="1" dirty="0" err="1">
                          <a:solidFill>
                            <a:schemeClr val="tx1"/>
                          </a:solidFill>
                          <a:effectLst/>
                        </a:rPr>
                        <a:t>diri</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Pemaaf</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Pemberani</a:t>
                      </a:r>
                      <a:r>
                        <a:rPr lang="en-US" sz="2000" b="1" dirty="0">
                          <a:solidFill>
                            <a:schemeClr val="tx1"/>
                          </a:solidFill>
                          <a:effectLst/>
                        </a:rPr>
                        <a:t> </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Penyayang</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Rajin</a:t>
                      </a:r>
                      <a:r>
                        <a:rPr lang="en-US" sz="2000" b="1" dirty="0">
                          <a:solidFill>
                            <a:schemeClr val="tx1"/>
                          </a:solidFill>
                          <a:effectLst/>
                        </a:rPr>
                        <a:t> </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Rendah</a:t>
                      </a:r>
                      <a:r>
                        <a:rPr lang="en-US" sz="2000" b="1" dirty="0">
                          <a:solidFill>
                            <a:schemeClr val="tx1"/>
                          </a:solidFill>
                          <a:effectLst/>
                        </a:rPr>
                        <a:t> </a:t>
                      </a:r>
                      <a:r>
                        <a:rPr lang="en-US" sz="2000" b="1" dirty="0" err="1">
                          <a:solidFill>
                            <a:schemeClr val="tx1"/>
                          </a:solidFill>
                          <a:effectLst/>
                        </a:rPr>
                        <a:t>hati</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Peduli</a:t>
                      </a:r>
                      <a:r>
                        <a:rPr lang="en-US" sz="2000" b="1" dirty="0">
                          <a:solidFill>
                            <a:schemeClr val="tx1"/>
                          </a:solidFill>
                          <a:effectLst/>
                        </a:rPr>
                        <a:t> </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Bijaksana</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Setia</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Hemat</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Dermawan</a:t>
                      </a:r>
                      <a:r>
                        <a:rPr lang="en-US" sz="2000" b="1" dirty="0">
                          <a:solidFill>
                            <a:schemeClr val="tx1"/>
                          </a:solidFill>
                          <a:effectLst/>
                        </a:rPr>
                        <a:t> / </a:t>
                      </a:r>
                      <a:r>
                        <a:rPr lang="en-US" sz="2000" b="1" dirty="0" err="1">
                          <a:solidFill>
                            <a:schemeClr val="tx1"/>
                          </a:solidFill>
                          <a:effectLst/>
                        </a:rPr>
                        <a:t>murah</a:t>
                      </a:r>
                      <a:r>
                        <a:rPr lang="en-US" sz="2000" b="1" dirty="0">
                          <a:solidFill>
                            <a:schemeClr val="tx1"/>
                          </a:solidFill>
                          <a:effectLst/>
                        </a:rPr>
                        <a:t> </a:t>
                      </a:r>
                      <a:r>
                        <a:rPr lang="en-US" sz="2000" b="1" dirty="0" err="1">
                          <a:solidFill>
                            <a:schemeClr val="tx1"/>
                          </a:solidFill>
                          <a:effectLst/>
                        </a:rPr>
                        <a:t>hati</a:t>
                      </a:r>
                      <a:endParaRPr lang="en-US" sz="2000" b="1" dirty="0">
                        <a:solidFill>
                          <a:schemeClr val="tx1"/>
                        </a:solidFill>
                        <a:effectLst/>
                        <a:latin typeface="Times New Roman"/>
                        <a:ea typeface="Times New Roman"/>
                        <a:cs typeface="Times New Roman"/>
                      </a:endParaRPr>
                    </a:p>
                  </a:txBody>
                  <a:tcPr marL="68580" marR="68580" marT="0" marB="0"/>
                </a:tc>
                <a:tc>
                  <a:txBody>
                    <a:bodyPr/>
                    <a:lstStyle/>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Pemarah</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Pendiam</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Tidak</a:t>
                      </a:r>
                      <a:r>
                        <a:rPr lang="en-US" sz="2000" b="1" dirty="0">
                          <a:solidFill>
                            <a:schemeClr val="tx1"/>
                          </a:solidFill>
                          <a:effectLst/>
                        </a:rPr>
                        <a:t> </a:t>
                      </a:r>
                      <a:r>
                        <a:rPr lang="en-US" sz="2000" b="1" dirty="0" err="1">
                          <a:solidFill>
                            <a:schemeClr val="tx1"/>
                          </a:solidFill>
                          <a:effectLst/>
                        </a:rPr>
                        <a:t>percaya</a:t>
                      </a:r>
                      <a:r>
                        <a:rPr lang="en-US" sz="2000" b="1" dirty="0">
                          <a:solidFill>
                            <a:schemeClr val="tx1"/>
                          </a:solidFill>
                          <a:effectLst/>
                        </a:rPr>
                        <a:t> </a:t>
                      </a:r>
                      <a:r>
                        <a:rPr lang="en-US" sz="2000" b="1" dirty="0" err="1">
                          <a:solidFill>
                            <a:schemeClr val="tx1"/>
                          </a:solidFill>
                          <a:effectLst/>
                        </a:rPr>
                        <a:t>diri</a:t>
                      </a:r>
                      <a:r>
                        <a:rPr lang="en-US" sz="2000" b="1" dirty="0">
                          <a:solidFill>
                            <a:schemeClr val="tx1"/>
                          </a:solidFill>
                          <a:effectLst/>
                        </a:rPr>
                        <a:t> </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Pendendam</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Penakut</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Pembenci</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Pemalas</a:t>
                      </a:r>
                      <a:endParaRPr lang="en-US" sz="2000" b="1" u="none"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u="none" dirty="0" err="1">
                          <a:solidFill>
                            <a:schemeClr val="tx1"/>
                          </a:solidFill>
                          <a:effectLst/>
                        </a:rPr>
                        <a:t>Suka</a:t>
                      </a:r>
                      <a:r>
                        <a:rPr lang="en-US" sz="2000" b="1" u="none" dirty="0">
                          <a:solidFill>
                            <a:schemeClr val="tx1"/>
                          </a:solidFill>
                          <a:effectLst/>
                        </a:rPr>
                        <a:t> </a:t>
                      </a:r>
                      <a:r>
                        <a:rPr lang="en-US" sz="2000" b="1" u="none" dirty="0" err="1">
                          <a:solidFill>
                            <a:schemeClr val="tx1"/>
                          </a:solidFill>
                          <a:effectLst/>
                        </a:rPr>
                        <a:t>menonjolkan</a:t>
                      </a:r>
                      <a:r>
                        <a:rPr lang="en-US" sz="2000" b="1" u="none" dirty="0">
                          <a:solidFill>
                            <a:schemeClr val="tx1"/>
                          </a:solidFill>
                          <a:effectLst/>
                        </a:rPr>
                        <a:t> </a:t>
                      </a:r>
                      <a:r>
                        <a:rPr lang="en-US" sz="2000" b="1" u="none" dirty="0" err="1">
                          <a:solidFill>
                            <a:schemeClr val="tx1"/>
                          </a:solidFill>
                          <a:effectLst/>
                        </a:rPr>
                        <a:t>diri</a:t>
                      </a:r>
                      <a:endParaRPr lang="en-US" sz="2000" b="1" u="none"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Cuek</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u="none" dirty="0" err="1">
                          <a:solidFill>
                            <a:schemeClr val="tx1"/>
                          </a:solidFill>
                          <a:effectLst/>
                        </a:rPr>
                        <a:t>Egois</a:t>
                      </a:r>
                      <a:r>
                        <a:rPr lang="en-US" sz="2000" b="1" u="none" dirty="0">
                          <a:solidFill>
                            <a:schemeClr val="tx1"/>
                          </a:solidFill>
                          <a:effectLst/>
                        </a:rPr>
                        <a:t> </a:t>
                      </a: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Tidak</a:t>
                      </a:r>
                      <a:r>
                        <a:rPr lang="en-US" sz="2000" b="1" dirty="0">
                          <a:solidFill>
                            <a:schemeClr val="tx1"/>
                          </a:solidFill>
                          <a:effectLst/>
                        </a:rPr>
                        <a:t> </a:t>
                      </a:r>
                      <a:r>
                        <a:rPr lang="en-US" sz="2000" b="1" dirty="0" err="1">
                          <a:solidFill>
                            <a:schemeClr val="tx1"/>
                          </a:solidFill>
                          <a:effectLst/>
                        </a:rPr>
                        <a:t>setia</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Boros</a:t>
                      </a:r>
                      <a:endParaRPr lang="en-US" sz="2000" b="1" dirty="0">
                        <a:solidFill>
                          <a:schemeClr val="tx1"/>
                        </a:solidFill>
                        <a:effectLst/>
                      </a:endParaRPr>
                    </a:p>
                    <a:p>
                      <a:pPr marL="342900" marR="0" lvl="0" indent="-342900">
                        <a:spcBef>
                          <a:spcPts val="0"/>
                        </a:spcBef>
                        <a:spcAft>
                          <a:spcPts val="120"/>
                        </a:spcAft>
                        <a:buSzPts val="1000"/>
                        <a:buFont typeface="Symbol"/>
                        <a:buChar char=""/>
                        <a:tabLst>
                          <a:tab pos="457200" algn="l"/>
                        </a:tabLst>
                      </a:pPr>
                      <a:r>
                        <a:rPr lang="en-US" sz="2000" b="1" dirty="0" err="1">
                          <a:solidFill>
                            <a:schemeClr val="tx1"/>
                          </a:solidFill>
                          <a:effectLst/>
                        </a:rPr>
                        <a:t>Pelit</a:t>
                      </a:r>
                      <a:endParaRPr lang="en-US" sz="2000" b="1" dirty="0">
                        <a:solidFill>
                          <a:schemeClr val="tx1"/>
                        </a:solidFill>
                        <a:effectLst/>
                      </a:endParaRPr>
                    </a:p>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a:ea typeface="Times New Roman"/>
                        <a:cs typeface="Times New Roman"/>
                      </a:endParaRPr>
                    </a:p>
                  </a:txBody>
                  <a:tcPr marL="68580" marR="68580" marT="0" marB="0"/>
                </a:tc>
                <a:extLst>
                  <a:ext uri="{0D108BD9-81ED-4DB2-BD59-A6C34878D82A}">
                    <a16:rowId xmlns:a16="http://schemas.microsoft.com/office/drawing/2014/main" val="10001"/>
                  </a:ext>
                </a:extLst>
              </a:tr>
            </a:tbl>
          </a:graphicData>
        </a:graphic>
      </p:graphicFrame>
      <p:sp>
        <p:nvSpPr>
          <p:cNvPr id="6" name="Title 1">
            <a:extLst>
              <a:ext uri="{FF2B5EF4-FFF2-40B4-BE49-F238E27FC236}">
                <a16:creationId xmlns:a16="http://schemas.microsoft.com/office/drawing/2014/main" id="{02EF244A-8CC4-AD4A-9F43-605769818203}"/>
              </a:ext>
            </a:extLst>
          </p:cNvPr>
          <p:cNvSpPr txBox="1">
            <a:spLocks/>
          </p:cNvSpPr>
          <p:nvPr/>
        </p:nvSpPr>
        <p:spPr>
          <a:xfrm>
            <a:off x="457202" y="247178"/>
            <a:ext cx="11306430" cy="1025568"/>
          </a:xfrm>
          <a:prstGeom prst="rect">
            <a:avLst/>
          </a:prstGeom>
          <a:solidFill>
            <a:schemeClr val="accent2">
              <a:lumMod val="20000"/>
              <a:lumOff val="80000"/>
            </a:schemeClr>
          </a:solidFill>
        </p:spPr>
        <p:txBody>
          <a:bodyPr>
            <a:normAutofit fontScale="925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lnSpc>
                <a:spcPct val="150000"/>
              </a:lnSpc>
            </a:pP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Aktivitas</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3: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Memahami</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Kelebihan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dan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Kekuranganku</a:t>
            </a:r>
            <a:endPar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18520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D414048-D385-7A4F-9A9F-DA65E4DF24AE}"/>
              </a:ext>
            </a:extLst>
          </p:cNvPr>
          <p:cNvGraphicFramePr>
            <a:graphicFrameLocks noGrp="1"/>
          </p:cNvGraphicFramePr>
          <p:nvPr>
            <p:extLst>
              <p:ext uri="{D42A27DB-BD31-4B8C-83A1-F6EECF244321}">
                <p14:modId xmlns:p14="http://schemas.microsoft.com/office/powerpoint/2010/main" val="797862529"/>
              </p:ext>
            </p:extLst>
          </p:nvPr>
        </p:nvGraphicFramePr>
        <p:xfrm>
          <a:off x="704334" y="1470454"/>
          <a:ext cx="10515600" cy="5095481"/>
        </p:xfrm>
        <a:graphic>
          <a:graphicData uri="http://schemas.openxmlformats.org/drawingml/2006/table">
            <a:tbl>
              <a:tblPr firstRow="1" firstCol="1" bandRow="1">
                <a:tableStyleId>{5C22544A-7EE6-4342-B048-85BDC9FD1C3A}</a:tableStyleId>
              </a:tblPr>
              <a:tblGrid>
                <a:gridCol w="1798720">
                  <a:extLst>
                    <a:ext uri="{9D8B030D-6E8A-4147-A177-3AD203B41FA5}">
                      <a16:colId xmlns:a16="http://schemas.microsoft.com/office/drawing/2014/main" val="356887377"/>
                    </a:ext>
                  </a:extLst>
                </a:gridCol>
                <a:gridCol w="4150895">
                  <a:extLst>
                    <a:ext uri="{9D8B030D-6E8A-4147-A177-3AD203B41FA5}">
                      <a16:colId xmlns:a16="http://schemas.microsoft.com/office/drawing/2014/main" val="1070139862"/>
                    </a:ext>
                  </a:extLst>
                </a:gridCol>
                <a:gridCol w="4565985">
                  <a:extLst>
                    <a:ext uri="{9D8B030D-6E8A-4147-A177-3AD203B41FA5}">
                      <a16:colId xmlns:a16="http://schemas.microsoft.com/office/drawing/2014/main" val="3658798341"/>
                    </a:ext>
                  </a:extLst>
                </a:gridCol>
              </a:tblGrid>
              <a:tr h="476929">
                <a:tc>
                  <a:txBody>
                    <a:bodyPr/>
                    <a:lstStyle/>
                    <a:p>
                      <a:pPr marL="0" marR="0" algn="ctr">
                        <a:lnSpc>
                          <a:spcPct val="150000"/>
                        </a:lnSpc>
                        <a:spcBef>
                          <a:spcPts val="0"/>
                        </a:spcBef>
                        <a:spcAft>
                          <a:spcPts val="0"/>
                        </a:spcAft>
                      </a:pPr>
                      <a:r>
                        <a:rPr lang="en-US" sz="1200" dirty="0">
                          <a:effectLst/>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Bef>
                          <a:spcPts val="0"/>
                        </a:spcBef>
                        <a:spcAft>
                          <a:spcPts val="0"/>
                        </a:spcAft>
                      </a:pPr>
                      <a:r>
                        <a:rPr lang="en-US" sz="2000" b="1" dirty="0" err="1">
                          <a:effectLst/>
                        </a:rPr>
                        <a:t>Kelebihan</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Bef>
                          <a:spcPts val="0"/>
                        </a:spcBef>
                        <a:spcAft>
                          <a:spcPts val="0"/>
                        </a:spcAft>
                      </a:pPr>
                      <a:r>
                        <a:rPr lang="en-US" sz="2000" dirty="0" err="1">
                          <a:effectLst/>
                        </a:rPr>
                        <a:t>Kekurangan</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50000"/>
                      </a:schemeClr>
                    </a:solidFill>
                  </a:tcPr>
                </a:tc>
                <a:extLst>
                  <a:ext uri="{0D108BD9-81ED-4DB2-BD59-A6C34878D82A}">
                    <a16:rowId xmlns:a16="http://schemas.microsoft.com/office/drawing/2014/main" val="1632357482"/>
                  </a:ext>
                </a:extLst>
              </a:tr>
              <a:tr h="2309276">
                <a:tc>
                  <a:txBody>
                    <a:bodyPr/>
                    <a:lstStyle/>
                    <a:p>
                      <a:pPr marL="0" marR="0" algn="ctr">
                        <a:lnSpc>
                          <a:spcPct val="150000"/>
                        </a:lnSpc>
                        <a:spcBef>
                          <a:spcPts val="0"/>
                        </a:spcBef>
                        <a:spcAft>
                          <a:spcPts val="0"/>
                        </a:spcAft>
                      </a:pPr>
                      <a:r>
                        <a:rPr lang="en-US" sz="2000" dirty="0" err="1">
                          <a:effectLst/>
                        </a:rPr>
                        <a:t>Menurut</a:t>
                      </a:r>
                      <a:r>
                        <a:rPr lang="en-US" sz="2000" dirty="0">
                          <a:effectLst/>
                        </a:rPr>
                        <a:t> </a:t>
                      </a:r>
                    </a:p>
                    <a:p>
                      <a:pPr marL="0" marR="0" algn="ctr">
                        <a:lnSpc>
                          <a:spcPct val="150000"/>
                        </a:lnSpc>
                        <a:spcBef>
                          <a:spcPts val="0"/>
                        </a:spcBef>
                        <a:spcAft>
                          <a:spcPts val="0"/>
                        </a:spcAft>
                      </a:pPr>
                      <a:r>
                        <a:rPr lang="en-US" sz="2000" dirty="0" err="1">
                          <a:effectLst/>
                        </a:rPr>
                        <a:t>Saya</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nSpc>
                          <a:spcPct val="150000"/>
                        </a:lnSpc>
                        <a:spcBef>
                          <a:spcPts val="0"/>
                        </a:spcBef>
                        <a:spcAft>
                          <a:spcPts val="0"/>
                        </a:spcAft>
                      </a:pPr>
                      <a:r>
                        <a:rPr lang="en-US" sz="1200" dirty="0">
                          <a:effectLst/>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98308616"/>
                  </a:ext>
                </a:extLst>
              </a:tr>
              <a:tr h="2309276">
                <a:tc>
                  <a:txBody>
                    <a:bodyPr/>
                    <a:lstStyle/>
                    <a:p>
                      <a:pPr marL="0" marR="0" algn="ctr">
                        <a:lnSpc>
                          <a:spcPct val="150000"/>
                        </a:lnSpc>
                        <a:spcBef>
                          <a:spcPts val="0"/>
                        </a:spcBef>
                        <a:spcAft>
                          <a:spcPts val="0"/>
                        </a:spcAft>
                      </a:pPr>
                      <a:r>
                        <a:rPr lang="en-US" sz="2000" dirty="0" err="1">
                          <a:effectLst/>
                        </a:rPr>
                        <a:t>Menurut</a:t>
                      </a:r>
                      <a:r>
                        <a:rPr lang="en-US" sz="2000" dirty="0">
                          <a:effectLst/>
                        </a:rPr>
                        <a:t> </a:t>
                      </a:r>
                    </a:p>
                    <a:p>
                      <a:pPr marL="0" marR="0" algn="ctr">
                        <a:lnSpc>
                          <a:spcPct val="150000"/>
                        </a:lnSpc>
                        <a:spcBef>
                          <a:spcPts val="0"/>
                        </a:spcBef>
                        <a:spcAft>
                          <a:spcPts val="0"/>
                        </a:spcAft>
                      </a:pPr>
                      <a:r>
                        <a:rPr lang="en-US" sz="2000" dirty="0" err="1">
                          <a:effectLst/>
                        </a:rPr>
                        <a:t>Teman</a:t>
                      </a:r>
                      <a:r>
                        <a:rPr lang="en-US" sz="2000" dirty="0">
                          <a:effectLst/>
                        </a:rPr>
                        <a:t> </a:t>
                      </a:r>
                      <a:r>
                        <a:rPr lang="en-US" sz="2000" dirty="0" err="1">
                          <a:effectLst/>
                        </a:rPr>
                        <a:t>Saya</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p>
                    <a:p>
                      <a:pPr marL="0" marR="0">
                        <a:lnSpc>
                          <a:spcPct val="150000"/>
                        </a:lnSpc>
                        <a:spcBef>
                          <a:spcPts val="0"/>
                        </a:spcBef>
                        <a:spcAft>
                          <a:spcPts val="0"/>
                        </a:spcAft>
                      </a:pPr>
                      <a:r>
                        <a:rPr lang="en-US" sz="1200" dirty="0">
                          <a:effectLst/>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nSpc>
                          <a:spcPct val="150000"/>
                        </a:lnSpc>
                        <a:spcBef>
                          <a:spcPts val="0"/>
                        </a:spcBef>
                        <a:spcAft>
                          <a:spcPts val="0"/>
                        </a:spcAft>
                      </a:pPr>
                      <a:r>
                        <a:rPr lang="en-US" sz="1200" dirty="0">
                          <a:effectLst/>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176991968"/>
                  </a:ext>
                </a:extLst>
              </a:tr>
            </a:tbl>
          </a:graphicData>
        </a:graphic>
      </p:graphicFrame>
      <p:sp>
        <p:nvSpPr>
          <p:cNvPr id="3" name="Title 1">
            <a:extLst>
              <a:ext uri="{FF2B5EF4-FFF2-40B4-BE49-F238E27FC236}">
                <a16:creationId xmlns:a16="http://schemas.microsoft.com/office/drawing/2014/main" id="{A3618D9D-9BF2-F945-AB7F-56C2E4ED7C73}"/>
              </a:ext>
            </a:extLst>
          </p:cNvPr>
          <p:cNvSpPr txBox="1">
            <a:spLocks/>
          </p:cNvSpPr>
          <p:nvPr/>
        </p:nvSpPr>
        <p:spPr>
          <a:xfrm>
            <a:off x="704334" y="247178"/>
            <a:ext cx="10849233" cy="1025568"/>
          </a:xfrm>
          <a:prstGeom prst="rect">
            <a:avLst/>
          </a:prstGeom>
          <a:solidFill>
            <a:schemeClr val="accent2">
              <a:lumMod val="20000"/>
              <a:lumOff val="80000"/>
            </a:schemeClr>
          </a:solidFill>
        </p:spPr>
        <p:txBody>
          <a:bodyPr>
            <a:normAutofit fontScale="925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lnSpc>
                <a:spcPct val="150000"/>
              </a:lnSpc>
            </a:pP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Aktivitas</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3: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Memahami</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Kelebihan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dan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Kekuranganku</a:t>
            </a:r>
            <a:endPar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83986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334" y="247178"/>
            <a:ext cx="10849233" cy="887823"/>
          </a:xfrm>
          <a:solidFill>
            <a:schemeClr val="accent2">
              <a:lumMod val="20000"/>
              <a:lumOff val="80000"/>
            </a:schemeClr>
          </a:solidFill>
        </p:spPr>
        <p:txBody>
          <a:bodyPr>
            <a:normAutofit/>
          </a:bodyPr>
          <a:lstStyle/>
          <a:p>
            <a:pPr algn="ct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Konsep</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Diri</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Remaja</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yang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Sehat</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3" name="Content Placeholder 2"/>
          <p:cNvSpPr>
            <a:spLocks noGrp="1"/>
          </p:cNvSpPr>
          <p:nvPr>
            <p:ph idx="1"/>
          </p:nvPr>
        </p:nvSpPr>
        <p:spPr>
          <a:xfrm>
            <a:off x="5560540" y="1235676"/>
            <a:ext cx="6252519" cy="5061727"/>
          </a:xfrm>
        </p:spPr>
        <p:style>
          <a:lnRef idx="1">
            <a:schemeClr val="accent1"/>
          </a:lnRef>
          <a:fillRef idx="2">
            <a:schemeClr val="accent1"/>
          </a:fillRef>
          <a:effectRef idx="1">
            <a:schemeClr val="accent1"/>
          </a:effectRef>
          <a:fontRef idx="minor">
            <a:schemeClr val="dk1"/>
          </a:fontRef>
        </p:style>
        <p:txBody>
          <a:bodyPr>
            <a:normAutofit fontScale="92500"/>
          </a:bodyPr>
          <a:lstStyle/>
          <a:p>
            <a:pPr>
              <a:spcBef>
                <a:spcPts val="300"/>
              </a:spcBef>
              <a:buFont typeface="Wingdings" pitchFamily="2" charset="2"/>
              <a:buChar char="§"/>
              <a:defRPr/>
            </a:pPr>
            <a:r>
              <a:rPr lang="fr-FR" sz="2400" dirty="0" err="1"/>
              <a:t>Setiap</a:t>
            </a:r>
            <a:r>
              <a:rPr lang="fr-FR" sz="2400" dirty="0"/>
              <a:t> orang </a:t>
            </a:r>
            <a:r>
              <a:rPr lang="fr-FR" sz="2400" dirty="0" err="1"/>
              <a:t>perlu</a:t>
            </a:r>
            <a:r>
              <a:rPr lang="fr-FR" sz="2400" dirty="0"/>
              <a:t> </a:t>
            </a:r>
            <a:r>
              <a:rPr lang="fr-FR" sz="2400" dirty="0" err="1"/>
              <a:t>mengetahui</a:t>
            </a:r>
            <a:r>
              <a:rPr lang="fr-FR" sz="2400" dirty="0"/>
              <a:t> dan </a:t>
            </a:r>
            <a:r>
              <a:rPr lang="fr-FR" sz="2400" dirty="0" err="1"/>
              <a:t>memahami</a:t>
            </a:r>
            <a:r>
              <a:rPr lang="fr-FR" sz="2400" dirty="0"/>
              <a:t> </a:t>
            </a:r>
            <a:r>
              <a:rPr lang="fr-FR" sz="2400" dirty="0" err="1"/>
              <a:t>dirinya</a:t>
            </a:r>
            <a:r>
              <a:rPr lang="fr-FR" sz="2400" dirty="0"/>
              <a:t> agar </a:t>
            </a:r>
            <a:r>
              <a:rPr lang="fr-FR" sz="2400" dirty="0" err="1"/>
              <a:t>mampu</a:t>
            </a:r>
            <a:r>
              <a:rPr lang="fr-FR" sz="2400" dirty="0"/>
              <a:t> </a:t>
            </a:r>
            <a:r>
              <a:rPr lang="fr-FR" sz="2400" dirty="0" err="1"/>
              <a:t>menumbuhkan</a:t>
            </a:r>
            <a:r>
              <a:rPr lang="fr-FR" sz="2400" dirty="0"/>
              <a:t> dan </a:t>
            </a:r>
            <a:r>
              <a:rPr lang="fr-FR" sz="2400" dirty="0" err="1"/>
              <a:t>mengembangkan</a:t>
            </a:r>
            <a:r>
              <a:rPr lang="fr-FR" sz="2400" dirty="0"/>
              <a:t> </a:t>
            </a:r>
            <a:r>
              <a:rPr lang="fr-FR" sz="2400" dirty="0" err="1"/>
              <a:t>kemampuannya</a:t>
            </a:r>
            <a:r>
              <a:rPr lang="fr-FR" sz="2400" dirty="0"/>
              <a:t>. </a:t>
            </a:r>
            <a:r>
              <a:rPr lang="fr-FR" sz="2400" dirty="0" err="1"/>
              <a:t>Setelah</a:t>
            </a:r>
            <a:r>
              <a:rPr lang="fr-FR" sz="2400" dirty="0"/>
              <a:t> </a:t>
            </a:r>
            <a:r>
              <a:rPr lang="fr-FR" sz="2400" dirty="0" err="1"/>
              <a:t>seseorang</a:t>
            </a:r>
            <a:r>
              <a:rPr lang="fr-FR" sz="2400" dirty="0"/>
              <a:t> </a:t>
            </a:r>
            <a:r>
              <a:rPr lang="fr-FR" sz="2400" dirty="0" err="1"/>
              <a:t>mengetahui</a:t>
            </a:r>
            <a:r>
              <a:rPr lang="fr-FR" sz="2400" dirty="0"/>
              <a:t> </a:t>
            </a:r>
            <a:r>
              <a:rPr lang="fr-FR" sz="2400" dirty="0" err="1"/>
              <a:t>dirinya</a:t>
            </a:r>
            <a:r>
              <a:rPr lang="fr-FR" sz="2400" dirty="0"/>
              <a:t>, </a:t>
            </a:r>
            <a:r>
              <a:rPr lang="fr-FR" sz="2400" dirty="0" err="1"/>
              <a:t>maka</a:t>
            </a:r>
            <a:r>
              <a:rPr lang="fr-FR" sz="2400" dirty="0"/>
              <a:t> </a:t>
            </a:r>
            <a:r>
              <a:rPr lang="fr-FR" sz="2400" dirty="0" err="1"/>
              <a:t>terbentuklah</a:t>
            </a:r>
            <a:r>
              <a:rPr lang="fr-FR" sz="2400" dirty="0"/>
              <a:t> </a:t>
            </a:r>
            <a:r>
              <a:rPr lang="fr-FR" sz="2400" dirty="0" err="1"/>
              <a:t>sikap</a:t>
            </a:r>
            <a:r>
              <a:rPr lang="fr-FR" sz="2400" dirty="0"/>
              <a:t> dan </a:t>
            </a:r>
            <a:r>
              <a:rPr lang="fr-FR" sz="2400" dirty="0" err="1"/>
              <a:t>perilaku</a:t>
            </a:r>
            <a:r>
              <a:rPr lang="fr-FR" sz="2400" dirty="0"/>
              <a:t> </a:t>
            </a:r>
            <a:r>
              <a:rPr lang="fr-FR" sz="2400" dirty="0" err="1"/>
              <a:t>dalam</a:t>
            </a:r>
            <a:r>
              <a:rPr lang="fr-FR" sz="2400" dirty="0"/>
              <a:t> </a:t>
            </a:r>
            <a:r>
              <a:rPr lang="fr-FR" sz="2400" dirty="0" err="1"/>
              <a:t>menentukan</a:t>
            </a:r>
            <a:r>
              <a:rPr lang="fr-FR" sz="2400" dirty="0"/>
              <a:t> </a:t>
            </a:r>
            <a:r>
              <a:rPr lang="fr-FR" sz="2400" dirty="0" err="1"/>
              <a:t>arah</a:t>
            </a:r>
            <a:r>
              <a:rPr lang="fr-FR" sz="2400" dirty="0"/>
              <a:t> dan </a:t>
            </a:r>
            <a:r>
              <a:rPr lang="fr-FR" sz="2400" dirty="0" err="1"/>
              <a:t>prinsip</a:t>
            </a:r>
            <a:r>
              <a:rPr lang="fr-FR" sz="2400" dirty="0"/>
              <a:t> </a:t>
            </a:r>
            <a:r>
              <a:rPr lang="fr-FR" sz="2400" dirty="0" err="1"/>
              <a:t>hidup</a:t>
            </a:r>
            <a:r>
              <a:rPr lang="fr-FR" sz="2400" dirty="0"/>
              <a:t> yang </a:t>
            </a:r>
            <a:r>
              <a:rPr lang="fr-FR" sz="2400" dirty="0" err="1"/>
              <a:t>diinginkan</a:t>
            </a:r>
            <a:r>
              <a:rPr lang="fr-FR" sz="2400" dirty="0"/>
              <a:t> </a:t>
            </a:r>
          </a:p>
          <a:p>
            <a:pPr>
              <a:spcBef>
                <a:spcPts val="300"/>
              </a:spcBef>
              <a:buFont typeface="Wingdings" pitchFamily="2" charset="2"/>
              <a:buChar char="§"/>
              <a:defRPr/>
            </a:pPr>
            <a:r>
              <a:rPr lang="en-US" sz="2400" dirty="0" err="1"/>
              <a:t>Konsep</a:t>
            </a:r>
            <a:r>
              <a:rPr lang="en-US" sz="2400" dirty="0"/>
              <a:t> </a:t>
            </a:r>
            <a:r>
              <a:rPr lang="en-US" sz="2400" dirty="0" err="1"/>
              <a:t>diri</a:t>
            </a:r>
            <a:r>
              <a:rPr lang="en-US" sz="2400" dirty="0"/>
              <a:t> </a:t>
            </a:r>
            <a:r>
              <a:rPr lang="en-US" sz="2400" dirty="0" err="1"/>
              <a:t>merupakan</a:t>
            </a:r>
            <a:r>
              <a:rPr lang="en-US" sz="2400" dirty="0"/>
              <a:t> </a:t>
            </a:r>
            <a:r>
              <a:rPr lang="en-US" sz="2400" dirty="0" err="1"/>
              <a:t>pandangan</a:t>
            </a:r>
            <a:r>
              <a:rPr lang="en-US" sz="2400" dirty="0"/>
              <a:t> </a:t>
            </a:r>
            <a:r>
              <a:rPr lang="en-US" sz="2400" dirty="0" err="1"/>
              <a:t>seseorang</a:t>
            </a:r>
            <a:r>
              <a:rPr lang="en-US" sz="2400" dirty="0"/>
              <a:t>  </a:t>
            </a:r>
            <a:r>
              <a:rPr lang="en-US" sz="2400" dirty="0" err="1"/>
              <a:t>mengenai</a:t>
            </a:r>
            <a:r>
              <a:rPr lang="en-US" sz="2400" dirty="0"/>
              <a:t> </a:t>
            </a:r>
            <a:r>
              <a:rPr lang="en-US" sz="2400" dirty="0" err="1"/>
              <a:t>dirinya</a:t>
            </a:r>
            <a:r>
              <a:rPr lang="en-US" sz="2400" dirty="0"/>
              <a:t> </a:t>
            </a:r>
            <a:r>
              <a:rPr lang="en-US" sz="2400" dirty="0" err="1"/>
              <a:t>sendiri</a:t>
            </a:r>
            <a:r>
              <a:rPr lang="en-US" sz="2400" dirty="0"/>
              <a:t>, </a:t>
            </a:r>
            <a:r>
              <a:rPr lang="en-US" sz="2400" dirty="0" err="1"/>
              <a:t>baik</a:t>
            </a:r>
            <a:r>
              <a:rPr lang="en-US" sz="2400" dirty="0"/>
              <a:t> </a:t>
            </a:r>
            <a:r>
              <a:rPr lang="en-US" sz="2400" dirty="0" err="1"/>
              <a:t>fisik</a:t>
            </a:r>
            <a:r>
              <a:rPr lang="en-US" sz="2400" dirty="0"/>
              <a:t>, </a:t>
            </a:r>
            <a:r>
              <a:rPr lang="en-US" sz="2400" dirty="0" err="1"/>
              <a:t>psikis</a:t>
            </a:r>
            <a:r>
              <a:rPr lang="en-US" sz="2400" dirty="0"/>
              <a:t>, </a:t>
            </a:r>
            <a:r>
              <a:rPr lang="en-US" sz="2400" dirty="0" err="1"/>
              <a:t>emosi</a:t>
            </a:r>
            <a:r>
              <a:rPr lang="en-US" sz="2400" dirty="0"/>
              <a:t>, </a:t>
            </a:r>
            <a:r>
              <a:rPr lang="en-US" sz="2400" dirty="0" err="1"/>
              <a:t>maupun</a:t>
            </a:r>
            <a:r>
              <a:rPr lang="en-US" sz="2400" dirty="0"/>
              <a:t> </a:t>
            </a:r>
            <a:r>
              <a:rPr lang="en-US" sz="2400" dirty="0" err="1"/>
              <a:t>sosial</a:t>
            </a:r>
            <a:r>
              <a:rPr lang="en-US" sz="2400" dirty="0"/>
              <a:t>.</a:t>
            </a:r>
          </a:p>
          <a:p>
            <a:pPr eaLnBrk="1" fontAlgn="auto" hangingPunct="1">
              <a:spcBef>
                <a:spcPts val="300"/>
              </a:spcBef>
              <a:spcAft>
                <a:spcPts val="0"/>
              </a:spcAft>
              <a:buFont typeface="Wingdings" pitchFamily="2" charset="2"/>
              <a:buChar char="§"/>
              <a:defRPr/>
            </a:pPr>
            <a:r>
              <a:rPr lang="en-US" sz="2400" dirty="0" err="1"/>
              <a:t>Konsep</a:t>
            </a:r>
            <a:r>
              <a:rPr lang="en-US" sz="2400" dirty="0"/>
              <a:t> </a:t>
            </a:r>
            <a:r>
              <a:rPr lang="en-US" sz="2400" dirty="0" err="1"/>
              <a:t>diri</a:t>
            </a:r>
            <a:r>
              <a:rPr lang="en-US" sz="2400" dirty="0"/>
              <a:t> yang </a:t>
            </a:r>
            <a:r>
              <a:rPr lang="en-US" sz="2400" dirty="0" err="1"/>
              <a:t>positif</a:t>
            </a:r>
            <a:r>
              <a:rPr lang="en-US" sz="2400" dirty="0"/>
              <a:t> </a:t>
            </a:r>
            <a:r>
              <a:rPr lang="en-US" sz="2400" dirty="0" err="1"/>
              <a:t>menjadikan</a:t>
            </a:r>
            <a:r>
              <a:rPr lang="en-US" sz="2400" dirty="0"/>
              <a:t> </a:t>
            </a:r>
            <a:r>
              <a:rPr lang="en-US" sz="2400" dirty="0" err="1"/>
              <a:t>seseorang</a:t>
            </a:r>
            <a:r>
              <a:rPr lang="en-US" sz="2400" dirty="0"/>
              <a:t> </a:t>
            </a:r>
            <a:r>
              <a:rPr lang="en-US" sz="2400" dirty="0" err="1"/>
              <a:t>memiliki</a:t>
            </a:r>
            <a:r>
              <a:rPr lang="en-US" sz="2400" dirty="0"/>
              <a:t> </a:t>
            </a:r>
            <a:r>
              <a:rPr lang="en-US" sz="2400" dirty="0" err="1"/>
              <a:t>harga</a:t>
            </a:r>
            <a:r>
              <a:rPr lang="en-US" sz="2400" dirty="0"/>
              <a:t> </a:t>
            </a:r>
            <a:r>
              <a:rPr lang="en-US" sz="2400" dirty="0" err="1"/>
              <a:t>diri</a:t>
            </a:r>
            <a:r>
              <a:rPr lang="en-US" sz="2400" dirty="0"/>
              <a:t> yang </a:t>
            </a:r>
            <a:r>
              <a:rPr lang="en-US" sz="2400" dirty="0" err="1"/>
              <a:t>kuat</a:t>
            </a:r>
            <a:endParaRPr lang="en-US" sz="2400" dirty="0"/>
          </a:p>
          <a:p>
            <a:pPr>
              <a:spcBef>
                <a:spcPts val="300"/>
              </a:spcBef>
              <a:buFont typeface="Wingdings" pitchFamily="2" charset="2"/>
              <a:buChar char="§"/>
              <a:defRPr/>
            </a:pPr>
            <a:r>
              <a:rPr lang="fr-FR" sz="2400" dirty="0" err="1"/>
              <a:t>Konsep</a:t>
            </a:r>
            <a:r>
              <a:rPr lang="fr-FR" sz="2400" dirty="0"/>
              <a:t> </a:t>
            </a:r>
            <a:r>
              <a:rPr lang="fr-FR" sz="2400" dirty="0" err="1"/>
              <a:t>Diri</a:t>
            </a:r>
            <a:r>
              <a:rPr lang="fr-FR" sz="2400" dirty="0"/>
              <a:t> </a:t>
            </a:r>
            <a:r>
              <a:rPr lang="fr-FR" sz="2400" dirty="0" err="1"/>
              <a:t>seseorang</a:t>
            </a:r>
            <a:r>
              <a:rPr lang="fr-FR" sz="2400" dirty="0"/>
              <a:t> </a:t>
            </a:r>
            <a:r>
              <a:rPr lang="fr-FR" sz="2400" dirty="0" err="1"/>
              <a:t>bukan</a:t>
            </a:r>
            <a:r>
              <a:rPr lang="fr-FR" sz="2400" dirty="0"/>
              <a:t> </a:t>
            </a:r>
            <a:r>
              <a:rPr lang="fr-FR" sz="2400" dirty="0" err="1"/>
              <a:t>suatu</a:t>
            </a:r>
            <a:r>
              <a:rPr lang="fr-FR" sz="2400" dirty="0"/>
              <a:t> yang </a:t>
            </a:r>
            <a:r>
              <a:rPr lang="fr-FR" sz="2400" dirty="0" err="1"/>
              <a:t>langsung</a:t>
            </a:r>
            <a:r>
              <a:rPr lang="fr-FR" sz="2400" dirty="0"/>
              <a:t> </a:t>
            </a:r>
            <a:r>
              <a:rPr lang="fr-FR" sz="2400" dirty="0" err="1"/>
              <a:t>jadi</a:t>
            </a:r>
            <a:r>
              <a:rPr lang="fr-FR" sz="2400" dirty="0"/>
              <a:t>, </a:t>
            </a:r>
            <a:r>
              <a:rPr lang="fr-FR" sz="2400" dirty="0" err="1"/>
              <a:t>melainkan</a:t>
            </a:r>
            <a:r>
              <a:rPr lang="fr-FR" sz="2400" dirty="0"/>
              <a:t> </a:t>
            </a:r>
            <a:r>
              <a:rPr lang="fr-FR" sz="2400" dirty="0" err="1"/>
              <a:t>diperoleh</a:t>
            </a:r>
            <a:r>
              <a:rPr lang="fr-FR" sz="2400" dirty="0"/>
              <a:t> dan </a:t>
            </a:r>
            <a:r>
              <a:rPr lang="fr-FR" sz="2400" dirty="0" err="1"/>
              <a:t>dibentuk</a:t>
            </a:r>
            <a:r>
              <a:rPr lang="fr-FR" sz="2400" dirty="0"/>
              <a:t> </a:t>
            </a:r>
            <a:r>
              <a:rPr lang="fr-FR" sz="2400" dirty="0" err="1"/>
              <a:t>melalui</a:t>
            </a:r>
            <a:r>
              <a:rPr lang="fr-FR" sz="2400" dirty="0"/>
              <a:t> </a:t>
            </a:r>
            <a:r>
              <a:rPr lang="fr-FR" sz="2400" dirty="0" err="1"/>
              <a:t>pendidikan</a:t>
            </a:r>
            <a:r>
              <a:rPr lang="fr-FR" sz="2400" dirty="0"/>
              <a:t>, </a:t>
            </a:r>
            <a:r>
              <a:rPr lang="fr-FR" sz="2400" dirty="0" err="1"/>
              <a:t>pengalaman</a:t>
            </a:r>
            <a:r>
              <a:rPr lang="fr-FR" sz="2400" dirty="0"/>
              <a:t> </a:t>
            </a:r>
            <a:r>
              <a:rPr lang="fr-FR" sz="2400" dirty="0" err="1"/>
              <a:t>serta</a:t>
            </a:r>
            <a:r>
              <a:rPr lang="fr-FR" sz="2400" dirty="0"/>
              <a:t> </a:t>
            </a:r>
            <a:r>
              <a:rPr lang="fr-FR" sz="2400" dirty="0" err="1"/>
              <a:t>pengaruh</a:t>
            </a:r>
            <a:r>
              <a:rPr lang="fr-FR" sz="2400" dirty="0"/>
              <a:t> </a:t>
            </a:r>
            <a:r>
              <a:rPr lang="fr-FR" sz="2400" dirty="0" err="1"/>
              <a:t>lingkungan</a:t>
            </a:r>
            <a:endParaRPr lang="en-US" sz="2400" dirty="0"/>
          </a:p>
        </p:txBody>
      </p:sp>
      <p:graphicFrame>
        <p:nvGraphicFramePr>
          <p:cNvPr id="4" name="Diagram 3">
            <a:extLst>
              <a:ext uri="{FF2B5EF4-FFF2-40B4-BE49-F238E27FC236}">
                <a16:creationId xmlns:a16="http://schemas.microsoft.com/office/drawing/2014/main" id="{12C7443E-6BC3-F547-B2FC-E853BB3E762D}"/>
              </a:ext>
            </a:extLst>
          </p:cNvPr>
          <p:cNvGraphicFramePr/>
          <p:nvPr>
            <p:extLst>
              <p:ext uri="{D42A27DB-BD31-4B8C-83A1-F6EECF244321}">
                <p14:modId xmlns:p14="http://schemas.microsoft.com/office/powerpoint/2010/main" val="2909663425"/>
              </p:ext>
            </p:extLst>
          </p:nvPr>
        </p:nvGraphicFramePr>
        <p:xfrm>
          <a:off x="-172995" y="1328166"/>
          <a:ext cx="6005384" cy="46772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5457944"/>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1978" y="222422"/>
            <a:ext cx="10771709" cy="1754326"/>
          </a:xfrm>
          <a:prstGeom prst="rect">
            <a:avLst/>
          </a:prstGeom>
          <a:solidFill>
            <a:schemeClr val="accent1">
              <a:lumMod val="75000"/>
            </a:schemeClr>
          </a:solidFill>
          <a:ln>
            <a:solidFill>
              <a:srgbClr val="0070C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err="1">
                <a:ln w="11430"/>
                <a:solidFill>
                  <a:srgbClr val="FFFF00"/>
                </a:solidFill>
                <a:effectLst>
                  <a:outerShdw blurRad="76200" dist="50800" dir="5400000" algn="tl" rotWithShape="0">
                    <a:srgbClr val="000000">
                      <a:alpha val="65000"/>
                    </a:srgbClr>
                  </a:outerShdw>
                </a:effectLst>
              </a:rPr>
              <a:t>Memahami</a:t>
            </a:r>
            <a:r>
              <a:rPr lang="en-US" sz="5400" b="1" spc="50" dirty="0">
                <a:ln w="11430"/>
                <a:solidFill>
                  <a:srgbClr val="FFFF00"/>
                </a:solidFill>
                <a:effectLst>
                  <a:outerShdw blurRad="76200" dist="50800" dir="5400000" algn="tl" rotWithShape="0">
                    <a:srgbClr val="000000">
                      <a:alpha val="65000"/>
                    </a:srgbClr>
                  </a:outerShdw>
                </a:effectLst>
              </a:rPr>
              <a:t> </a:t>
            </a:r>
            <a:r>
              <a:rPr lang="en-US" sz="5400" b="1" spc="50" dirty="0" err="1">
                <a:ln w="11430"/>
                <a:solidFill>
                  <a:srgbClr val="FFFF00"/>
                </a:solidFill>
                <a:effectLst>
                  <a:outerShdw blurRad="76200" dist="50800" dir="5400000" algn="tl" rotWithShape="0">
                    <a:srgbClr val="000000">
                      <a:alpha val="65000"/>
                    </a:srgbClr>
                  </a:outerShdw>
                </a:effectLst>
              </a:rPr>
              <a:t>Karakter</a:t>
            </a:r>
            <a:r>
              <a:rPr lang="en-US" sz="5400" b="1" spc="50" dirty="0">
                <a:ln w="11430"/>
                <a:solidFill>
                  <a:srgbClr val="FFFF00"/>
                </a:solidFill>
                <a:effectLst>
                  <a:outerShdw blurRad="76200" dist="50800" dir="5400000" algn="tl" rotWithShape="0">
                    <a:srgbClr val="000000">
                      <a:alpha val="65000"/>
                    </a:srgbClr>
                  </a:outerShdw>
                </a:effectLst>
              </a:rPr>
              <a:t> </a:t>
            </a:r>
          </a:p>
          <a:p>
            <a:pPr algn="ctr"/>
            <a:r>
              <a:rPr lang="en-US" sz="5400" b="1" spc="50" dirty="0">
                <a:ln w="11430"/>
                <a:solidFill>
                  <a:srgbClr val="FFFF00"/>
                </a:solidFill>
                <a:effectLst>
                  <a:outerShdw blurRad="76200" dist="50800" dir="5400000" algn="tl" rotWithShape="0">
                    <a:srgbClr val="000000">
                      <a:alpha val="65000"/>
                    </a:srgbClr>
                  </a:outerShdw>
                </a:effectLst>
              </a:rPr>
              <a:t>Dan </a:t>
            </a:r>
            <a:r>
              <a:rPr lang="en-US" sz="5400" b="1" spc="50" dirty="0" err="1">
                <a:ln w="11430"/>
                <a:solidFill>
                  <a:srgbClr val="FFFF00"/>
                </a:solidFill>
                <a:effectLst>
                  <a:outerShdw blurRad="76200" dist="50800" dir="5400000" algn="tl" rotWithShape="0">
                    <a:srgbClr val="000000">
                      <a:alpha val="65000"/>
                    </a:srgbClr>
                  </a:outerShdw>
                </a:effectLst>
              </a:rPr>
              <a:t>Kepribadian</a:t>
            </a:r>
            <a:r>
              <a:rPr lang="en-US" sz="5400" b="1" spc="50" dirty="0">
                <a:ln w="11430"/>
                <a:solidFill>
                  <a:srgbClr val="FFFF00"/>
                </a:solidFill>
                <a:effectLst>
                  <a:outerShdw blurRad="76200" dist="50800" dir="5400000" algn="tl" rotWithShape="0">
                    <a:srgbClr val="000000">
                      <a:alpha val="65000"/>
                    </a:srgbClr>
                  </a:outerShdw>
                </a:effectLst>
              </a:rPr>
              <a:t> </a:t>
            </a:r>
            <a:r>
              <a:rPr lang="en-US" sz="5400" b="1" spc="50" dirty="0" err="1">
                <a:ln w="11430"/>
                <a:solidFill>
                  <a:srgbClr val="FFFF00"/>
                </a:solidFill>
                <a:effectLst>
                  <a:outerShdw blurRad="76200" dist="50800" dir="5400000" algn="tl" rotWithShape="0">
                    <a:srgbClr val="000000">
                      <a:alpha val="65000"/>
                    </a:srgbClr>
                  </a:outerShdw>
                </a:effectLst>
              </a:rPr>
              <a:t>Diri</a:t>
            </a:r>
            <a:endParaRPr lang="en-US" sz="5400" b="1" spc="50" dirty="0">
              <a:ln w="11430"/>
              <a:solidFill>
                <a:srgbClr val="FFFF00"/>
              </a:solidFill>
              <a:effectLst>
                <a:outerShdw blurRad="76200" dist="50800" dir="5400000" algn="tl" rotWithShape="0">
                  <a:srgbClr val="000000">
                    <a:alpha val="65000"/>
                  </a:srgbClr>
                </a:outerShdw>
              </a:effectLst>
            </a:endParaRPr>
          </a:p>
        </p:txBody>
      </p:sp>
      <p:sp>
        <p:nvSpPr>
          <p:cNvPr id="4" name="TextBox 3"/>
          <p:cNvSpPr txBox="1"/>
          <p:nvPr/>
        </p:nvSpPr>
        <p:spPr>
          <a:xfrm>
            <a:off x="798896" y="2272603"/>
            <a:ext cx="10664791" cy="3046988"/>
          </a:xfrm>
          <a:prstGeom prst="rect">
            <a:avLst/>
          </a:prstGeom>
          <a:noFill/>
        </p:spPr>
        <p:txBody>
          <a:bodyPr wrap="square" rtlCol="0">
            <a:spAutoFit/>
          </a:bodyPr>
          <a:lstStyle/>
          <a:p>
            <a:pPr marL="342900" indent="-342900" algn="just">
              <a:buFont typeface="Wingdings" pitchFamily="2" charset="2"/>
              <a:buChar char="v"/>
            </a:pPr>
            <a:r>
              <a:rPr lang="en-US" sz="2400" dirty="0" err="1"/>
              <a:t>Karakter</a:t>
            </a:r>
            <a:r>
              <a:rPr lang="en-US" sz="2400" dirty="0"/>
              <a:t> </a:t>
            </a:r>
            <a:r>
              <a:rPr lang="en-US" sz="2400" dirty="0" err="1"/>
              <a:t>adalah</a:t>
            </a:r>
            <a:r>
              <a:rPr lang="en-US" sz="2400" dirty="0"/>
              <a:t> </a:t>
            </a:r>
            <a:r>
              <a:rPr lang="en-US" sz="2400" dirty="0" err="1"/>
              <a:t>tabiat</a:t>
            </a:r>
            <a:r>
              <a:rPr lang="en-US" sz="2400" dirty="0"/>
              <a:t>, </a:t>
            </a:r>
            <a:r>
              <a:rPr lang="en-US" sz="2400" dirty="0" err="1"/>
              <a:t>sifat-sifat</a:t>
            </a:r>
            <a:r>
              <a:rPr lang="en-US" sz="2400" dirty="0"/>
              <a:t> </a:t>
            </a:r>
            <a:r>
              <a:rPr lang="en-US" sz="2400" dirty="0" err="1"/>
              <a:t>kejiwaan</a:t>
            </a:r>
            <a:r>
              <a:rPr lang="en-US" sz="2400" dirty="0"/>
              <a:t>, </a:t>
            </a:r>
            <a:r>
              <a:rPr lang="en-US" sz="2400" dirty="0" err="1"/>
              <a:t>akhlak</a:t>
            </a:r>
            <a:r>
              <a:rPr lang="en-US" sz="2400" dirty="0"/>
              <a:t> </a:t>
            </a:r>
            <a:r>
              <a:rPr lang="en-US" sz="2400" dirty="0" err="1"/>
              <a:t>atau</a:t>
            </a:r>
            <a:r>
              <a:rPr lang="en-US" sz="2400" dirty="0"/>
              <a:t> </a:t>
            </a:r>
            <a:r>
              <a:rPr lang="en-US" sz="2400" dirty="0" err="1"/>
              <a:t>budi</a:t>
            </a:r>
            <a:r>
              <a:rPr lang="en-US" sz="2400" dirty="0"/>
              <a:t> </a:t>
            </a:r>
            <a:r>
              <a:rPr lang="en-US" sz="2400" dirty="0" err="1"/>
              <a:t>pekerti</a:t>
            </a:r>
            <a:r>
              <a:rPr lang="en-US" sz="2400" dirty="0"/>
              <a:t> yang </a:t>
            </a:r>
            <a:r>
              <a:rPr lang="en-US" sz="2400" dirty="0" err="1"/>
              <a:t>membedakan</a:t>
            </a:r>
            <a:r>
              <a:rPr lang="en-US" sz="2400" dirty="0"/>
              <a:t> </a:t>
            </a:r>
            <a:r>
              <a:rPr lang="en-US" sz="2400" dirty="0" err="1"/>
              <a:t>seseorang</a:t>
            </a:r>
            <a:r>
              <a:rPr lang="en-US" sz="2400" dirty="0"/>
              <a:t> </a:t>
            </a:r>
            <a:r>
              <a:rPr lang="en-US" sz="2400" dirty="0" err="1"/>
              <a:t>dengan</a:t>
            </a:r>
            <a:r>
              <a:rPr lang="en-US" sz="2400" dirty="0"/>
              <a:t> yang lain. </a:t>
            </a:r>
            <a:r>
              <a:rPr lang="en-US" sz="2400" dirty="0" err="1"/>
              <a:t>Karakter</a:t>
            </a:r>
            <a:r>
              <a:rPr lang="en-US" sz="2400" dirty="0"/>
              <a:t> </a:t>
            </a:r>
            <a:r>
              <a:rPr lang="en-US" sz="2400" dirty="0" err="1"/>
              <a:t>bisa</a:t>
            </a:r>
            <a:r>
              <a:rPr lang="en-US" sz="2400" dirty="0"/>
              <a:t> </a:t>
            </a:r>
            <a:r>
              <a:rPr lang="en-US" sz="2400" dirty="0" err="1"/>
              <a:t>berarti</a:t>
            </a:r>
            <a:r>
              <a:rPr lang="en-US" sz="2400" dirty="0"/>
              <a:t> </a:t>
            </a:r>
            <a:r>
              <a:rPr lang="en-US" sz="2400" dirty="0" err="1"/>
              <a:t>watak</a:t>
            </a:r>
            <a:r>
              <a:rPr lang="en-US" sz="2400" dirty="0"/>
              <a:t>, </a:t>
            </a:r>
            <a:r>
              <a:rPr lang="en-US" sz="2400" dirty="0" err="1"/>
              <a:t>sedangkan</a:t>
            </a:r>
            <a:r>
              <a:rPr lang="en-US" sz="2400" dirty="0"/>
              <a:t> </a:t>
            </a:r>
            <a:r>
              <a:rPr lang="en-US" sz="2400" dirty="0" err="1"/>
              <a:t>kepribadian</a:t>
            </a:r>
            <a:r>
              <a:rPr lang="en-US" sz="2400" dirty="0"/>
              <a:t> </a:t>
            </a:r>
            <a:r>
              <a:rPr lang="en-US" sz="2400" dirty="0" err="1"/>
              <a:t>adalah</a:t>
            </a:r>
            <a:r>
              <a:rPr lang="en-US" sz="2400" dirty="0"/>
              <a:t> </a:t>
            </a:r>
            <a:r>
              <a:rPr lang="en-US" sz="2400" dirty="0" err="1"/>
              <a:t>keseluruhan</a:t>
            </a:r>
            <a:r>
              <a:rPr lang="en-US" sz="2400" dirty="0"/>
              <a:t> </a:t>
            </a:r>
            <a:r>
              <a:rPr lang="en-US" sz="2400" dirty="0" err="1"/>
              <a:t>cara</a:t>
            </a:r>
            <a:r>
              <a:rPr lang="en-US" sz="2400" dirty="0"/>
              <a:t> </a:t>
            </a:r>
            <a:r>
              <a:rPr lang="en-US" sz="2400" dirty="0" err="1"/>
              <a:t>seorang</a:t>
            </a:r>
            <a:r>
              <a:rPr lang="en-US" sz="2400" dirty="0"/>
              <a:t> </a:t>
            </a:r>
            <a:r>
              <a:rPr lang="en-US" sz="2400" dirty="0" err="1"/>
              <a:t>individu</a:t>
            </a:r>
            <a:r>
              <a:rPr lang="en-US" sz="2400" dirty="0"/>
              <a:t> </a:t>
            </a:r>
            <a:r>
              <a:rPr lang="en-US" sz="2400" dirty="0" err="1"/>
              <a:t>dalam</a:t>
            </a:r>
            <a:r>
              <a:rPr lang="en-US" sz="2400" dirty="0"/>
              <a:t> </a:t>
            </a:r>
            <a:r>
              <a:rPr lang="en-US" sz="2400" dirty="0" err="1"/>
              <a:t>bereaksi</a:t>
            </a:r>
            <a:r>
              <a:rPr lang="en-US" sz="2400" dirty="0"/>
              <a:t> </a:t>
            </a:r>
            <a:r>
              <a:rPr lang="en-US" sz="2400" dirty="0" err="1"/>
              <a:t>dan</a:t>
            </a:r>
            <a:r>
              <a:rPr lang="en-US" sz="2400" dirty="0"/>
              <a:t> </a:t>
            </a:r>
            <a:r>
              <a:rPr lang="en-US" sz="2400" dirty="0" err="1"/>
              <a:t>berinteraksi</a:t>
            </a:r>
            <a:r>
              <a:rPr lang="en-US" sz="2400" dirty="0"/>
              <a:t> </a:t>
            </a:r>
            <a:r>
              <a:rPr lang="en-US" sz="2400" dirty="0" err="1"/>
              <a:t>dengan</a:t>
            </a:r>
            <a:r>
              <a:rPr lang="en-US" sz="2400" dirty="0"/>
              <a:t> orang lain. </a:t>
            </a:r>
          </a:p>
          <a:p>
            <a:pPr marL="342900" indent="-342900" algn="just">
              <a:buFont typeface="Wingdings" pitchFamily="2" charset="2"/>
              <a:buChar char="v"/>
            </a:pPr>
            <a:r>
              <a:rPr lang="en-US" sz="2400" dirty="0" err="1"/>
              <a:t>Kepribadian</a:t>
            </a:r>
            <a:r>
              <a:rPr lang="en-US" sz="2400" dirty="0"/>
              <a:t> </a:t>
            </a:r>
            <a:r>
              <a:rPr lang="en-US" sz="2400" dirty="0" err="1"/>
              <a:t>sering</a:t>
            </a:r>
            <a:r>
              <a:rPr lang="en-US" sz="2400" dirty="0"/>
              <a:t> </a:t>
            </a:r>
            <a:r>
              <a:rPr lang="en-US" sz="2400" dirty="0" err="1"/>
              <a:t>diartikan</a:t>
            </a:r>
            <a:r>
              <a:rPr lang="en-US" sz="2400" dirty="0"/>
              <a:t> </a:t>
            </a:r>
            <a:r>
              <a:rPr lang="en-US" sz="2400" dirty="0" err="1"/>
              <a:t>sebagai</a:t>
            </a:r>
            <a:r>
              <a:rPr lang="en-US" sz="2400" dirty="0"/>
              <a:t> </a:t>
            </a:r>
            <a:r>
              <a:rPr lang="en-US" sz="2400" dirty="0" err="1"/>
              <a:t>ciri-ciri</a:t>
            </a:r>
            <a:r>
              <a:rPr lang="en-US" sz="2400" dirty="0"/>
              <a:t> yang </a:t>
            </a:r>
            <a:r>
              <a:rPr lang="en-US" sz="2400" dirty="0" err="1"/>
              <a:t>menonjol</a:t>
            </a:r>
            <a:r>
              <a:rPr lang="en-US" sz="2400" dirty="0"/>
              <a:t> </a:t>
            </a:r>
            <a:r>
              <a:rPr lang="en-US" sz="2400" dirty="0" err="1"/>
              <a:t>pada</a:t>
            </a:r>
            <a:r>
              <a:rPr lang="en-US" sz="2400" dirty="0"/>
              <a:t> </a:t>
            </a:r>
            <a:r>
              <a:rPr lang="en-US" sz="2400" dirty="0" err="1"/>
              <a:t>diri</a:t>
            </a:r>
            <a:r>
              <a:rPr lang="en-US" sz="2400" dirty="0"/>
              <a:t> </a:t>
            </a:r>
            <a:r>
              <a:rPr lang="en-US" sz="2400" dirty="0" err="1"/>
              <a:t>individu</a:t>
            </a:r>
            <a:r>
              <a:rPr lang="en-US" sz="2400" dirty="0"/>
              <a:t>, </a:t>
            </a:r>
            <a:r>
              <a:rPr lang="en-US" sz="2400" dirty="0" err="1"/>
              <a:t>seperti</a:t>
            </a:r>
            <a:r>
              <a:rPr lang="en-US" sz="2400" dirty="0"/>
              <a:t> </a:t>
            </a:r>
            <a:r>
              <a:rPr lang="en-US" sz="2400" dirty="0" err="1"/>
              <a:t>kepada</a:t>
            </a:r>
            <a:r>
              <a:rPr lang="en-US" sz="2400" dirty="0"/>
              <a:t> orang yang </a:t>
            </a:r>
            <a:r>
              <a:rPr lang="en-US" sz="2400" dirty="0" err="1"/>
              <a:t>pemalu</a:t>
            </a:r>
            <a:r>
              <a:rPr lang="en-US" sz="2400" dirty="0"/>
              <a:t> </a:t>
            </a:r>
            <a:r>
              <a:rPr lang="en-US" sz="2400" dirty="0" err="1"/>
              <a:t>dikenakan</a:t>
            </a:r>
            <a:r>
              <a:rPr lang="en-US" sz="2400" dirty="0"/>
              <a:t> </a:t>
            </a:r>
            <a:r>
              <a:rPr lang="en-US" sz="2400" dirty="0" err="1"/>
              <a:t>atribut</a:t>
            </a:r>
            <a:r>
              <a:rPr lang="en-US" sz="2400" dirty="0"/>
              <a:t> “</a:t>
            </a:r>
            <a:r>
              <a:rPr lang="en-US" sz="2400" dirty="0" err="1"/>
              <a:t>berkepribadian</a:t>
            </a:r>
            <a:r>
              <a:rPr lang="en-US" sz="2400" dirty="0"/>
              <a:t> </a:t>
            </a:r>
            <a:r>
              <a:rPr lang="en-US" sz="2400" dirty="0" err="1"/>
              <a:t>pemalu</a:t>
            </a:r>
            <a:r>
              <a:rPr lang="en-US" sz="2400" dirty="0"/>
              <a:t>”.</a:t>
            </a:r>
          </a:p>
          <a:p>
            <a:pPr marL="342900" indent="-342900" algn="just">
              <a:buFont typeface="Wingdings" pitchFamily="2" charset="2"/>
              <a:buChar char="v"/>
            </a:pPr>
            <a:r>
              <a:rPr lang="en-US" sz="2400" dirty="0" err="1"/>
              <a:t>Dalam</a:t>
            </a:r>
            <a:r>
              <a:rPr lang="en-US" sz="2400" dirty="0"/>
              <a:t> </a:t>
            </a:r>
            <a:r>
              <a:rPr lang="en-US" sz="2400" dirty="0" err="1"/>
              <a:t>penggunaan</a:t>
            </a:r>
            <a:r>
              <a:rPr lang="en-US" sz="2400" dirty="0"/>
              <a:t> </a:t>
            </a:r>
            <a:r>
              <a:rPr lang="en-US" sz="2400" dirty="0" err="1"/>
              <a:t>istilah</a:t>
            </a:r>
            <a:r>
              <a:rPr lang="en-US" sz="2400" dirty="0"/>
              <a:t> </a:t>
            </a:r>
            <a:r>
              <a:rPr lang="en-US" sz="2400" dirty="0" err="1"/>
              <a:t>sehari-hari</a:t>
            </a:r>
            <a:r>
              <a:rPr lang="en-US" sz="2400" dirty="0"/>
              <a:t>, </a:t>
            </a:r>
            <a:r>
              <a:rPr lang="en-US" sz="2400" dirty="0" err="1"/>
              <a:t>karakter</a:t>
            </a:r>
            <a:r>
              <a:rPr lang="en-US" sz="2400" dirty="0"/>
              <a:t> </a:t>
            </a:r>
            <a:r>
              <a:rPr lang="en-US" sz="2400" dirty="0" err="1"/>
              <a:t>dapat</a:t>
            </a:r>
            <a:r>
              <a:rPr lang="en-US" sz="2400" dirty="0"/>
              <a:t> </a:t>
            </a:r>
            <a:r>
              <a:rPr lang="en-US" sz="2400" dirty="0" err="1"/>
              <a:t>diartikan</a:t>
            </a:r>
            <a:r>
              <a:rPr lang="en-US" sz="2400" dirty="0"/>
              <a:t> </a:t>
            </a:r>
            <a:r>
              <a:rPr lang="en-US" sz="2400" dirty="0" err="1"/>
              <a:t>sama</a:t>
            </a:r>
            <a:r>
              <a:rPr lang="en-US" sz="2400" dirty="0"/>
              <a:t> </a:t>
            </a:r>
            <a:r>
              <a:rPr lang="en-US" sz="2400" dirty="0" err="1"/>
              <a:t>dengan</a:t>
            </a:r>
            <a:r>
              <a:rPr lang="en-US" sz="2400" dirty="0"/>
              <a:t> </a:t>
            </a:r>
            <a:r>
              <a:rPr lang="en-US" sz="2400" dirty="0" err="1"/>
              <a:t>kepribadian</a:t>
            </a:r>
            <a:r>
              <a:rPr lang="en-US" sz="2400" dirty="0"/>
              <a:t>. </a:t>
            </a:r>
          </a:p>
        </p:txBody>
      </p:sp>
    </p:spTree>
    <p:extLst>
      <p:ext uri="{BB962C8B-B14F-4D97-AF65-F5344CB8AC3E}">
        <p14:creationId xmlns:p14="http://schemas.microsoft.com/office/powerpoint/2010/main" val="3605461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98DA4-2F4C-994E-A630-3BBE6E8D1C6B}"/>
              </a:ext>
            </a:extLst>
          </p:cNvPr>
          <p:cNvSpPr>
            <a:spLocks noGrp="1"/>
          </p:cNvSpPr>
          <p:nvPr>
            <p:ph idx="1"/>
          </p:nvPr>
        </p:nvSpPr>
        <p:spPr>
          <a:xfrm>
            <a:off x="852616" y="1532238"/>
            <a:ext cx="10272584" cy="4420506"/>
          </a:xfrm>
        </p:spPr>
        <p:txBody>
          <a:bodyPr/>
          <a:lstStyle/>
          <a:p>
            <a:r>
              <a:rPr lang="en-US" sz="2000" dirty="0" err="1"/>
              <a:t>Bagi</a:t>
            </a:r>
            <a:r>
              <a:rPr lang="en-US" sz="2000" dirty="0"/>
              <a:t> </a:t>
            </a:r>
            <a:r>
              <a:rPr lang="en-US" sz="2000" dirty="0" err="1"/>
              <a:t>peserta</a:t>
            </a:r>
            <a:r>
              <a:rPr lang="en-US" sz="2000" dirty="0"/>
              <a:t> </a:t>
            </a:r>
            <a:r>
              <a:rPr lang="en-US" sz="2000" dirty="0" err="1"/>
              <a:t>ke</a:t>
            </a:r>
            <a:r>
              <a:rPr lang="en-US" sz="2000" dirty="0"/>
              <a:t> </a:t>
            </a:r>
            <a:r>
              <a:rPr lang="en-US" sz="2000" dirty="0" err="1"/>
              <a:t>dalam</a:t>
            </a:r>
            <a:r>
              <a:rPr lang="en-US" sz="2000" dirty="0"/>
              <a:t> 2 </a:t>
            </a:r>
            <a:r>
              <a:rPr lang="en-US" sz="2000" dirty="0" err="1"/>
              <a:t>atau</a:t>
            </a:r>
            <a:r>
              <a:rPr lang="en-US" sz="2000" dirty="0"/>
              <a:t> 3 </a:t>
            </a:r>
            <a:r>
              <a:rPr lang="en-US" sz="2000" dirty="0" err="1"/>
              <a:t>kelompok</a:t>
            </a:r>
            <a:endParaRPr lang="en-US" sz="2000" dirty="0"/>
          </a:p>
          <a:p>
            <a:r>
              <a:rPr lang="en-US" sz="2000" dirty="0" err="1"/>
              <a:t>Masing-masing</a:t>
            </a:r>
            <a:r>
              <a:rPr lang="en-US" sz="2000" dirty="0"/>
              <a:t> </a:t>
            </a:r>
            <a:r>
              <a:rPr lang="en-US" sz="2000" dirty="0" err="1"/>
              <a:t>kelompok</a:t>
            </a:r>
            <a:r>
              <a:rPr lang="en-US" sz="2000" dirty="0"/>
              <a:t> </a:t>
            </a:r>
            <a:r>
              <a:rPr lang="en-US" sz="2000" dirty="0" err="1"/>
              <a:t>diundi</a:t>
            </a:r>
            <a:r>
              <a:rPr lang="en-US" sz="2000" dirty="0"/>
              <a:t> </a:t>
            </a:r>
            <a:r>
              <a:rPr lang="en-US" sz="2000" dirty="0" err="1"/>
              <a:t>untuk</a:t>
            </a:r>
            <a:r>
              <a:rPr lang="en-US" sz="2000" dirty="0"/>
              <a:t> </a:t>
            </a:r>
            <a:r>
              <a:rPr lang="en-US" sz="2000" dirty="0" err="1"/>
              <a:t>memilih</a:t>
            </a:r>
            <a:r>
              <a:rPr lang="en-US" sz="2000" dirty="0"/>
              <a:t> 4 orang</a:t>
            </a:r>
          </a:p>
          <a:p>
            <a:pPr lvl="1"/>
            <a:r>
              <a:rPr lang="en-US" sz="2000" dirty="0"/>
              <a:t>2 orang </a:t>
            </a:r>
            <a:r>
              <a:rPr lang="en-US" sz="2000" dirty="0" err="1"/>
              <a:t>menjadi</a:t>
            </a:r>
            <a:r>
              <a:rPr lang="en-US" sz="2000" dirty="0"/>
              <a:t> </a:t>
            </a:r>
            <a:r>
              <a:rPr lang="en-US" sz="2000" dirty="0" err="1"/>
              <a:t>menjadi</a:t>
            </a:r>
            <a:r>
              <a:rPr lang="en-US" sz="2000" dirty="0"/>
              <a:t> </a:t>
            </a:r>
            <a:r>
              <a:rPr lang="en-US" sz="2000" dirty="0" err="1"/>
              <a:t>fasilitator</a:t>
            </a:r>
            <a:r>
              <a:rPr lang="en-US" sz="2000" dirty="0"/>
              <a:t> </a:t>
            </a:r>
            <a:r>
              <a:rPr lang="en-US" sz="2000" dirty="0" err="1"/>
              <a:t>dan</a:t>
            </a:r>
            <a:r>
              <a:rPr lang="en-US" sz="2000" dirty="0"/>
              <a:t> co-</a:t>
            </a:r>
            <a:r>
              <a:rPr lang="en-US" sz="2000" dirty="0" err="1"/>
              <a:t>fasilitatornya</a:t>
            </a:r>
            <a:endParaRPr lang="en-US" sz="2000" dirty="0"/>
          </a:p>
          <a:p>
            <a:pPr lvl="1"/>
            <a:r>
              <a:rPr lang="en-US" sz="2000" dirty="0"/>
              <a:t>2 orang </a:t>
            </a:r>
            <a:r>
              <a:rPr lang="en-US" sz="2000" dirty="0" err="1"/>
              <a:t>menjadi</a:t>
            </a:r>
            <a:r>
              <a:rPr lang="en-US" sz="2000" dirty="0"/>
              <a:t> reviewer </a:t>
            </a:r>
            <a:r>
              <a:rPr lang="en-US" sz="2000" dirty="0" err="1"/>
              <a:t>nya</a:t>
            </a:r>
            <a:endParaRPr lang="en-US" sz="2000" dirty="0"/>
          </a:p>
          <a:p>
            <a:r>
              <a:rPr lang="en-US" sz="2000" dirty="0" err="1"/>
              <a:t>Beri</a:t>
            </a:r>
            <a:r>
              <a:rPr lang="en-US" sz="2000" dirty="0"/>
              <a:t> </a:t>
            </a:r>
            <a:r>
              <a:rPr lang="en-US" sz="2000" dirty="0" err="1"/>
              <a:t>kesempatan</a:t>
            </a:r>
            <a:r>
              <a:rPr lang="en-US" sz="2000" dirty="0"/>
              <a:t> </a:t>
            </a:r>
            <a:r>
              <a:rPr lang="en-US" sz="2000" dirty="0" err="1"/>
              <a:t>kepada</a:t>
            </a:r>
            <a:r>
              <a:rPr lang="en-US" sz="2000" dirty="0"/>
              <a:t> </a:t>
            </a:r>
            <a:r>
              <a:rPr lang="en-US" sz="2000" dirty="0" err="1"/>
              <a:t>fasilitator</a:t>
            </a:r>
            <a:r>
              <a:rPr lang="en-US" sz="2000" dirty="0"/>
              <a:t> </a:t>
            </a:r>
            <a:r>
              <a:rPr lang="en-US" sz="2000" dirty="0" err="1"/>
              <a:t>dan</a:t>
            </a:r>
            <a:r>
              <a:rPr lang="en-US" sz="2000" dirty="0"/>
              <a:t> co-</a:t>
            </a:r>
            <a:r>
              <a:rPr lang="en-US" sz="2000" dirty="0" err="1"/>
              <a:t>fasilitator</a:t>
            </a:r>
            <a:r>
              <a:rPr lang="en-US" sz="2000" dirty="0"/>
              <a:t> </a:t>
            </a:r>
            <a:r>
              <a:rPr lang="en-US" sz="2000" dirty="0" err="1"/>
              <a:t>untuk</a:t>
            </a:r>
            <a:r>
              <a:rPr lang="en-US" sz="2000" dirty="0"/>
              <a:t> </a:t>
            </a:r>
            <a:r>
              <a:rPr lang="en-US" sz="2000" dirty="0" err="1"/>
              <a:t>mempersiapkan</a:t>
            </a:r>
            <a:r>
              <a:rPr lang="en-US" sz="2000" dirty="0"/>
              <a:t> </a:t>
            </a:r>
            <a:r>
              <a:rPr lang="en-US" sz="2000" dirty="0" err="1"/>
              <a:t>diri</a:t>
            </a:r>
            <a:r>
              <a:rPr lang="en-US" sz="2000" dirty="0"/>
              <a:t>. Dan </a:t>
            </a:r>
            <a:r>
              <a:rPr lang="en-US" sz="2000" dirty="0" err="1"/>
              <a:t>kepada</a:t>
            </a:r>
            <a:r>
              <a:rPr lang="en-US" sz="2000" dirty="0"/>
              <a:t> reviewer </a:t>
            </a:r>
            <a:r>
              <a:rPr lang="en-US" sz="2000" dirty="0" err="1"/>
              <a:t>beri</a:t>
            </a:r>
            <a:r>
              <a:rPr lang="en-US" sz="2000" dirty="0"/>
              <a:t> </a:t>
            </a:r>
            <a:r>
              <a:rPr lang="en-US" sz="2000" dirty="0" err="1"/>
              <a:t>lembar</a:t>
            </a:r>
            <a:r>
              <a:rPr lang="en-US" sz="2000" dirty="0"/>
              <a:t> </a:t>
            </a:r>
            <a:r>
              <a:rPr lang="en-US" sz="2000" dirty="0" err="1"/>
              <a:t>kompetensi</a:t>
            </a:r>
            <a:r>
              <a:rPr lang="en-US" sz="2000" dirty="0"/>
              <a:t> </a:t>
            </a:r>
            <a:r>
              <a:rPr lang="en-US" sz="2000" dirty="0" err="1"/>
              <a:t>fasilitator</a:t>
            </a:r>
            <a:r>
              <a:rPr lang="en-US" sz="2000" dirty="0"/>
              <a:t> </a:t>
            </a:r>
            <a:r>
              <a:rPr lang="en-US" sz="2000" dirty="0" err="1"/>
              <a:t>sebagai</a:t>
            </a:r>
            <a:r>
              <a:rPr lang="en-US" sz="2000" dirty="0"/>
              <a:t> </a:t>
            </a:r>
            <a:r>
              <a:rPr lang="en-US" sz="2000" dirty="0" err="1"/>
              <a:t>pedoman</a:t>
            </a:r>
            <a:r>
              <a:rPr lang="en-US" sz="2000" dirty="0"/>
              <a:t> </a:t>
            </a:r>
            <a:r>
              <a:rPr lang="en-US" sz="2000" dirty="0" err="1"/>
              <a:t>untuk</a:t>
            </a:r>
            <a:r>
              <a:rPr lang="en-US" sz="2000" dirty="0"/>
              <a:t> </a:t>
            </a:r>
            <a:r>
              <a:rPr lang="en-US" sz="2000" dirty="0" err="1"/>
              <a:t>menilai</a:t>
            </a:r>
            <a:endParaRPr lang="en-US" sz="2000" dirty="0"/>
          </a:p>
          <a:p>
            <a:r>
              <a:rPr lang="en-US" sz="2000" dirty="0" err="1"/>
              <a:t>Semua</a:t>
            </a:r>
            <a:r>
              <a:rPr lang="en-US" sz="2000" dirty="0"/>
              <a:t> </a:t>
            </a:r>
            <a:r>
              <a:rPr lang="en-US" sz="2000" dirty="0" err="1"/>
              <a:t>peserta</a:t>
            </a:r>
            <a:r>
              <a:rPr lang="en-US" sz="2000" dirty="0"/>
              <a:t> lain </a:t>
            </a:r>
            <a:r>
              <a:rPr lang="en-US" sz="2000" dirty="0" err="1"/>
              <a:t>diminta</a:t>
            </a:r>
            <a:r>
              <a:rPr lang="en-US" sz="2000" dirty="0"/>
              <a:t> </a:t>
            </a:r>
            <a:r>
              <a:rPr lang="en-US" sz="2000" dirty="0" err="1"/>
              <a:t>untuk</a:t>
            </a:r>
            <a:r>
              <a:rPr lang="en-US" sz="2000" dirty="0"/>
              <a:t> </a:t>
            </a:r>
            <a:r>
              <a:rPr lang="en-US" sz="2000" dirty="0" err="1"/>
              <a:t>menjadi</a:t>
            </a:r>
            <a:r>
              <a:rPr lang="en-US" sz="2000" dirty="0"/>
              <a:t> </a:t>
            </a:r>
            <a:r>
              <a:rPr lang="en-US" sz="2000" dirty="0" err="1"/>
              <a:t>remaja</a:t>
            </a:r>
            <a:r>
              <a:rPr lang="en-US" sz="2000" dirty="0"/>
              <a:t>, </a:t>
            </a:r>
            <a:r>
              <a:rPr lang="en-US" sz="2000" dirty="0" err="1"/>
              <a:t>untuk</a:t>
            </a:r>
            <a:r>
              <a:rPr lang="en-US" sz="2000" dirty="0"/>
              <a:t> </a:t>
            </a:r>
            <a:r>
              <a:rPr lang="en-US" sz="2000" dirty="0" err="1"/>
              <a:t>itu</a:t>
            </a:r>
            <a:r>
              <a:rPr lang="en-US" sz="2000" dirty="0"/>
              <a:t> </a:t>
            </a:r>
            <a:r>
              <a:rPr lang="en-US" sz="2000" dirty="0" err="1"/>
              <a:t>mereka</a:t>
            </a:r>
            <a:r>
              <a:rPr lang="en-US" sz="2000" dirty="0"/>
              <a:t> </a:t>
            </a:r>
            <a:r>
              <a:rPr lang="en-US" sz="2000" dirty="0" err="1"/>
              <a:t>tidak</a:t>
            </a:r>
            <a:r>
              <a:rPr lang="en-US" sz="2000" dirty="0"/>
              <a:t> </a:t>
            </a:r>
            <a:r>
              <a:rPr lang="en-US" sz="2000" dirty="0" err="1"/>
              <a:t>diperkenankan</a:t>
            </a:r>
            <a:r>
              <a:rPr lang="en-US" sz="2000" dirty="0"/>
              <a:t> </a:t>
            </a:r>
            <a:r>
              <a:rPr lang="en-US" sz="2000" dirty="0" err="1"/>
              <a:t>membuka</a:t>
            </a:r>
            <a:r>
              <a:rPr lang="en-US" sz="2000" dirty="0"/>
              <a:t>/</a:t>
            </a:r>
            <a:r>
              <a:rPr lang="en-US" sz="2000" dirty="0" err="1"/>
              <a:t>membaca</a:t>
            </a:r>
            <a:r>
              <a:rPr lang="en-US" sz="2000" dirty="0"/>
              <a:t> </a:t>
            </a:r>
            <a:r>
              <a:rPr lang="en-US" sz="2000" dirty="0" err="1"/>
              <a:t>modul</a:t>
            </a:r>
            <a:r>
              <a:rPr lang="en-US" sz="2000" dirty="0"/>
              <a:t>. </a:t>
            </a:r>
            <a:r>
              <a:rPr lang="en-US" sz="2000" dirty="0" err="1"/>
              <a:t>Sebagai</a:t>
            </a:r>
            <a:r>
              <a:rPr lang="en-US" sz="2000" dirty="0"/>
              <a:t> </a:t>
            </a:r>
            <a:r>
              <a:rPr lang="en-US" sz="2000" dirty="0" err="1"/>
              <a:t>peserta</a:t>
            </a:r>
            <a:r>
              <a:rPr lang="en-US" sz="2000" dirty="0"/>
              <a:t> (</a:t>
            </a:r>
            <a:r>
              <a:rPr lang="en-US" sz="2000" dirty="0" err="1"/>
              <a:t>remaja</a:t>
            </a:r>
            <a:r>
              <a:rPr lang="en-US" sz="2000" dirty="0"/>
              <a:t>) </a:t>
            </a:r>
            <a:r>
              <a:rPr lang="en-US" sz="2000" dirty="0" err="1"/>
              <a:t>mereka</a:t>
            </a:r>
            <a:r>
              <a:rPr lang="en-US" sz="2000" dirty="0"/>
              <a:t> </a:t>
            </a:r>
            <a:r>
              <a:rPr lang="en-US" sz="2000" dirty="0" err="1"/>
              <a:t>diminta</a:t>
            </a:r>
            <a:r>
              <a:rPr lang="en-US" sz="2000" dirty="0"/>
              <a:t> </a:t>
            </a:r>
            <a:r>
              <a:rPr lang="en-US" sz="2000" dirty="0" err="1"/>
              <a:t>untuk</a:t>
            </a:r>
            <a:r>
              <a:rPr lang="en-US" sz="2000" dirty="0"/>
              <a:t> </a:t>
            </a:r>
            <a:r>
              <a:rPr lang="en-US" sz="2000" dirty="0" err="1"/>
              <a:t>mengikuti</a:t>
            </a:r>
            <a:r>
              <a:rPr lang="en-US" sz="2000" dirty="0"/>
              <a:t> </a:t>
            </a:r>
            <a:r>
              <a:rPr lang="en-US" sz="2000" dirty="0" err="1"/>
              <a:t>semua</a:t>
            </a:r>
            <a:r>
              <a:rPr lang="en-US" sz="2000" dirty="0"/>
              <a:t> proses yang </a:t>
            </a:r>
            <a:r>
              <a:rPr lang="en-US" sz="2000" dirty="0" err="1"/>
              <a:t>dipandu</a:t>
            </a:r>
            <a:r>
              <a:rPr lang="en-US" sz="2000" dirty="0"/>
              <a:t> </a:t>
            </a:r>
            <a:r>
              <a:rPr lang="en-US" sz="2000" dirty="0" err="1"/>
              <a:t>oleh</a:t>
            </a:r>
            <a:r>
              <a:rPr lang="en-US" sz="2000" dirty="0"/>
              <a:t> </a:t>
            </a:r>
            <a:r>
              <a:rPr lang="en-US" sz="2000" dirty="0" err="1"/>
              <a:t>fasilitator</a:t>
            </a:r>
            <a:r>
              <a:rPr lang="en-US" sz="2000" dirty="0"/>
              <a:t> </a:t>
            </a:r>
            <a:r>
              <a:rPr lang="en-US" sz="2000" dirty="0" err="1"/>
              <a:t>nya</a:t>
            </a:r>
            <a:endParaRPr lang="en-US" sz="2000" dirty="0"/>
          </a:p>
          <a:p>
            <a:r>
              <a:rPr lang="en-US" sz="2000" dirty="0" err="1"/>
              <a:t>Waktu</a:t>
            </a:r>
            <a:r>
              <a:rPr lang="en-US" sz="2000" dirty="0"/>
              <a:t> </a:t>
            </a:r>
            <a:r>
              <a:rPr lang="en-US" sz="2000" dirty="0" err="1"/>
              <a:t>praktik</a:t>
            </a:r>
            <a:r>
              <a:rPr lang="en-US" sz="2000" dirty="0"/>
              <a:t> </a:t>
            </a:r>
            <a:r>
              <a:rPr lang="en-US" sz="2000" dirty="0" err="1"/>
              <a:t>adalah</a:t>
            </a:r>
            <a:r>
              <a:rPr lang="en-US" sz="2000" dirty="0"/>
              <a:t> 15 -20 </a:t>
            </a:r>
            <a:r>
              <a:rPr lang="en-US" sz="2000" dirty="0" err="1"/>
              <a:t>menit</a:t>
            </a:r>
            <a:endParaRPr lang="en-US" sz="2000" dirty="0"/>
          </a:p>
          <a:p>
            <a:r>
              <a:rPr lang="en-US" sz="2000" dirty="0" err="1"/>
              <a:t>Fasilitator</a:t>
            </a:r>
            <a:r>
              <a:rPr lang="en-US" sz="2000" dirty="0"/>
              <a:t> </a:t>
            </a:r>
            <a:r>
              <a:rPr lang="en-US" sz="2000" dirty="0" err="1"/>
              <a:t>melanjutkan</a:t>
            </a:r>
            <a:r>
              <a:rPr lang="en-US" sz="2000" dirty="0"/>
              <a:t> </a:t>
            </a:r>
            <a:r>
              <a:rPr lang="en-US" sz="2000" dirty="0" err="1"/>
              <a:t>dengan</a:t>
            </a:r>
            <a:r>
              <a:rPr lang="en-US" sz="2000" dirty="0"/>
              <a:t> review.</a:t>
            </a:r>
          </a:p>
          <a:p>
            <a:endParaRPr lang="en-US" dirty="0"/>
          </a:p>
        </p:txBody>
      </p:sp>
      <p:sp>
        <p:nvSpPr>
          <p:cNvPr id="4" name="Title 1">
            <a:extLst>
              <a:ext uri="{FF2B5EF4-FFF2-40B4-BE49-F238E27FC236}">
                <a16:creationId xmlns:a16="http://schemas.microsoft.com/office/drawing/2014/main" id="{6601A04D-129D-9F4E-8B99-F16F7738B13B}"/>
              </a:ext>
            </a:extLst>
          </p:cNvPr>
          <p:cNvSpPr txBox="1">
            <a:spLocks/>
          </p:cNvSpPr>
          <p:nvPr/>
        </p:nvSpPr>
        <p:spPr>
          <a:xfrm>
            <a:off x="593123" y="321319"/>
            <a:ext cx="10911017" cy="887823"/>
          </a:xfrm>
          <a:prstGeom prst="rect">
            <a:avLst/>
          </a:prstGeom>
          <a:solidFill>
            <a:schemeClr val="accent2">
              <a:lumMod val="20000"/>
              <a:lumOff val="80000"/>
            </a:schemeClr>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Praktik</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Langkah</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1: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Remaja</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yang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Sehat</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320034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7"/>
            <a:ext cx="11623964" cy="1412101"/>
            <a:chOff x="0" y="40022"/>
            <a:chExt cx="11623964" cy="1555200"/>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40022"/>
              <a:ext cx="11623964" cy="15552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spcBef>
                  <a:spcPct val="0"/>
                </a:spcBef>
                <a:spcAft>
                  <a:spcPts val="500"/>
                </a:spcAft>
                <a:buNone/>
              </a:pPr>
              <a:r>
                <a:rPr lang="en-US" sz="4400" b="1" kern="1200" dirty="0" err="1"/>
                <a:t>Penjelasan</a:t>
              </a:r>
              <a:r>
                <a:rPr lang="en-US" sz="4400" b="1" kern="1200" dirty="0"/>
                <a:t> </a:t>
              </a:r>
              <a:r>
                <a:rPr lang="en-US" sz="4400" b="1" kern="1200" dirty="0" err="1"/>
                <a:t>Langkah</a:t>
              </a:r>
              <a:r>
                <a:rPr lang="en-US" sz="4400" b="1" kern="1200" dirty="0"/>
                <a:t> 2: </a:t>
              </a:r>
            </a:p>
            <a:p>
              <a:pPr marL="0" lvl="0" indent="0" algn="ctr" defTabSz="2400300">
                <a:spcBef>
                  <a:spcPct val="0"/>
                </a:spcBef>
                <a:spcAft>
                  <a:spcPts val="500"/>
                </a:spcAft>
                <a:buNone/>
              </a:pPr>
              <a:r>
                <a:rPr lang="en-US" sz="4400" b="1" kern="1200" dirty="0" err="1"/>
                <a:t>Membangun</a:t>
              </a:r>
              <a:r>
                <a:rPr lang="en-US" sz="4400" b="1" kern="1200" dirty="0"/>
                <a:t> </a:t>
              </a:r>
              <a:r>
                <a:rPr lang="en-US" sz="4400" b="1" kern="1200" dirty="0" err="1"/>
                <a:t>Jembatan</a:t>
              </a:r>
              <a:r>
                <a:rPr lang="en-US" sz="4400" b="1" kern="1200" dirty="0"/>
                <a:t> </a:t>
              </a:r>
              <a:r>
                <a:rPr lang="en-US" sz="4400" b="1" kern="1200" dirty="0" err="1"/>
                <a:t>Harapan</a:t>
              </a:r>
              <a:endParaRPr lang="en-US" sz="4400" b="1" kern="1200" dirty="0"/>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79374"/>
            <a:ext cx="11623964" cy="4955059"/>
            <a:chOff x="0" y="1595222"/>
            <a:chExt cx="11623964" cy="4681566"/>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829888"/>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342900" lvl="0" indent="-342900">
                <a:spcBef>
                  <a:spcPts val="300"/>
                </a:spcBef>
                <a:spcAft>
                  <a:spcPts val="300"/>
                </a:spcAft>
                <a:buFont typeface="+mj-lt"/>
                <a:buAutoNum type="arabicPeriod"/>
              </a:pPr>
              <a:r>
                <a:rPr lang="en-US" sz="2000" dirty="0" err="1"/>
                <a:t>Fasilitator</a:t>
              </a:r>
              <a:r>
                <a:rPr lang="en-US" sz="2000" dirty="0"/>
                <a:t> </a:t>
              </a:r>
              <a:r>
                <a:rPr lang="en-US" sz="2000" dirty="0" err="1"/>
                <a:t>dapat</a:t>
              </a:r>
              <a:r>
                <a:rPr lang="en-US" sz="2000" dirty="0"/>
                <a:t> </a:t>
              </a:r>
              <a:r>
                <a:rPr lang="en-US" sz="2000" dirty="0" err="1"/>
                <a:t>memulai</a:t>
              </a:r>
              <a:r>
                <a:rPr lang="en-US" sz="2000" dirty="0"/>
                <a:t> </a:t>
              </a:r>
              <a:r>
                <a:rPr lang="en-US" sz="2000" dirty="0" err="1"/>
                <a:t>dengan</a:t>
              </a:r>
              <a:r>
                <a:rPr lang="en-US" sz="2000" dirty="0"/>
                <a:t> </a:t>
              </a:r>
              <a:r>
                <a:rPr lang="en-US" sz="2000" dirty="0" err="1"/>
                <a:t>melakukan</a:t>
              </a:r>
              <a:r>
                <a:rPr lang="en-US" sz="2000" dirty="0"/>
                <a:t> </a:t>
              </a:r>
              <a:r>
                <a:rPr lang="en-US" sz="2000" i="1" dirty="0"/>
                <a:t>brainstorming</a:t>
              </a:r>
              <a:r>
                <a:rPr lang="en-US" sz="2000" dirty="0"/>
                <a:t> (</a:t>
              </a:r>
              <a:r>
                <a:rPr lang="en-US" sz="2000" dirty="0" err="1"/>
                <a:t>curah</a:t>
              </a:r>
              <a:r>
                <a:rPr lang="en-US" sz="2000" dirty="0"/>
                <a:t> </a:t>
              </a:r>
              <a:r>
                <a:rPr lang="en-US" sz="2000" dirty="0" err="1"/>
                <a:t>pendapat</a:t>
              </a:r>
              <a:r>
                <a:rPr lang="en-US" sz="2000" dirty="0"/>
                <a:t>) </a:t>
              </a:r>
              <a:r>
                <a:rPr lang="en-US" sz="2000" dirty="0" err="1"/>
                <a:t>dengan</a:t>
              </a:r>
              <a:r>
                <a:rPr lang="en-US" sz="2000" dirty="0"/>
                <a:t>  para </a:t>
              </a:r>
              <a:r>
                <a:rPr lang="en-US" sz="2000" dirty="0" err="1"/>
                <a:t>peserta</a:t>
              </a:r>
              <a:r>
                <a:rPr lang="en-US" sz="2000" dirty="0"/>
                <a:t> </a:t>
              </a:r>
              <a:r>
                <a:rPr lang="en-US" sz="2000" dirty="0" err="1"/>
                <a:t>tentang</a:t>
              </a:r>
              <a:r>
                <a:rPr lang="en-US" sz="2000" dirty="0"/>
                <a:t> </a:t>
              </a:r>
              <a:r>
                <a:rPr lang="en-US" sz="2000" dirty="0" err="1"/>
                <a:t>apa</a:t>
              </a:r>
              <a:r>
                <a:rPr lang="en-US" sz="2000" dirty="0"/>
                <a:t> yang </a:t>
              </a:r>
              <a:r>
                <a:rPr lang="en-US" sz="2000" dirty="0" err="1"/>
                <a:t>mereka</a:t>
              </a:r>
              <a:r>
                <a:rPr lang="en-US" sz="2000" dirty="0"/>
                <a:t> </a:t>
              </a:r>
              <a:r>
                <a:rPr lang="en-US" sz="2000" dirty="0" err="1"/>
                <a:t>pikirkan</a:t>
              </a:r>
              <a:r>
                <a:rPr lang="en-US" sz="2000" dirty="0"/>
                <a:t> </a:t>
              </a:r>
              <a:r>
                <a:rPr lang="en-US" sz="2000" dirty="0" err="1"/>
                <a:t>terkait</a:t>
              </a:r>
              <a:r>
                <a:rPr lang="en-US" sz="2000" dirty="0"/>
                <a:t> </a:t>
              </a:r>
              <a:r>
                <a:rPr lang="en-US" sz="2000" dirty="0" err="1"/>
                <a:t>cita-cita</a:t>
              </a:r>
              <a:r>
                <a:rPr lang="en-US" sz="2000" dirty="0"/>
                <a:t>/</a:t>
              </a:r>
              <a:r>
                <a:rPr lang="en-US" sz="2000" dirty="0" err="1"/>
                <a:t>harapan</a:t>
              </a:r>
              <a:r>
                <a:rPr lang="en-US" sz="2000" dirty="0"/>
                <a:t> </a:t>
              </a:r>
              <a:r>
                <a:rPr lang="en-US" sz="2000" dirty="0" err="1"/>
                <a:t>pribadi</a:t>
              </a:r>
              <a:r>
                <a:rPr lang="en-US" sz="2000" dirty="0"/>
                <a:t> yang </a:t>
              </a:r>
              <a:r>
                <a:rPr lang="en-US" sz="2000" dirty="0" err="1"/>
                <a:t>ingin</a:t>
              </a:r>
              <a:r>
                <a:rPr lang="en-US" sz="2000" dirty="0"/>
                <a:t> </a:t>
              </a:r>
              <a:r>
                <a:rPr lang="en-US" sz="2000" dirty="0" err="1"/>
                <a:t>dicapai</a:t>
              </a:r>
              <a:r>
                <a:rPr lang="en-US" sz="2000" dirty="0"/>
                <a:t> 5-10 </a:t>
              </a:r>
              <a:r>
                <a:rPr lang="en-US" sz="2000" dirty="0" err="1"/>
                <a:t>tahun</a:t>
              </a:r>
              <a:r>
                <a:rPr lang="en-US" sz="2000" dirty="0"/>
                <a:t> </a:t>
              </a:r>
              <a:r>
                <a:rPr lang="en-US" sz="2000" dirty="0" err="1"/>
                <a:t>ke</a:t>
              </a:r>
              <a:r>
                <a:rPr lang="en-US" sz="2000" dirty="0"/>
                <a:t> </a:t>
              </a:r>
              <a:r>
                <a:rPr lang="en-US" sz="2000" dirty="0" err="1"/>
                <a:t>depan</a:t>
              </a:r>
              <a:r>
                <a:rPr lang="en-US" sz="2000" dirty="0"/>
                <a:t>.</a:t>
              </a:r>
            </a:p>
            <a:p>
              <a:pPr marL="342900" lvl="0" indent="-342900">
                <a:spcBef>
                  <a:spcPts val="300"/>
                </a:spcBef>
                <a:spcAft>
                  <a:spcPts val="300"/>
                </a:spcAft>
                <a:buFont typeface="+mj-lt"/>
                <a:buAutoNum type="arabicPeriod"/>
              </a:pPr>
              <a:r>
                <a:rPr lang="en-US" sz="2000" dirty="0" err="1"/>
                <a:t>Kepada</a:t>
              </a:r>
              <a:r>
                <a:rPr lang="en-US" sz="2000" dirty="0"/>
                <a:t> </a:t>
              </a:r>
              <a:r>
                <a:rPr lang="en-US" sz="2000" dirty="0" err="1"/>
                <a:t>setiap</a:t>
              </a:r>
              <a:r>
                <a:rPr lang="en-US" sz="2000" dirty="0"/>
                <a:t> </a:t>
              </a:r>
              <a:r>
                <a:rPr lang="en-US" sz="2000" dirty="0" err="1"/>
                <a:t>peserta</a:t>
              </a:r>
              <a:r>
                <a:rPr lang="en-US" sz="2000" dirty="0"/>
                <a:t> </a:t>
              </a:r>
              <a:r>
                <a:rPr lang="en-US" sz="2000" dirty="0" err="1"/>
                <a:t>dibagikan</a:t>
              </a:r>
              <a:r>
                <a:rPr lang="en-US" sz="2000" dirty="0"/>
                <a:t> </a:t>
              </a:r>
              <a:r>
                <a:rPr lang="en-US" sz="2000" i="1" dirty="0"/>
                <a:t>instrument 3 </a:t>
              </a:r>
              <a:r>
                <a:rPr lang="en-US" sz="2000" dirty="0"/>
                <a:t>(</a:t>
              </a:r>
              <a:r>
                <a:rPr lang="en-US" sz="2000" dirty="0" err="1"/>
                <a:t>Membangun</a:t>
              </a:r>
              <a:r>
                <a:rPr lang="en-US" sz="2000" dirty="0"/>
                <a:t> </a:t>
              </a:r>
              <a:r>
                <a:rPr lang="en-US" sz="2000" dirty="0" err="1"/>
                <a:t>Jembatan</a:t>
              </a:r>
              <a:r>
                <a:rPr lang="en-US" sz="2000" dirty="0"/>
                <a:t> </a:t>
              </a:r>
              <a:r>
                <a:rPr lang="en-US" sz="2000" dirty="0" err="1"/>
                <a:t>Harapan</a:t>
              </a:r>
              <a:r>
                <a:rPr lang="en-US" sz="2000" dirty="0"/>
                <a:t>) </a:t>
              </a:r>
              <a:r>
                <a:rPr lang="en-US" sz="2000" dirty="0" err="1"/>
                <a:t>dan</a:t>
              </a:r>
              <a:r>
                <a:rPr lang="en-US" sz="2000" dirty="0"/>
                <a:t> </a:t>
              </a:r>
              <a:r>
                <a:rPr lang="en-US" sz="2000" dirty="0" err="1"/>
                <a:t>berilah</a:t>
              </a:r>
              <a:r>
                <a:rPr lang="en-US" sz="2000" dirty="0"/>
                <a:t> </a:t>
              </a:r>
              <a:r>
                <a:rPr lang="en-US" sz="2000" dirty="0" err="1"/>
                <a:t>penjelasan</a:t>
              </a:r>
              <a:r>
                <a:rPr lang="en-US" sz="2000" dirty="0"/>
                <a:t> </a:t>
              </a:r>
              <a:r>
                <a:rPr lang="en-US" sz="2000" dirty="0" err="1"/>
                <a:t>singkat</a:t>
              </a:r>
              <a:r>
                <a:rPr lang="en-US" sz="2000" dirty="0"/>
                <a:t> </a:t>
              </a:r>
              <a:r>
                <a:rPr lang="en-US" sz="2000" dirty="0" err="1"/>
                <a:t>tentang</a:t>
              </a:r>
              <a:r>
                <a:rPr lang="en-US" sz="2000" dirty="0"/>
                <a:t> </a:t>
              </a:r>
              <a:r>
                <a:rPr lang="en-US" sz="2000" dirty="0" err="1"/>
                <a:t>bagaimana</a:t>
              </a:r>
              <a:r>
                <a:rPr lang="en-US" sz="2000" dirty="0"/>
                <a:t> </a:t>
              </a:r>
              <a:r>
                <a:rPr lang="en-US" sz="2000" dirty="0" err="1"/>
                <a:t>mengisinya</a:t>
              </a:r>
              <a:r>
                <a:rPr lang="en-US" sz="2000" dirty="0"/>
                <a:t>. </a:t>
              </a:r>
            </a:p>
            <a:p>
              <a:pPr marL="342900" lvl="0" indent="-342900">
                <a:spcBef>
                  <a:spcPts val="300"/>
                </a:spcBef>
                <a:spcAft>
                  <a:spcPts val="300"/>
                </a:spcAft>
                <a:buFont typeface="+mj-lt"/>
                <a:buAutoNum type="arabicPeriod"/>
              </a:pPr>
              <a:r>
                <a:rPr lang="en-US" sz="2000" dirty="0" err="1"/>
                <a:t>Mintalah</a:t>
              </a:r>
              <a:r>
                <a:rPr lang="en-US" sz="2000" dirty="0"/>
                <a:t> </a:t>
              </a:r>
              <a:r>
                <a:rPr lang="en-US" sz="2000" dirty="0" err="1"/>
                <a:t>peserta</a:t>
              </a:r>
              <a:r>
                <a:rPr lang="en-US" sz="2000" dirty="0"/>
                <a:t> </a:t>
              </a:r>
              <a:r>
                <a:rPr lang="en-US" sz="2000" dirty="0" err="1"/>
                <a:t>merenungkan</a:t>
              </a:r>
              <a:r>
                <a:rPr lang="en-US" sz="2000" dirty="0"/>
                <a:t> </a:t>
              </a:r>
              <a:r>
                <a:rPr lang="en-US" sz="2000" dirty="0" err="1"/>
                <a:t>sejenak</a:t>
              </a:r>
              <a:r>
                <a:rPr lang="en-US" sz="2000" dirty="0"/>
                <a:t> </a:t>
              </a:r>
              <a:r>
                <a:rPr lang="en-US" sz="2000" dirty="0" err="1"/>
                <a:t>untuk</a:t>
              </a:r>
              <a:r>
                <a:rPr lang="en-US" sz="2000" dirty="0"/>
                <a:t> </a:t>
              </a:r>
              <a:r>
                <a:rPr lang="en-US" sz="2000" dirty="0" err="1"/>
                <a:t>menggali</a:t>
              </a:r>
              <a:r>
                <a:rPr lang="en-US" sz="2000" dirty="0"/>
                <a:t> </a:t>
              </a:r>
              <a:r>
                <a:rPr lang="en-US" sz="2000" dirty="0" err="1"/>
                <a:t>harapan</a:t>
              </a:r>
              <a:r>
                <a:rPr lang="en-US" sz="2000" dirty="0"/>
                <a:t> yang </a:t>
              </a:r>
              <a:r>
                <a:rPr lang="en-US" sz="2000" dirty="0" err="1"/>
                <a:t>ingin</a:t>
              </a:r>
              <a:r>
                <a:rPr lang="en-US" sz="2000" dirty="0"/>
                <a:t> </a:t>
              </a:r>
              <a:r>
                <a:rPr lang="en-US" sz="2000" dirty="0" err="1"/>
                <a:t>dicapai</a:t>
              </a:r>
              <a:r>
                <a:rPr lang="en-US" sz="2000" dirty="0"/>
                <a:t> </a:t>
              </a:r>
              <a:r>
                <a:rPr lang="en-US" sz="2000" dirty="0" err="1"/>
                <a:t>dan</a:t>
              </a:r>
              <a:r>
                <a:rPr lang="en-US" sz="2000" dirty="0"/>
                <a:t> modal </a:t>
              </a:r>
              <a:r>
                <a:rPr lang="en-US" sz="2000" dirty="0" err="1"/>
                <a:t>atau</a:t>
              </a:r>
              <a:r>
                <a:rPr lang="en-US" sz="2000" dirty="0"/>
                <a:t> </a:t>
              </a:r>
              <a:r>
                <a:rPr lang="en-US" sz="2000" dirty="0" err="1"/>
                <a:t>potensi</a:t>
              </a:r>
              <a:r>
                <a:rPr lang="en-US" sz="2000" dirty="0"/>
                <a:t> yang </a:t>
              </a:r>
              <a:r>
                <a:rPr lang="en-US" sz="2000" dirty="0" err="1"/>
                <a:t>ia</a:t>
              </a:r>
              <a:r>
                <a:rPr lang="en-US" sz="2000" dirty="0"/>
                <a:t> </a:t>
              </a:r>
              <a:r>
                <a:rPr lang="en-US" sz="2000" dirty="0" err="1"/>
                <a:t>miliki</a:t>
              </a:r>
              <a:r>
                <a:rPr lang="en-US" sz="2000" dirty="0"/>
                <a:t> </a:t>
              </a:r>
              <a:r>
                <a:rPr lang="en-US" sz="2000" dirty="0" err="1"/>
                <a:t>guna</a:t>
              </a:r>
              <a:r>
                <a:rPr lang="en-US" sz="2000" dirty="0"/>
                <a:t> </a:t>
              </a:r>
              <a:r>
                <a:rPr lang="en-US" sz="2000" dirty="0" err="1"/>
                <a:t>mencapai</a:t>
              </a:r>
              <a:r>
                <a:rPr lang="en-US" sz="2000" dirty="0"/>
                <a:t> </a:t>
              </a:r>
              <a:r>
                <a:rPr lang="en-US" sz="2000" dirty="0" err="1"/>
                <a:t>harapannya</a:t>
              </a:r>
              <a:r>
                <a:rPr lang="en-US" sz="2000" dirty="0"/>
                <a:t>. </a:t>
              </a:r>
              <a:r>
                <a:rPr lang="en-US" sz="2000" dirty="0" err="1"/>
                <a:t>Kepada</a:t>
              </a:r>
              <a:r>
                <a:rPr lang="en-US" sz="2000" dirty="0"/>
                <a:t> </a:t>
              </a:r>
              <a:r>
                <a:rPr lang="en-US" sz="2000" dirty="0" err="1"/>
                <a:t>peserta</a:t>
              </a:r>
              <a:r>
                <a:rPr lang="en-US" sz="2000" dirty="0"/>
                <a:t> </a:t>
              </a:r>
              <a:r>
                <a:rPr lang="en-US" sz="2000" dirty="0" err="1"/>
                <a:t>diminta</a:t>
              </a:r>
              <a:r>
                <a:rPr lang="en-US" sz="2000" dirty="0"/>
                <a:t> </a:t>
              </a:r>
              <a:r>
                <a:rPr lang="en-US" sz="2000" dirty="0" err="1"/>
                <a:t>menuliskan</a:t>
              </a:r>
              <a:r>
                <a:rPr lang="en-US" sz="2000" dirty="0"/>
                <a:t> </a:t>
              </a:r>
              <a:r>
                <a:rPr lang="en-US" sz="2000" dirty="0" err="1"/>
                <a:t>hasil</a:t>
              </a:r>
              <a:r>
                <a:rPr lang="en-US" sz="2000" dirty="0"/>
                <a:t> </a:t>
              </a:r>
              <a:r>
                <a:rPr lang="en-US" sz="2000" dirty="0" err="1"/>
                <a:t>renungannya</a:t>
              </a:r>
              <a:r>
                <a:rPr lang="en-US" sz="2000" dirty="0"/>
                <a:t> </a:t>
              </a:r>
              <a:r>
                <a:rPr lang="en-US" sz="2000" dirty="0" err="1"/>
                <a:t>pada</a:t>
              </a:r>
              <a:r>
                <a:rPr lang="en-US" sz="2000" dirty="0"/>
                <a:t> instrument 3.  </a:t>
              </a:r>
            </a:p>
            <a:p>
              <a:pPr marL="342900" lvl="0" indent="-342900">
                <a:spcBef>
                  <a:spcPts val="300"/>
                </a:spcBef>
                <a:spcAft>
                  <a:spcPts val="300"/>
                </a:spcAft>
                <a:buFont typeface="+mj-lt"/>
                <a:buAutoNum type="arabicPeriod"/>
              </a:pPr>
              <a:r>
                <a:rPr lang="en-US" sz="2000" dirty="0" err="1"/>
                <a:t>Bertanyalah</a:t>
              </a:r>
              <a:r>
                <a:rPr lang="en-US" sz="2000" dirty="0"/>
                <a:t> </a:t>
              </a:r>
              <a:r>
                <a:rPr lang="en-US" sz="2000" dirty="0" err="1"/>
                <a:t>kepada</a:t>
              </a:r>
              <a:r>
                <a:rPr lang="en-US" sz="2000" dirty="0"/>
                <a:t> </a:t>
              </a:r>
              <a:r>
                <a:rPr lang="en-US" sz="2000" dirty="0" err="1"/>
                <a:t>peserta</a:t>
              </a:r>
              <a:r>
                <a:rPr lang="en-US" sz="2000" dirty="0"/>
                <a:t> </a:t>
              </a:r>
              <a:r>
                <a:rPr lang="en-US" sz="2000" dirty="0" err="1"/>
                <a:t>pengalaman</a:t>
              </a:r>
              <a:r>
                <a:rPr lang="en-US" sz="2000" dirty="0"/>
                <a:t> </a:t>
              </a:r>
              <a:r>
                <a:rPr lang="en-US" sz="2000" dirty="0" err="1"/>
                <a:t>mereka</a:t>
              </a:r>
              <a:r>
                <a:rPr lang="en-US" sz="2000" dirty="0"/>
                <a:t> </a:t>
              </a:r>
              <a:r>
                <a:rPr lang="en-US" sz="2000" dirty="0" err="1"/>
                <a:t>ketika</a:t>
              </a:r>
              <a:r>
                <a:rPr lang="en-US" sz="2000" dirty="0"/>
                <a:t> </a:t>
              </a:r>
              <a:r>
                <a:rPr lang="en-US" sz="2000" dirty="0" err="1"/>
                <a:t>menetapkan</a:t>
              </a:r>
              <a:r>
                <a:rPr lang="en-US" sz="2000" dirty="0"/>
                <a:t> </a:t>
              </a:r>
              <a:r>
                <a:rPr lang="en-US" sz="2000" dirty="0" err="1"/>
                <a:t>harapan</a:t>
              </a:r>
              <a:r>
                <a:rPr lang="en-US" sz="2000" dirty="0"/>
                <a:t> </a:t>
              </a:r>
              <a:r>
                <a:rPr lang="en-US" sz="2000" dirty="0" err="1"/>
                <a:t>dan</a:t>
              </a:r>
              <a:r>
                <a:rPr lang="en-US" sz="2000" dirty="0"/>
                <a:t> </a:t>
              </a:r>
              <a:r>
                <a:rPr lang="en-US" sz="2000" dirty="0" err="1"/>
                <a:t>membangun</a:t>
              </a:r>
              <a:r>
                <a:rPr lang="en-US" sz="2000" dirty="0"/>
                <a:t> </a:t>
              </a:r>
              <a:r>
                <a:rPr lang="en-US" sz="2000" dirty="0" err="1"/>
                <a:t>jembatan</a:t>
              </a:r>
              <a:r>
                <a:rPr lang="en-US" sz="2000" dirty="0"/>
                <a:t> </a:t>
              </a:r>
              <a:r>
                <a:rPr lang="en-US" sz="2000" dirty="0" err="1"/>
                <a:t>untuk</a:t>
              </a:r>
              <a:r>
                <a:rPr lang="en-US" sz="2000" dirty="0"/>
                <a:t> </a:t>
              </a:r>
              <a:r>
                <a:rPr lang="en-US" sz="2000" dirty="0" err="1"/>
                <a:t>mencapainya</a:t>
              </a:r>
              <a:r>
                <a:rPr lang="en-US" sz="2000" dirty="0"/>
                <a:t>.</a:t>
              </a:r>
            </a:p>
            <a:p>
              <a:pPr marL="342900" indent="-342900">
                <a:spcBef>
                  <a:spcPts val="300"/>
                </a:spcBef>
                <a:spcAft>
                  <a:spcPts val="300"/>
                </a:spcAft>
                <a:buFont typeface="+mj-lt"/>
                <a:buAutoNum type="arabicPeriod"/>
              </a:pPr>
              <a:r>
                <a:rPr lang="en-US" sz="2000" dirty="0" err="1"/>
                <a:t>Ajak</a:t>
              </a:r>
              <a:r>
                <a:rPr lang="en-US" sz="2000" dirty="0"/>
                <a:t> </a:t>
              </a:r>
              <a:r>
                <a:rPr lang="en-US" sz="2000" dirty="0" err="1"/>
                <a:t>peserta</a:t>
              </a:r>
              <a:r>
                <a:rPr lang="en-US" sz="2000" dirty="0"/>
                <a:t> </a:t>
              </a:r>
              <a:r>
                <a:rPr lang="en-US" sz="2000" dirty="0" err="1"/>
                <a:t>untuk</a:t>
              </a:r>
              <a:r>
                <a:rPr lang="en-US" sz="2000" dirty="0"/>
                <a:t> </a:t>
              </a:r>
              <a:r>
                <a:rPr lang="en-US" sz="2000" dirty="0" err="1"/>
                <a:t>diskusi</a:t>
              </a:r>
              <a:r>
                <a:rPr lang="en-US" sz="2000" dirty="0"/>
                <a:t> </a:t>
              </a:r>
              <a:r>
                <a:rPr lang="en-US" sz="2000" dirty="0" err="1"/>
                <a:t>interaktif</a:t>
              </a:r>
              <a:r>
                <a:rPr lang="en-US" sz="2000" dirty="0"/>
                <a:t> </a:t>
              </a:r>
              <a:r>
                <a:rPr lang="en-US" sz="2000" dirty="0" err="1"/>
                <a:t>dan</a:t>
              </a:r>
              <a:r>
                <a:rPr lang="en-US" sz="2000" dirty="0"/>
                <a:t> </a:t>
              </a:r>
              <a:r>
                <a:rPr lang="en-US" sz="2000" dirty="0" err="1"/>
                <a:t>tanya</a:t>
              </a:r>
              <a:r>
                <a:rPr lang="en-US" sz="2000" dirty="0"/>
                <a:t> </a:t>
              </a:r>
              <a:r>
                <a:rPr lang="en-US" sz="2000" dirty="0" err="1"/>
                <a:t>jawab</a:t>
              </a:r>
              <a:r>
                <a:rPr lang="en-US" sz="2000" dirty="0"/>
                <a:t>. </a:t>
              </a:r>
              <a:r>
                <a:rPr lang="en-US" sz="2000" dirty="0" err="1"/>
                <a:t>Fasilitator</a:t>
              </a:r>
              <a:r>
                <a:rPr lang="en-US" sz="2000" dirty="0"/>
                <a:t> </a:t>
              </a:r>
              <a:r>
                <a:rPr lang="en-US" sz="2000" dirty="0" err="1"/>
                <a:t>memberikan</a:t>
              </a:r>
              <a:r>
                <a:rPr lang="en-US" sz="2000" dirty="0"/>
                <a:t> </a:t>
              </a:r>
              <a:r>
                <a:rPr lang="en-US" sz="2000" dirty="0" err="1"/>
                <a:t>penekanan</a:t>
              </a:r>
              <a:r>
                <a:rPr lang="en-US" sz="2000" dirty="0"/>
                <a:t> </a:t>
              </a:r>
              <a:r>
                <a:rPr lang="en-US" sz="2000" dirty="0" err="1"/>
                <a:t>diskusi</a:t>
              </a:r>
              <a:r>
                <a:rPr lang="en-US" sz="2000" dirty="0"/>
                <a:t> </a:t>
              </a:r>
              <a:r>
                <a:rPr lang="en-US" sz="2000" dirty="0" err="1"/>
                <a:t>pada</a:t>
              </a:r>
              <a:r>
                <a:rPr lang="en-US" sz="2000" dirty="0"/>
                <a:t> </a:t>
              </a:r>
              <a:r>
                <a:rPr lang="en-US" sz="2000" dirty="0" err="1"/>
                <a:t>pentingnya</a:t>
              </a:r>
              <a:r>
                <a:rPr lang="en-US" sz="2000" dirty="0"/>
                <a:t> </a:t>
              </a:r>
              <a:r>
                <a:rPr lang="en-US" sz="2000" dirty="0" err="1"/>
                <a:t>peserta</a:t>
              </a:r>
              <a:r>
                <a:rPr lang="en-US" sz="2000" dirty="0"/>
                <a:t> (</a:t>
              </a:r>
              <a:r>
                <a:rPr lang="en-US" sz="2000" dirty="0" err="1"/>
                <a:t>remaja</a:t>
              </a:r>
              <a:r>
                <a:rPr lang="en-US" sz="2000" dirty="0"/>
                <a:t>) </a:t>
              </a:r>
              <a:r>
                <a:rPr lang="en-US" sz="2000" dirty="0" err="1"/>
                <a:t>memiliki</a:t>
              </a:r>
              <a:r>
                <a:rPr lang="en-US" sz="2000" dirty="0"/>
                <a:t> </a:t>
              </a:r>
              <a:r>
                <a:rPr lang="en-US" sz="2000" dirty="0" err="1"/>
                <a:t>harapan</a:t>
              </a:r>
              <a:r>
                <a:rPr lang="en-US" sz="2000" dirty="0"/>
                <a:t> </a:t>
              </a:r>
              <a:r>
                <a:rPr lang="en-US" sz="2000" dirty="0" err="1"/>
                <a:t>dan</a:t>
              </a:r>
              <a:r>
                <a:rPr lang="en-US" sz="2000" dirty="0"/>
                <a:t> </a:t>
              </a:r>
              <a:r>
                <a:rPr lang="en-US" sz="2000" dirty="0" err="1"/>
                <a:t>cita-cita</a:t>
              </a:r>
              <a:r>
                <a:rPr lang="en-US" sz="2000" dirty="0"/>
                <a:t> </a:t>
              </a:r>
              <a:r>
                <a:rPr lang="en-US" sz="2000" dirty="0" err="1"/>
                <a:t>sesuai</a:t>
              </a:r>
              <a:r>
                <a:rPr lang="en-US" sz="2000" dirty="0"/>
                <a:t> </a:t>
              </a:r>
              <a:r>
                <a:rPr lang="en-US" sz="2000" dirty="0" err="1"/>
                <a:t>dengan</a:t>
              </a:r>
              <a:r>
                <a:rPr lang="en-US" sz="2000" dirty="0"/>
                <a:t> </a:t>
              </a:r>
              <a:r>
                <a:rPr lang="en-US" sz="2000" dirty="0" err="1"/>
                <a:t>potensi-potensi</a:t>
              </a:r>
              <a:r>
                <a:rPr lang="en-US" sz="2000" dirty="0"/>
                <a:t> yang </a:t>
              </a:r>
              <a:r>
                <a:rPr lang="en-US" sz="2000" dirty="0" err="1"/>
                <a:t>mereka</a:t>
              </a:r>
              <a:r>
                <a:rPr lang="en-US" sz="2000" dirty="0"/>
                <a:t> </a:t>
              </a:r>
              <a:r>
                <a:rPr lang="en-US" sz="2000" dirty="0" err="1"/>
                <a:t>miliki</a:t>
              </a:r>
              <a:r>
                <a:rPr lang="en-US" sz="2000" dirty="0"/>
                <a:t>.</a:t>
              </a:r>
              <a:endParaRPr lang="en-US" sz="2000" kern="1200" dirty="0"/>
            </a:p>
          </p:txBody>
        </p:sp>
      </p:grpSp>
    </p:spTree>
    <p:extLst>
      <p:ext uri="{BB962C8B-B14F-4D97-AF65-F5344CB8AC3E}">
        <p14:creationId xmlns:p14="http://schemas.microsoft.com/office/powerpoint/2010/main" val="66503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74638"/>
            <a:ext cx="10972801" cy="1143000"/>
          </a:xfrm>
          <a:solidFill>
            <a:schemeClr val="accent1">
              <a:lumMod val="50000"/>
            </a:schemeClr>
          </a:solidFill>
        </p:spPr>
        <p:txBody>
          <a:bodyPr>
            <a:normAutofit/>
          </a:bodyPr>
          <a:lstStyle/>
          <a:p>
            <a:pPr algn="ctr" eaLnBrk="1" fontAlgn="auto" hangingPunct="1">
              <a:spcAft>
                <a:spcPts val="0"/>
              </a:spcAft>
              <a:defRPr/>
            </a:pPr>
            <a:r>
              <a:rPr lang="en-US" b="1" dirty="0" err="1">
                <a:ln w="1905"/>
                <a:solidFill>
                  <a:srgbClr val="FFFF00"/>
                </a:solidFill>
                <a:effectLst>
                  <a:innerShdw blurRad="69850" dist="43180" dir="5400000">
                    <a:srgbClr val="000000">
                      <a:alpha val="65000"/>
                    </a:srgbClr>
                  </a:innerShdw>
                </a:effectLst>
              </a:rPr>
              <a:t>Membangun</a:t>
            </a:r>
            <a:r>
              <a:rPr lang="en-US" b="1" dirty="0">
                <a:ln w="1905"/>
                <a:solidFill>
                  <a:srgbClr val="FFFF00"/>
                </a:solidFill>
                <a:effectLst>
                  <a:innerShdw blurRad="69850" dist="43180" dir="5400000">
                    <a:srgbClr val="000000">
                      <a:alpha val="65000"/>
                    </a:srgbClr>
                  </a:innerShdw>
                </a:effectLst>
              </a:rPr>
              <a:t> </a:t>
            </a:r>
            <a:r>
              <a:rPr lang="en-US" b="1" dirty="0" err="1">
                <a:ln w="1905"/>
                <a:solidFill>
                  <a:srgbClr val="FFFF00"/>
                </a:solidFill>
                <a:effectLst>
                  <a:innerShdw blurRad="69850" dist="43180" dir="5400000">
                    <a:srgbClr val="000000">
                      <a:alpha val="65000"/>
                    </a:srgbClr>
                  </a:innerShdw>
                </a:effectLst>
              </a:rPr>
              <a:t>Jembatan</a:t>
            </a:r>
            <a:r>
              <a:rPr lang="en-US" b="1" dirty="0">
                <a:ln w="1905"/>
                <a:solidFill>
                  <a:srgbClr val="FFFF00"/>
                </a:solidFill>
                <a:effectLst>
                  <a:innerShdw blurRad="69850" dist="43180" dir="5400000">
                    <a:srgbClr val="000000">
                      <a:alpha val="65000"/>
                    </a:srgbClr>
                  </a:innerShdw>
                </a:effectLst>
              </a:rPr>
              <a:t> </a:t>
            </a:r>
            <a:r>
              <a:rPr lang="en-US" b="1" dirty="0" err="1">
                <a:ln w="1905"/>
                <a:solidFill>
                  <a:srgbClr val="FFFF00"/>
                </a:solidFill>
                <a:effectLst>
                  <a:innerShdw blurRad="69850" dist="43180" dir="5400000">
                    <a:srgbClr val="000000">
                      <a:alpha val="65000"/>
                    </a:srgbClr>
                  </a:innerShdw>
                </a:effectLst>
              </a:rPr>
              <a:t>Harapan</a:t>
            </a:r>
            <a:endParaRPr lang="en-US" b="1" dirty="0">
              <a:ln w="1905"/>
              <a:solidFill>
                <a:srgbClr val="FFFF00"/>
              </a:solidFill>
              <a:effectLst>
                <a:innerShdw blurRad="69850" dist="43180" dir="5400000">
                  <a:srgbClr val="000000">
                    <a:alpha val="65000"/>
                  </a:srgbClr>
                </a:innerShdw>
              </a:effectLst>
            </a:endParaRPr>
          </a:p>
        </p:txBody>
      </p:sp>
      <p:sp>
        <p:nvSpPr>
          <p:cNvPr id="10243" name="Content Placeholder 2"/>
          <p:cNvSpPr>
            <a:spLocks noGrp="1"/>
          </p:cNvSpPr>
          <p:nvPr>
            <p:ph idx="1"/>
          </p:nvPr>
        </p:nvSpPr>
        <p:spPr>
          <a:xfrm>
            <a:off x="609599" y="1219200"/>
            <a:ext cx="10972801" cy="5410199"/>
          </a:xfrm>
        </p:spPr>
        <p:txBody>
          <a:bodyPr>
            <a:normAutofit/>
          </a:bodyPr>
          <a:lstStyle/>
          <a:p>
            <a:pPr marL="0" indent="0" eaLnBrk="1" hangingPunct="1">
              <a:buNone/>
            </a:pPr>
            <a:endParaRPr lang="en-US" dirty="0"/>
          </a:p>
          <a:p>
            <a:pPr marL="0" indent="0">
              <a:buNone/>
            </a:pPr>
            <a:r>
              <a:rPr lang="de-DE" sz="2400" b="1" dirty="0" err="1"/>
              <a:t>Harapan</a:t>
            </a:r>
            <a:r>
              <a:rPr lang="de-DE" sz="2400" b="1" dirty="0"/>
              <a:t> </a:t>
            </a:r>
            <a:r>
              <a:rPr lang="fr-FR" sz="2400" dirty="0" err="1"/>
              <a:t>merupakan</a:t>
            </a:r>
            <a:r>
              <a:rPr lang="fr-FR" sz="2400" dirty="0"/>
              <a:t> </a:t>
            </a:r>
            <a:r>
              <a:rPr lang="fr-FR" sz="2400" dirty="0" err="1"/>
              <a:t>idealisme</a:t>
            </a:r>
            <a:r>
              <a:rPr lang="fr-FR" sz="2400" dirty="0"/>
              <a:t>, </a:t>
            </a:r>
            <a:r>
              <a:rPr lang="fr-FR" sz="2400" dirty="0" err="1"/>
              <a:t>keinginan</a:t>
            </a:r>
            <a:r>
              <a:rPr lang="fr-FR" sz="2400" dirty="0"/>
              <a:t>, </a:t>
            </a:r>
            <a:r>
              <a:rPr lang="fr-FR" sz="2400" dirty="0" err="1"/>
              <a:t>atau</a:t>
            </a:r>
            <a:r>
              <a:rPr lang="fr-FR" sz="2400" dirty="0"/>
              <a:t> cita-cita </a:t>
            </a:r>
            <a:r>
              <a:rPr lang="fr-FR" sz="2400" dirty="0" err="1"/>
              <a:t>seseorang</a:t>
            </a:r>
            <a:r>
              <a:rPr lang="fr-FR" sz="2400" dirty="0"/>
              <a:t>. </a:t>
            </a:r>
            <a:r>
              <a:rPr lang="fr-FR" sz="2400" dirty="0" err="1"/>
              <a:t>Harapan</a:t>
            </a:r>
            <a:r>
              <a:rPr lang="fr-FR" sz="2400" dirty="0"/>
              <a:t> </a:t>
            </a:r>
            <a:r>
              <a:rPr lang="fr-FR" sz="2400" dirty="0" err="1"/>
              <a:t>juga</a:t>
            </a:r>
            <a:r>
              <a:rPr lang="fr-FR" sz="2400" dirty="0"/>
              <a:t> </a:t>
            </a:r>
            <a:r>
              <a:rPr lang="en-US" sz="2400" dirty="0"/>
              <a:t>m</a:t>
            </a:r>
            <a:r>
              <a:rPr lang="fr-FR" sz="2400" dirty="0" err="1"/>
              <a:t>erupakan</a:t>
            </a:r>
            <a:r>
              <a:rPr lang="fr-FR" sz="2400" dirty="0"/>
              <a:t> </a:t>
            </a:r>
            <a:r>
              <a:rPr lang="fr-FR" sz="2400" dirty="0" err="1"/>
              <a:t>tujuan</a:t>
            </a:r>
            <a:r>
              <a:rPr lang="fr-FR" sz="2400" dirty="0"/>
              <a:t> dari proses </a:t>
            </a:r>
            <a:r>
              <a:rPr lang="fr-FR" sz="2400" dirty="0" err="1"/>
              <a:t>pembentukan</a:t>
            </a:r>
            <a:r>
              <a:rPr lang="fr-FR" sz="2400" dirty="0"/>
              <a:t> </a:t>
            </a:r>
            <a:r>
              <a:rPr lang="fr-FR" sz="2400" dirty="0" err="1"/>
              <a:t>jati</a:t>
            </a:r>
            <a:r>
              <a:rPr lang="fr-FR" sz="2400" dirty="0"/>
              <a:t> </a:t>
            </a:r>
            <a:r>
              <a:rPr lang="fr-FR" sz="2400" dirty="0" err="1"/>
              <a:t>diri</a:t>
            </a:r>
            <a:r>
              <a:rPr lang="fr-FR" sz="2400" dirty="0"/>
              <a:t> </a:t>
            </a:r>
            <a:r>
              <a:rPr lang="fr-FR" sz="2400" dirty="0" err="1"/>
              <a:t>seseorang</a:t>
            </a:r>
            <a:r>
              <a:rPr lang="fr-FR" sz="2400" dirty="0"/>
              <a:t>. </a:t>
            </a:r>
          </a:p>
          <a:p>
            <a:pPr marL="0" indent="0">
              <a:buNone/>
            </a:pPr>
            <a:r>
              <a:rPr lang="en-US" sz="2400" dirty="0" err="1"/>
              <a:t>Membangun</a:t>
            </a:r>
            <a:r>
              <a:rPr lang="en-US" sz="2400" dirty="0"/>
              <a:t> </a:t>
            </a:r>
            <a:r>
              <a:rPr lang="en-US" sz="2400" dirty="0" err="1"/>
              <a:t>Jembatan</a:t>
            </a:r>
            <a:r>
              <a:rPr lang="en-US" sz="2400" dirty="0"/>
              <a:t> </a:t>
            </a:r>
            <a:r>
              <a:rPr lang="en-US" sz="2400" dirty="0" err="1"/>
              <a:t>Harapan</a:t>
            </a:r>
            <a:r>
              <a:rPr lang="en-US" sz="2400" dirty="0"/>
              <a:t> </a:t>
            </a:r>
            <a:r>
              <a:rPr lang="en-US" sz="2400" dirty="0" err="1"/>
              <a:t>pada</a:t>
            </a:r>
            <a:r>
              <a:rPr lang="en-US" sz="2400" dirty="0"/>
              <a:t> </a:t>
            </a:r>
            <a:r>
              <a:rPr lang="en-US" sz="2400" dirty="0" err="1"/>
              <a:t>dasarnya</a:t>
            </a:r>
            <a:r>
              <a:rPr lang="en-US" sz="2400" dirty="0"/>
              <a:t> </a:t>
            </a:r>
            <a:r>
              <a:rPr lang="en-US" sz="2400" dirty="0" err="1"/>
              <a:t>adalah</a:t>
            </a:r>
            <a:r>
              <a:rPr lang="en-US" sz="2400" dirty="0"/>
              <a:t> </a:t>
            </a:r>
            <a:r>
              <a:rPr lang="en-US" sz="2400" dirty="0" err="1"/>
              <a:t>kegiatan</a:t>
            </a:r>
            <a:r>
              <a:rPr lang="en-US" sz="2400" dirty="0"/>
              <a:t> </a:t>
            </a:r>
            <a:r>
              <a:rPr lang="en-US" sz="2400" dirty="0" err="1"/>
              <a:t>untuk</a:t>
            </a:r>
            <a:r>
              <a:rPr lang="en-US" sz="2400" dirty="0"/>
              <a:t> </a:t>
            </a:r>
            <a:r>
              <a:rPr lang="en-US" sz="2400" dirty="0" err="1"/>
              <a:t>membantu</a:t>
            </a:r>
            <a:r>
              <a:rPr lang="en-US" sz="2400" dirty="0"/>
              <a:t> </a:t>
            </a:r>
            <a:r>
              <a:rPr lang="en-US" sz="2400" dirty="0" err="1"/>
              <a:t>peserta</a:t>
            </a:r>
            <a:r>
              <a:rPr lang="en-US" sz="2400" dirty="0"/>
              <a:t> </a:t>
            </a:r>
            <a:r>
              <a:rPr lang="en-US" sz="2400" dirty="0" err="1"/>
              <a:t>menyusun</a:t>
            </a:r>
            <a:r>
              <a:rPr lang="en-US" sz="2400" dirty="0"/>
              <a:t> </a:t>
            </a:r>
            <a:r>
              <a:rPr lang="en-US" sz="2400" dirty="0" err="1"/>
              <a:t>rencana</a:t>
            </a:r>
            <a:r>
              <a:rPr lang="en-US" sz="2400" dirty="0"/>
              <a:t> </a:t>
            </a:r>
            <a:r>
              <a:rPr lang="en-US" sz="2400" dirty="0" err="1"/>
              <a:t>mencapai</a:t>
            </a:r>
            <a:r>
              <a:rPr lang="en-US" sz="2400" dirty="0"/>
              <a:t> </a:t>
            </a:r>
            <a:r>
              <a:rPr lang="en-US" sz="2400" dirty="0" err="1"/>
              <a:t>harapan</a:t>
            </a:r>
            <a:r>
              <a:rPr lang="en-US" sz="2400" dirty="0"/>
              <a:t> yang </a:t>
            </a:r>
            <a:r>
              <a:rPr lang="en-US" sz="2400" dirty="0" err="1"/>
              <a:t>realistis</a:t>
            </a:r>
            <a:r>
              <a:rPr lang="en-US" sz="2400" dirty="0"/>
              <a:t>, </a:t>
            </a:r>
            <a:r>
              <a:rPr lang="en-US" sz="2400" dirty="0" err="1"/>
              <a:t>benar-benar</a:t>
            </a:r>
            <a:r>
              <a:rPr lang="en-US" sz="2400" dirty="0"/>
              <a:t> </a:t>
            </a:r>
            <a:r>
              <a:rPr lang="en-US" sz="2400" dirty="0" err="1"/>
              <a:t>diinginkan</a:t>
            </a:r>
            <a:r>
              <a:rPr lang="en-US" sz="2400" dirty="0"/>
              <a:t>, </a:t>
            </a:r>
            <a:r>
              <a:rPr lang="en-US" sz="2400" dirty="0" err="1"/>
              <a:t>dan</a:t>
            </a:r>
            <a:r>
              <a:rPr lang="en-US" sz="2400" dirty="0"/>
              <a:t> </a:t>
            </a:r>
            <a:r>
              <a:rPr lang="en-US" sz="2400" dirty="0" err="1"/>
              <a:t>memiliki</a:t>
            </a:r>
            <a:r>
              <a:rPr lang="en-US" sz="2400" dirty="0"/>
              <a:t> </a:t>
            </a:r>
            <a:r>
              <a:rPr lang="en-US" sz="2400" dirty="0" err="1"/>
              <a:t>nilai</a:t>
            </a:r>
            <a:r>
              <a:rPr lang="en-US" sz="2400" dirty="0"/>
              <a:t> </a:t>
            </a:r>
            <a:r>
              <a:rPr lang="en-US" sz="2400" dirty="0" err="1"/>
              <a:t>manfaat</a:t>
            </a:r>
            <a:r>
              <a:rPr lang="en-US" sz="2400" dirty="0"/>
              <a:t>. </a:t>
            </a:r>
          </a:p>
          <a:p>
            <a:pPr marL="0" indent="0">
              <a:buNone/>
            </a:pPr>
            <a:r>
              <a:rPr lang="en-US" sz="2400" dirty="0" err="1"/>
              <a:t>Antara</a:t>
            </a:r>
            <a:r>
              <a:rPr lang="en-US" sz="2400" dirty="0"/>
              <a:t> lain </a:t>
            </a:r>
            <a:r>
              <a:rPr lang="en-US" sz="2400" dirty="0" err="1"/>
              <a:t>melalui</a:t>
            </a:r>
            <a:r>
              <a:rPr lang="en-US" sz="2400" dirty="0"/>
              <a:t>:</a:t>
            </a:r>
          </a:p>
          <a:p>
            <a:pPr eaLnBrk="1" hangingPunct="1">
              <a:buFont typeface="Wingdings" pitchFamily="2" charset="2"/>
              <a:buChar char="ü"/>
            </a:pPr>
            <a:r>
              <a:rPr lang="en-US" sz="2400" dirty="0" err="1"/>
              <a:t>Introspeksi</a:t>
            </a:r>
            <a:r>
              <a:rPr lang="en-US" sz="2400" dirty="0"/>
              <a:t> (</a:t>
            </a:r>
            <a:r>
              <a:rPr lang="en-US" sz="2400" dirty="0" err="1"/>
              <a:t>mengerti</a:t>
            </a:r>
            <a:r>
              <a:rPr lang="en-US" sz="2400" dirty="0"/>
              <a:t> </a:t>
            </a:r>
            <a:r>
              <a:rPr lang="en-US" sz="2400" dirty="0" err="1"/>
              <a:t>apa</a:t>
            </a:r>
            <a:r>
              <a:rPr lang="en-US" sz="2400" dirty="0"/>
              <a:t> yang </a:t>
            </a:r>
            <a:r>
              <a:rPr lang="en-US" sz="2400" dirty="0" err="1"/>
              <a:t>dilakukan</a:t>
            </a:r>
            <a:r>
              <a:rPr lang="en-US" sz="2400" dirty="0"/>
              <a:t> </a:t>
            </a:r>
            <a:r>
              <a:rPr lang="en-US" sz="2400" dirty="0" err="1"/>
              <a:t>dan</a:t>
            </a:r>
            <a:r>
              <a:rPr lang="en-US" sz="2400" dirty="0"/>
              <a:t> </a:t>
            </a:r>
            <a:r>
              <a:rPr lang="en-US" sz="2400" dirty="0" err="1"/>
              <a:t>bagaimana</a:t>
            </a:r>
            <a:r>
              <a:rPr lang="en-US" sz="2400" dirty="0"/>
              <a:t> </a:t>
            </a:r>
            <a:r>
              <a:rPr lang="en-US" sz="2400" dirty="0" err="1"/>
              <a:t>seseorang</a:t>
            </a:r>
            <a:r>
              <a:rPr lang="en-US" sz="2400" dirty="0"/>
              <a:t> </a:t>
            </a:r>
            <a:r>
              <a:rPr lang="en-US" sz="2400" dirty="0" err="1"/>
              <a:t>merasakan</a:t>
            </a:r>
            <a:r>
              <a:rPr lang="en-US" sz="2400" dirty="0"/>
              <a:t> </a:t>
            </a:r>
            <a:r>
              <a:rPr lang="en-US" sz="2400" dirty="0" err="1"/>
              <a:t>dan</a:t>
            </a:r>
            <a:r>
              <a:rPr lang="en-US" sz="2400" dirty="0"/>
              <a:t> </a:t>
            </a:r>
            <a:r>
              <a:rPr lang="en-US" sz="2400" dirty="0" err="1"/>
              <a:t>bereaksi</a:t>
            </a:r>
            <a:r>
              <a:rPr lang="en-US" sz="2400" dirty="0"/>
              <a:t>)</a:t>
            </a:r>
          </a:p>
          <a:p>
            <a:pPr eaLnBrk="1" hangingPunct="1">
              <a:buFont typeface="Wingdings" pitchFamily="2" charset="2"/>
              <a:buChar char="ü"/>
            </a:pPr>
            <a:r>
              <a:rPr lang="en-US" sz="2400" dirty="0" err="1"/>
              <a:t>Umpan</a:t>
            </a:r>
            <a:r>
              <a:rPr lang="en-US" sz="2400" dirty="0"/>
              <a:t> </a:t>
            </a:r>
            <a:r>
              <a:rPr lang="en-US" sz="2400" dirty="0" err="1"/>
              <a:t>Balik</a:t>
            </a:r>
            <a:r>
              <a:rPr lang="en-US" sz="2400" dirty="0"/>
              <a:t> (</a:t>
            </a:r>
            <a:r>
              <a:rPr lang="en-US" sz="2400" dirty="0" err="1"/>
              <a:t>bagaimana</a:t>
            </a:r>
            <a:r>
              <a:rPr lang="en-US" sz="2400" dirty="0"/>
              <a:t> orang lain </a:t>
            </a:r>
            <a:r>
              <a:rPr lang="en-US" sz="2400" dirty="0" err="1"/>
              <a:t>memandang</a:t>
            </a:r>
            <a:r>
              <a:rPr lang="en-US" sz="2400" dirty="0"/>
              <a:t> </a:t>
            </a:r>
            <a:r>
              <a:rPr lang="en-US" sz="2400" dirty="0" err="1"/>
              <a:t>dan</a:t>
            </a:r>
            <a:r>
              <a:rPr lang="en-US" sz="2400" dirty="0"/>
              <a:t> </a:t>
            </a:r>
            <a:r>
              <a:rPr lang="en-US" sz="2400" dirty="0" err="1"/>
              <a:t>bereaksi</a:t>
            </a:r>
            <a:r>
              <a:rPr lang="en-US" sz="2400" dirty="0"/>
              <a:t> </a:t>
            </a:r>
            <a:r>
              <a:rPr lang="en-US" sz="2400" dirty="0" err="1"/>
              <a:t>terhadap</a:t>
            </a:r>
            <a:r>
              <a:rPr lang="en-US" sz="2400" dirty="0"/>
              <a:t> </a:t>
            </a:r>
            <a:r>
              <a:rPr lang="en-US" sz="2400" dirty="0" err="1"/>
              <a:t>kita</a:t>
            </a:r>
            <a:r>
              <a:rPr lang="en-US" sz="2400" dirty="0"/>
              <a:t>)</a:t>
            </a:r>
          </a:p>
          <a:p>
            <a:pPr eaLnBrk="1" hangingPunct="1">
              <a:buFont typeface="Wingdings" pitchFamily="2" charset="2"/>
              <a:buChar char="ü"/>
            </a:pPr>
            <a:r>
              <a:rPr lang="en-US" sz="2400" dirty="0" err="1"/>
              <a:t>Menggali</a:t>
            </a:r>
            <a:r>
              <a:rPr lang="en-US" sz="2400" dirty="0"/>
              <a:t> </a:t>
            </a:r>
            <a:r>
              <a:rPr lang="en-US" sz="2400" dirty="0" err="1"/>
              <a:t>kembali</a:t>
            </a:r>
            <a:r>
              <a:rPr lang="en-US" sz="2400" dirty="0"/>
              <a:t> : </a:t>
            </a:r>
            <a:r>
              <a:rPr lang="en-US" sz="2400" dirty="0" err="1"/>
              <a:t>keinginan</a:t>
            </a:r>
            <a:r>
              <a:rPr lang="en-US" sz="2400" dirty="0"/>
              <a:t>, </a:t>
            </a:r>
            <a:r>
              <a:rPr lang="en-US" sz="2400" dirty="0" err="1"/>
              <a:t>minat</a:t>
            </a:r>
            <a:r>
              <a:rPr lang="en-US" sz="2400" dirty="0"/>
              <a:t> </a:t>
            </a:r>
            <a:r>
              <a:rPr lang="en-US" sz="2400" dirty="0" err="1"/>
              <a:t>dan</a:t>
            </a:r>
            <a:r>
              <a:rPr lang="en-US" sz="2400" dirty="0"/>
              <a:t> hobby, </a:t>
            </a:r>
            <a:r>
              <a:rPr lang="en-US" sz="2400" dirty="0" err="1"/>
              <a:t>bakat</a:t>
            </a:r>
            <a:r>
              <a:rPr lang="en-US" sz="2400" dirty="0"/>
              <a:t>, </a:t>
            </a:r>
            <a:r>
              <a:rPr lang="en-US" sz="2400" dirty="0" err="1"/>
              <a:t>kebiasaan</a:t>
            </a:r>
            <a:r>
              <a:rPr lang="en-US" sz="2400" dirty="0"/>
              <a:t>, </a:t>
            </a:r>
            <a:r>
              <a:rPr lang="en-US" sz="2400" dirty="0" err="1"/>
              <a:t>dsb</a:t>
            </a:r>
            <a:endParaRPr lang="en-US" sz="2400" dirty="0"/>
          </a:p>
          <a:p>
            <a:pPr eaLnBrk="1" hangingPunct="1">
              <a:buFont typeface="Wingdings 2" pitchFamily="18" charset="2"/>
              <a:buNone/>
            </a:pPr>
            <a:endParaRPr lang="en-US" sz="2400" dirty="0"/>
          </a:p>
          <a:p>
            <a:pPr eaLnBrk="1" hangingPunct="1">
              <a:buFont typeface="Wingdings 2" pitchFamily="18" charset="2"/>
              <a:buNone/>
            </a:pPr>
            <a:endParaRPr lang="en-US" dirty="0"/>
          </a:p>
        </p:txBody>
      </p:sp>
    </p:spTree>
    <p:extLst>
      <p:ext uri="{BB962C8B-B14F-4D97-AF65-F5344CB8AC3E}">
        <p14:creationId xmlns:p14="http://schemas.microsoft.com/office/powerpoint/2010/main" val="194380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43">
                                            <p:txEl>
                                              <p:pRg st="1" end="1"/>
                                            </p:txEl>
                                          </p:spTgt>
                                        </p:tgtEl>
                                        <p:attrNameLst>
                                          <p:attrName>style.visibility</p:attrName>
                                        </p:attrNameLst>
                                      </p:cBhvr>
                                      <p:to>
                                        <p:strVal val="visible"/>
                                      </p:to>
                                    </p:set>
                                    <p:animEffect transition="in" filter="fade">
                                      <p:cBhvr>
                                        <p:cTn id="10" dur="500"/>
                                        <p:tgtEl>
                                          <p:spTgt spid="1024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Effect transition="in" filter="fade">
                                      <p:cBhvr>
                                        <p:cTn id="13" dur="500"/>
                                        <p:tgtEl>
                                          <p:spTgt spid="1024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43">
                                            <p:txEl>
                                              <p:pRg st="3" end="3"/>
                                            </p:txEl>
                                          </p:spTgt>
                                        </p:tgtEl>
                                        <p:attrNameLst>
                                          <p:attrName>style.visibility</p:attrName>
                                        </p:attrNameLst>
                                      </p:cBhvr>
                                      <p:to>
                                        <p:strVal val="visible"/>
                                      </p:to>
                                    </p:set>
                                    <p:animEffect transition="in" filter="fade">
                                      <p:cBhvr>
                                        <p:cTn id="18" dur="500"/>
                                        <p:tgtEl>
                                          <p:spTgt spid="1024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243">
                                            <p:txEl>
                                              <p:pRg st="4" end="4"/>
                                            </p:txEl>
                                          </p:spTgt>
                                        </p:tgtEl>
                                        <p:attrNameLst>
                                          <p:attrName>style.visibility</p:attrName>
                                        </p:attrNameLst>
                                      </p:cBhvr>
                                      <p:to>
                                        <p:strVal val="visible"/>
                                      </p:to>
                                    </p:set>
                                    <p:animEffect transition="in" filter="fade">
                                      <p:cBhvr>
                                        <p:cTn id="21" dur="500"/>
                                        <p:tgtEl>
                                          <p:spTgt spid="1024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243">
                                            <p:txEl>
                                              <p:pRg st="5" end="5"/>
                                            </p:txEl>
                                          </p:spTgt>
                                        </p:tgtEl>
                                        <p:attrNameLst>
                                          <p:attrName>style.visibility</p:attrName>
                                        </p:attrNameLst>
                                      </p:cBhvr>
                                      <p:to>
                                        <p:strVal val="visible"/>
                                      </p:to>
                                    </p:set>
                                    <p:animEffect transition="in" filter="fade">
                                      <p:cBhvr>
                                        <p:cTn id="26" dur="500"/>
                                        <p:tgtEl>
                                          <p:spTgt spid="1024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243">
                                            <p:txEl>
                                              <p:pRg st="6" end="6"/>
                                            </p:txEl>
                                          </p:spTgt>
                                        </p:tgtEl>
                                        <p:attrNameLst>
                                          <p:attrName>style.visibility</p:attrName>
                                        </p:attrNameLst>
                                      </p:cBhvr>
                                      <p:to>
                                        <p:strVal val="visible"/>
                                      </p:to>
                                    </p:set>
                                    <p:animEffect transition="in" filter="fade">
                                      <p:cBhvr>
                                        <p:cTn id="31"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24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099B6C6-449F-E145-A4BC-851A8E1B9E97}"/>
              </a:ext>
            </a:extLst>
          </p:cNvPr>
          <p:cNvGraphicFramePr>
            <a:graphicFrameLocks noGrp="1"/>
          </p:cNvGraphicFramePr>
          <p:nvPr>
            <p:extLst>
              <p:ext uri="{D42A27DB-BD31-4B8C-83A1-F6EECF244321}">
                <p14:modId xmlns:p14="http://schemas.microsoft.com/office/powerpoint/2010/main" val="377339925"/>
              </p:ext>
            </p:extLst>
          </p:nvPr>
        </p:nvGraphicFramePr>
        <p:xfrm>
          <a:off x="976183" y="1594020"/>
          <a:ext cx="10268466" cy="4510217"/>
        </p:xfrm>
        <a:graphic>
          <a:graphicData uri="http://schemas.openxmlformats.org/drawingml/2006/table">
            <a:tbl>
              <a:tblPr firstRow="1" firstCol="1" bandRow="1">
                <a:tableStyleId>{5C22544A-7EE6-4342-B048-85BDC9FD1C3A}</a:tableStyleId>
              </a:tblPr>
              <a:tblGrid>
                <a:gridCol w="5134233">
                  <a:extLst>
                    <a:ext uri="{9D8B030D-6E8A-4147-A177-3AD203B41FA5}">
                      <a16:colId xmlns:a16="http://schemas.microsoft.com/office/drawing/2014/main" val="26851044"/>
                    </a:ext>
                  </a:extLst>
                </a:gridCol>
                <a:gridCol w="5134233">
                  <a:extLst>
                    <a:ext uri="{9D8B030D-6E8A-4147-A177-3AD203B41FA5}">
                      <a16:colId xmlns:a16="http://schemas.microsoft.com/office/drawing/2014/main" val="1870505469"/>
                    </a:ext>
                  </a:extLst>
                </a:gridCol>
              </a:tblGrid>
              <a:tr h="579883">
                <a:tc>
                  <a:txBody>
                    <a:bodyPr/>
                    <a:lstStyle/>
                    <a:p>
                      <a:pPr marL="0" marR="0" algn="ctr">
                        <a:lnSpc>
                          <a:spcPct val="150000"/>
                        </a:lnSpc>
                        <a:spcBef>
                          <a:spcPts val="0"/>
                        </a:spcBef>
                        <a:spcAft>
                          <a:spcPts val="0"/>
                        </a:spcAft>
                      </a:pPr>
                      <a:r>
                        <a:rPr lang="en-US" sz="1800" dirty="0">
                          <a:solidFill>
                            <a:schemeClr val="tx1"/>
                          </a:solidFill>
                          <a:effectLst/>
                        </a:rPr>
                        <a:t>HARAPANKU/CITA-CITAKU</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17" marR="39017" marT="0" marB="0"/>
                </a:tc>
                <a:tc>
                  <a:txBody>
                    <a:bodyPr/>
                    <a:lstStyle/>
                    <a:p>
                      <a:pPr marL="0" marR="0" algn="ctr">
                        <a:lnSpc>
                          <a:spcPct val="150000"/>
                        </a:lnSpc>
                        <a:spcBef>
                          <a:spcPts val="0"/>
                        </a:spcBef>
                        <a:spcAft>
                          <a:spcPts val="0"/>
                        </a:spcAft>
                      </a:pPr>
                      <a:r>
                        <a:rPr lang="en-US" sz="1800" dirty="0">
                          <a:solidFill>
                            <a:schemeClr val="tx1"/>
                          </a:solidFill>
                          <a:effectLst/>
                        </a:rPr>
                        <a:t>MODAL UNTUK MENCAPAI HARAPANKU</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17" marR="39017" marT="0" marB="0"/>
                </a:tc>
                <a:extLst>
                  <a:ext uri="{0D108BD9-81ED-4DB2-BD59-A6C34878D82A}">
                    <a16:rowId xmlns:a16="http://schemas.microsoft.com/office/drawing/2014/main" val="757963097"/>
                  </a:ext>
                </a:extLst>
              </a:tr>
              <a:tr h="3930334">
                <a:tc>
                  <a:txBody>
                    <a:bodyPr/>
                    <a:lstStyle/>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endParaRPr lang="en-US" sz="700" dirty="0">
                        <a:effectLst/>
                      </a:endParaRP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p>
                    <a:p>
                      <a:pPr marL="0" marR="0">
                        <a:spcBef>
                          <a:spcPts val="0"/>
                        </a:spcBef>
                        <a:spcAft>
                          <a:spcPts val="0"/>
                        </a:spcAft>
                      </a:pPr>
                      <a:r>
                        <a:rPr lang="en-US" sz="700" dirty="0">
                          <a:effectLst/>
                        </a:rPr>
                        <a:t> </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17" marR="39017" marT="0" marB="0"/>
                </a:tc>
                <a:tc>
                  <a:txBody>
                    <a:bodyPr/>
                    <a:lstStyle/>
                    <a:p>
                      <a:pPr marL="0" marR="0">
                        <a:spcBef>
                          <a:spcPts val="0"/>
                        </a:spcBef>
                        <a:spcAft>
                          <a:spcPts val="0"/>
                        </a:spcAft>
                      </a:pPr>
                      <a:r>
                        <a:rPr lang="en-US" sz="700" dirty="0">
                          <a:effectLst/>
                        </a:rPr>
                        <a:t> </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17" marR="39017" marT="0" marB="0"/>
                </a:tc>
                <a:extLst>
                  <a:ext uri="{0D108BD9-81ED-4DB2-BD59-A6C34878D82A}">
                    <a16:rowId xmlns:a16="http://schemas.microsoft.com/office/drawing/2014/main" val="2219443623"/>
                  </a:ext>
                </a:extLst>
              </a:tr>
            </a:tbl>
          </a:graphicData>
        </a:graphic>
      </p:graphicFrame>
      <p:sp>
        <p:nvSpPr>
          <p:cNvPr id="3" name="Title 1">
            <a:extLst>
              <a:ext uri="{FF2B5EF4-FFF2-40B4-BE49-F238E27FC236}">
                <a16:creationId xmlns:a16="http://schemas.microsoft.com/office/drawing/2014/main" id="{38E29A71-B447-4A46-A839-84D141775F1C}"/>
              </a:ext>
            </a:extLst>
          </p:cNvPr>
          <p:cNvSpPr txBox="1">
            <a:spLocks/>
          </p:cNvSpPr>
          <p:nvPr/>
        </p:nvSpPr>
        <p:spPr>
          <a:xfrm>
            <a:off x="704334" y="247178"/>
            <a:ext cx="10849233" cy="1025568"/>
          </a:xfrm>
          <a:prstGeom prst="rect">
            <a:avLst/>
          </a:prstGeom>
          <a:solidFill>
            <a:schemeClr val="accent2">
              <a:lumMod val="20000"/>
              <a:lumOff val="80000"/>
            </a:schemeClr>
          </a:solidFill>
        </p:spPr>
        <p:txBody>
          <a:bodyP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lnSpc>
                <a:spcPct val="150000"/>
              </a:lnSpc>
            </a:pP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Aktivitas</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Membangun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Jembatan</a:t>
            </a:r>
            <a:r>
              <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sz="36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Harapan</a:t>
            </a:r>
            <a:endPar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347898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98DA4-2F4C-994E-A630-3BBE6E8D1C6B}"/>
              </a:ext>
            </a:extLst>
          </p:cNvPr>
          <p:cNvSpPr>
            <a:spLocks noGrp="1"/>
          </p:cNvSpPr>
          <p:nvPr>
            <p:ph idx="1"/>
          </p:nvPr>
        </p:nvSpPr>
        <p:spPr>
          <a:xfrm>
            <a:off x="852616" y="1532238"/>
            <a:ext cx="10272584" cy="4420506"/>
          </a:xfrm>
        </p:spPr>
        <p:txBody>
          <a:bodyPr>
            <a:normAutofit lnSpcReduction="10000"/>
          </a:bodyPr>
          <a:lstStyle/>
          <a:p>
            <a:r>
              <a:rPr lang="en-US" sz="2000" dirty="0" err="1"/>
              <a:t>Peserta</a:t>
            </a:r>
            <a:r>
              <a:rPr lang="en-US" sz="2000" dirty="0"/>
              <a:t> </a:t>
            </a:r>
            <a:r>
              <a:rPr lang="en-US" sz="2000" dirty="0" err="1"/>
              <a:t>tetap</a:t>
            </a:r>
            <a:r>
              <a:rPr lang="en-US" sz="2000" dirty="0"/>
              <a:t> di </a:t>
            </a:r>
            <a:r>
              <a:rPr lang="en-US" sz="2000" dirty="0" err="1"/>
              <a:t>dalam</a:t>
            </a:r>
            <a:r>
              <a:rPr lang="en-US" sz="2000" dirty="0"/>
              <a:t> </a:t>
            </a:r>
            <a:r>
              <a:rPr lang="en-US" sz="2000" dirty="0" err="1"/>
              <a:t>kelompoknya</a:t>
            </a:r>
            <a:r>
              <a:rPr lang="en-US" sz="2000" dirty="0"/>
              <a:t> </a:t>
            </a:r>
            <a:r>
              <a:rPr lang="en-US" sz="2000" dirty="0" err="1"/>
              <a:t>masing-masing</a:t>
            </a:r>
            <a:endParaRPr lang="en-US" sz="2000" dirty="0"/>
          </a:p>
          <a:p>
            <a:r>
              <a:rPr lang="en-US" sz="2000" dirty="0" err="1"/>
              <a:t>Masing-masing</a:t>
            </a:r>
            <a:r>
              <a:rPr lang="en-US" sz="2000" dirty="0"/>
              <a:t> </a:t>
            </a:r>
            <a:r>
              <a:rPr lang="en-US" sz="2000" dirty="0" err="1"/>
              <a:t>kelompok</a:t>
            </a:r>
            <a:r>
              <a:rPr lang="en-US" sz="2000" dirty="0"/>
              <a:t> </a:t>
            </a:r>
            <a:r>
              <a:rPr lang="en-US" sz="2000" dirty="0" err="1"/>
              <a:t>diundi</a:t>
            </a:r>
            <a:r>
              <a:rPr lang="en-US" sz="2000" dirty="0"/>
              <a:t> </a:t>
            </a:r>
            <a:r>
              <a:rPr lang="en-US" sz="2000" dirty="0" err="1"/>
              <a:t>lagi</a:t>
            </a:r>
            <a:r>
              <a:rPr lang="en-US" sz="2000" dirty="0"/>
              <a:t> </a:t>
            </a:r>
            <a:r>
              <a:rPr lang="en-US" sz="2000" dirty="0" err="1"/>
              <a:t>untuk</a:t>
            </a:r>
            <a:r>
              <a:rPr lang="en-US" sz="2000" dirty="0"/>
              <a:t> </a:t>
            </a:r>
            <a:r>
              <a:rPr lang="en-US" sz="2000" dirty="0" err="1"/>
              <a:t>memilih</a:t>
            </a:r>
            <a:r>
              <a:rPr lang="en-US" sz="2000" dirty="0"/>
              <a:t> 4 orang, yang </a:t>
            </a:r>
            <a:r>
              <a:rPr lang="en-US" sz="2000" dirty="0" err="1"/>
              <a:t>sudah</a:t>
            </a:r>
            <a:r>
              <a:rPr lang="en-US" sz="2000" dirty="0"/>
              <a:t> </a:t>
            </a:r>
            <a:r>
              <a:rPr lang="en-US" sz="2000" dirty="0" err="1"/>
              <a:t>praktik</a:t>
            </a:r>
            <a:r>
              <a:rPr lang="en-US" sz="2000" dirty="0"/>
              <a:t> di </a:t>
            </a:r>
            <a:r>
              <a:rPr lang="en-US" sz="2000" dirty="0" err="1"/>
              <a:t>sesi</a:t>
            </a:r>
            <a:r>
              <a:rPr lang="en-US" sz="2000" dirty="0"/>
              <a:t> </a:t>
            </a:r>
            <a:r>
              <a:rPr lang="en-US" sz="2000" dirty="0" err="1"/>
              <a:t>sebelumya</a:t>
            </a:r>
            <a:r>
              <a:rPr lang="en-US" sz="2000" dirty="0"/>
              <a:t> </a:t>
            </a:r>
            <a:r>
              <a:rPr lang="en-US" sz="2000" dirty="0" err="1"/>
              <a:t>tidak</a:t>
            </a:r>
            <a:r>
              <a:rPr lang="en-US" sz="2000" dirty="0"/>
              <a:t> </a:t>
            </a:r>
            <a:r>
              <a:rPr lang="en-US" sz="2000" dirty="0" err="1"/>
              <a:t>perlu</a:t>
            </a:r>
            <a:r>
              <a:rPr lang="en-US" sz="2000" dirty="0"/>
              <a:t> </a:t>
            </a:r>
            <a:r>
              <a:rPr lang="en-US" sz="2000" dirty="0" err="1"/>
              <a:t>ikut</a:t>
            </a:r>
            <a:r>
              <a:rPr lang="en-US" sz="2000" dirty="0"/>
              <a:t> </a:t>
            </a:r>
            <a:r>
              <a:rPr lang="en-US" sz="2000" dirty="0" err="1"/>
              <a:t>lagi</a:t>
            </a:r>
            <a:endParaRPr lang="en-US" sz="2000" dirty="0"/>
          </a:p>
          <a:p>
            <a:pPr lvl="1"/>
            <a:r>
              <a:rPr lang="en-US" sz="2000" dirty="0"/>
              <a:t>2 orang </a:t>
            </a:r>
            <a:r>
              <a:rPr lang="en-US" sz="2000" dirty="0" err="1"/>
              <a:t>menjadi</a:t>
            </a:r>
            <a:r>
              <a:rPr lang="en-US" sz="2000" dirty="0"/>
              <a:t> </a:t>
            </a:r>
            <a:r>
              <a:rPr lang="en-US" sz="2000" dirty="0" err="1"/>
              <a:t>menjadi</a:t>
            </a:r>
            <a:r>
              <a:rPr lang="en-US" sz="2000" dirty="0"/>
              <a:t> </a:t>
            </a:r>
            <a:r>
              <a:rPr lang="en-US" sz="2000" dirty="0" err="1"/>
              <a:t>fasilitator</a:t>
            </a:r>
            <a:r>
              <a:rPr lang="en-US" sz="2000" dirty="0"/>
              <a:t> </a:t>
            </a:r>
            <a:r>
              <a:rPr lang="en-US" sz="2000" dirty="0" err="1"/>
              <a:t>dan</a:t>
            </a:r>
            <a:r>
              <a:rPr lang="en-US" sz="2000" dirty="0"/>
              <a:t> co-</a:t>
            </a:r>
            <a:r>
              <a:rPr lang="en-US" sz="2000" dirty="0" err="1"/>
              <a:t>fasilitatornya</a:t>
            </a:r>
            <a:endParaRPr lang="en-US" sz="2000" dirty="0"/>
          </a:p>
          <a:p>
            <a:pPr lvl="1"/>
            <a:r>
              <a:rPr lang="en-US" sz="2000" dirty="0"/>
              <a:t>2 orang </a:t>
            </a:r>
            <a:r>
              <a:rPr lang="en-US" sz="2000" dirty="0" err="1"/>
              <a:t>menjadi</a:t>
            </a:r>
            <a:r>
              <a:rPr lang="en-US" sz="2000" dirty="0"/>
              <a:t> reviewer </a:t>
            </a:r>
            <a:r>
              <a:rPr lang="en-US" sz="2000" dirty="0" err="1"/>
              <a:t>nya</a:t>
            </a:r>
            <a:endParaRPr lang="en-US" sz="2000" dirty="0"/>
          </a:p>
          <a:p>
            <a:r>
              <a:rPr lang="en-US" sz="2000" dirty="0" err="1"/>
              <a:t>Beri</a:t>
            </a:r>
            <a:r>
              <a:rPr lang="en-US" sz="2000" dirty="0"/>
              <a:t> </a:t>
            </a:r>
            <a:r>
              <a:rPr lang="en-US" sz="2000" dirty="0" err="1"/>
              <a:t>kesempatan</a:t>
            </a:r>
            <a:r>
              <a:rPr lang="en-US" sz="2000" dirty="0"/>
              <a:t> </a:t>
            </a:r>
            <a:r>
              <a:rPr lang="en-US" sz="2000" dirty="0" err="1"/>
              <a:t>kepada</a:t>
            </a:r>
            <a:r>
              <a:rPr lang="en-US" sz="2000" dirty="0"/>
              <a:t> </a:t>
            </a:r>
            <a:r>
              <a:rPr lang="en-US" sz="2000" dirty="0" err="1"/>
              <a:t>fasilitator</a:t>
            </a:r>
            <a:r>
              <a:rPr lang="en-US" sz="2000" dirty="0"/>
              <a:t> </a:t>
            </a:r>
            <a:r>
              <a:rPr lang="en-US" sz="2000" dirty="0" err="1"/>
              <a:t>dan</a:t>
            </a:r>
            <a:r>
              <a:rPr lang="en-US" sz="2000" dirty="0"/>
              <a:t> co-</a:t>
            </a:r>
            <a:r>
              <a:rPr lang="en-US" sz="2000" dirty="0" err="1"/>
              <a:t>fasilitator</a:t>
            </a:r>
            <a:r>
              <a:rPr lang="en-US" sz="2000" dirty="0"/>
              <a:t> </a:t>
            </a:r>
            <a:r>
              <a:rPr lang="en-US" sz="2000" dirty="0" err="1"/>
              <a:t>untuk</a:t>
            </a:r>
            <a:r>
              <a:rPr lang="en-US" sz="2000" dirty="0"/>
              <a:t> </a:t>
            </a:r>
            <a:r>
              <a:rPr lang="en-US" sz="2000" dirty="0" err="1"/>
              <a:t>mempersiapkan</a:t>
            </a:r>
            <a:r>
              <a:rPr lang="en-US" sz="2000" dirty="0"/>
              <a:t> </a:t>
            </a:r>
            <a:r>
              <a:rPr lang="en-US" sz="2000" dirty="0" err="1"/>
              <a:t>diri</a:t>
            </a:r>
            <a:r>
              <a:rPr lang="en-US" sz="2000" dirty="0"/>
              <a:t>. Dan </a:t>
            </a:r>
            <a:r>
              <a:rPr lang="en-US" sz="2000" dirty="0" err="1"/>
              <a:t>kepada</a:t>
            </a:r>
            <a:r>
              <a:rPr lang="en-US" sz="2000" dirty="0"/>
              <a:t> reviewer </a:t>
            </a:r>
            <a:r>
              <a:rPr lang="en-US" sz="2000" dirty="0" err="1"/>
              <a:t>beri</a:t>
            </a:r>
            <a:r>
              <a:rPr lang="en-US" sz="2000" dirty="0"/>
              <a:t> </a:t>
            </a:r>
            <a:r>
              <a:rPr lang="en-US" sz="2000" dirty="0" err="1"/>
              <a:t>lembar</a:t>
            </a:r>
            <a:r>
              <a:rPr lang="en-US" sz="2000" dirty="0"/>
              <a:t> </a:t>
            </a:r>
            <a:r>
              <a:rPr lang="en-US" sz="2000" dirty="0" err="1"/>
              <a:t>kompetensi</a:t>
            </a:r>
            <a:r>
              <a:rPr lang="en-US" sz="2000" dirty="0"/>
              <a:t> </a:t>
            </a:r>
            <a:r>
              <a:rPr lang="en-US" sz="2000" dirty="0" err="1"/>
              <a:t>fasilitator</a:t>
            </a:r>
            <a:r>
              <a:rPr lang="en-US" sz="2000" dirty="0"/>
              <a:t> </a:t>
            </a:r>
            <a:r>
              <a:rPr lang="en-US" sz="2000" dirty="0" err="1"/>
              <a:t>sebagai</a:t>
            </a:r>
            <a:r>
              <a:rPr lang="en-US" sz="2000" dirty="0"/>
              <a:t> </a:t>
            </a:r>
            <a:r>
              <a:rPr lang="en-US" sz="2000" dirty="0" err="1"/>
              <a:t>pedoman</a:t>
            </a:r>
            <a:r>
              <a:rPr lang="en-US" sz="2000" dirty="0"/>
              <a:t> </a:t>
            </a:r>
            <a:r>
              <a:rPr lang="en-US" sz="2000" dirty="0" err="1"/>
              <a:t>untuk</a:t>
            </a:r>
            <a:r>
              <a:rPr lang="en-US" sz="2000" dirty="0"/>
              <a:t> </a:t>
            </a:r>
            <a:r>
              <a:rPr lang="en-US" sz="2000" dirty="0" err="1"/>
              <a:t>menilai</a:t>
            </a:r>
            <a:endParaRPr lang="en-US" sz="2000" dirty="0"/>
          </a:p>
          <a:p>
            <a:r>
              <a:rPr lang="en-US" sz="2000" dirty="0" err="1"/>
              <a:t>Semua</a:t>
            </a:r>
            <a:r>
              <a:rPr lang="en-US" sz="2000" dirty="0"/>
              <a:t> </a:t>
            </a:r>
            <a:r>
              <a:rPr lang="en-US" sz="2000" dirty="0" err="1"/>
              <a:t>peserta</a:t>
            </a:r>
            <a:r>
              <a:rPr lang="en-US" sz="2000" dirty="0"/>
              <a:t> lain </a:t>
            </a:r>
            <a:r>
              <a:rPr lang="en-US" sz="2000" dirty="0" err="1"/>
              <a:t>diminta</a:t>
            </a:r>
            <a:r>
              <a:rPr lang="en-US" sz="2000" dirty="0"/>
              <a:t> </a:t>
            </a:r>
            <a:r>
              <a:rPr lang="en-US" sz="2000" dirty="0" err="1"/>
              <a:t>untuk</a:t>
            </a:r>
            <a:r>
              <a:rPr lang="en-US" sz="2000" dirty="0"/>
              <a:t> </a:t>
            </a:r>
            <a:r>
              <a:rPr lang="en-US" sz="2000" dirty="0" err="1"/>
              <a:t>menjadi</a:t>
            </a:r>
            <a:r>
              <a:rPr lang="en-US" sz="2000" dirty="0"/>
              <a:t> </a:t>
            </a:r>
            <a:r>
              <a:rPr lang="en-US" sz="2000" dirty="0" err="1"/>
              <a:t>remaja</a:t>
            </a:r>
            <a:r>
              <a:rPr lang="en-US" sz="2000" dirty="0"/>
              <a:t>, </a:t>
            </a:r>
            <a:r>
              <a:rPr lang="en-US" sz="2000" dirty="0" err="1"/>
              <a:t>untuk</a:t>
            </a:r>
            <a:r>
              <a:rPr lang="en-US" sz="2000" dirty="0"/>
              <a:t> </a:t>
            </a:r>
            <a:r>
              <a:rPr lang="en-US" sz="2000" dirty="0" err="1"/>
              <a:t>itu</a:t>
            </a:r>
            <a:r>
              <a:rPr lang="en-US" sz="2000" dirty="0"/>
              <a:t> </a:t>
            </a:r>
            <a:r>
              <a:rPr lang="en-US" sz="2000" dirty="0" err="1"/>
              <a:t>mereka</a:t>
            </a:r>
            <a:r>
              <a:rPr lang="en-US" sz="2000" dirty="0"/>
              <a:t> </a:t>
            </a:r>
            <a:r>
              <a:rPr lang="en-US" sz="2000" dirty="0" err="1"/>
              <a:t>tidak</a:t>
            </a:r>
            <a:r>
              <a:rPr lang="en-US" sz="2000" dirty="0"/>
              <a:t> </a:t>
            </a:r>
            <a:r>
              <a:rPr lang="en-US" sz="2000" dirty="0" err="1"/>
              <a:t>diperkenankan</a:t>
            </a:r>
            <a:r>
              <a:rPr lang="en-US" sz="2000" dirty="0"/>
              <a:t> </a:t>
            </a:r>
            <a:r>
              <a:rPr lang="en-US" sz="2000" dirty="0" err="1"/>
              <a:t>membuka</a:t>
            </a:r>
            <a:r>
              <a:rPr lang="en-US" sz="2000" dirty="0"/>
              <a:t>/</a:t>
            </a:r>
            <a:r>
              <a:rPr lang="en-US" sz="2000" dirty="0" err="1"/>
              <a:t>membaca</a:t>
            </a:r>
            <a:r>
              <a:rPr lang="en-US" sz="2000" dirty="0"/>
              <a:t> </a:t>
            </a:r>
            <a:r>
              <a:rPr lang="en-US" sz="2000" dirty="0" err="1"/>
              <a:t>modul</a:t>
            </a:r>
            <a:r>
              <a:rPr lang="en-US" sz="2000" dirty="0"/>
              <a:t>. </a:t>
            </a:r>
            <a:r>
              <a:rPr lang="en-US" sz="2000" dirty="0" err="1"/>
              <a:t>Sebagai</a:t>
            </a:r>
            <a:r>
              <a:rPr lang="en-US" sz="2000" dirty="0"/>
              <a:t> </a:t>
            </a:r>
            <a:r>
              <a:rPr lang="en-US" sz="2000" dirty="0" err="1"/>
              <a:t>peserta</a:t>
            </a:r>
            <a:r>
              <a:rPr lang="en-US" sz="2000" dirty="0"/>
              <a:t> (</a:t>
            </a:r>
            <a:r>
              <a:rPr lang="en-US" sz="2000" dirty="0" err="1"/>
              <a:t>remaja</a:t>
            </a:r>
            <a:r>
              <a:rPr lang="en-US" sz="2000" dirty="0"/>
              <a:t>) </a:t>
            </a:r>
            <a:r>
              <a:rPr lang="en-US" sz="2000" dirty="0" err="1"/>
              <a:t>mereka</a:t>
            </a:r>
            <a:r>
              <a:rPr lang="en-US" sz="2000" dirty="0"/>
              <a:t> </a:t>
            </a:r>
            <a:r>
              <a:rPr lang="en-US" sz="2000" dirty="0" err="1"/>
              <a:t>diminta</a:t>
            </a:r>
            <a:r>
              <a:rPr lang="en-US" sz="2000" dirty="0"/>
              <a:t> </a:t>
            </a:r>
            <a:r>
              <a:rPr lang="en-US" sz="2000" dirty="0" err="1"/>
              <a:t>untuk</a:t>
            </a:r>
            <a:r>
              <a:rPr lang="en-US" sz="2000" dirty="0"/>
              <a:t> </a:t>
            </a:r>
            <a:r>
              <a:rPr lang="en-US" sz="2000" dirty="0" err="1"/>
              <a:t>mengikuti</a:t>
            </a:r>
            <a:r>
              <a:rPr lang="en-US" sz="2000" dirty="0"/>
              <a:t> </a:t>
            </a:r>
            <a:r>
              <a:rPr lang="en-US" sz="2000" dirty="0" err="1"/>
              <a:t>semua</a:t>
            </a:r>
            <a:r>
              <a:rPr lang="en-US" sz="2000" dirty="0"/>
              <a:t> proses yang </a:t>
            </a:r>
            <a:r>
              <a:rPr lang="en-US" sz="2000" dirty="0" err="1"/>
              <a:t>dipandu</a:t>
            </a:r>
            <a:r>
              <a:rPr lang="en-US" sz="2000" dirty="0"/>
              <a:t> </a:t>
            </a:r>
            <a:r>
              <a:rPr lang="en-US" sz="2000" dirty="0" err="1"/>
              <a:t>oleh</a:t>
            </a:r>
            <a:r>
              <a:rPr lang="en-US" sz="2000" dirty="0"/>
              <a:t> </a:t>
            </a:r>
            <a:r>
              <a:rPr lang="en-US" sz="2000" dirty="0" err="1"/>
              <a:t>fasilitator</a:t>
            </a:r>
            <a:r>
              <a:rPr lang="en-US" sz="2000" dirty="0"/>
              <a:t> </a:t>
            </a:r>
            <a:r>
              <a:rPr lang="en-US" sz="2000" dirty="0" err="1"/>
              <a:t>nya</a:t>
            </a:r>
            <a:endParaRPr lang="en-US" sz="2000" dirty="0"/>
          </a:p>
          <a:p>
            <a:r>
              <a:rPr lang="en-US" sz="2000" dirty="0" err="1"/>
              <a:t>Waktu</a:t>
            </a:r>
            <a:r>
              <a:rPr lang="en-US" sz="2000" dirty="0"/>
              <a:t> </a:t>
            </a:r>
            <a:r>
              <a:rPr lang="en-US" sz="2000" dirty="0" err="1"/>
              <a:t>praktik</a:t>
            </a:r>
            <a:r>
              <a:rPr lang="en-US" sz="2000" dirty="0"/>
              <a:t> </a:t>
            </a:r>
            <a:r>
              <a:rPr lang="en-US" sz="2000" dirty="0" err="1"/>
              <a:t>adalah</a:t>
            </a:r>
            <a:r>
              <a:rPr lang="en-US" sz="2000" dirty="0"/>
              <a:t> 15 </a:t>
            </a:r>
            <a:r>
              <a:rPr lang="en-US" sz="2000" dirty="0" err="1"/>
              <a:t>menit</a:t>
            </a:r>
            <a:endParaRPr lang="en-US" sz="2000" dirty="0"/>
          </a:p>
          <a:p>
            <a:r>
              <a:rPr lang="en-US" sz="2000" dirty="0" err="1"/>
              <a:t>Fasilitator</a:t>
            </a:r>
            <a:r>
              <a:rPr lang="en-US" sz="2000" dirty="0"/>
              <a:t> </a:t>
            </a:r>
            <a:r>
              <a:rPr lang="en-US" sz="2000" dirty="0" err="1"/>
              <a:t>melanjutkan</a:t>
            </a:r>
            <a:r>
              <a:rPr lang="en-US" sz="2000" dirty="0"/>
              <a:t> </a:t>
            </a:r>
            <a:r>
              <a:rPr lang="en-US" sz="2000" dirty="0" err="1"/>
              <a:t>dengan</a:t>
            </a:r>
            <a:r>
              <a:rPr lang="en-US" sz="2000" dirty="0"/>
              <a:t> review.</a:t>
            </a:r>
          </a:p>
          <a:p>
            <a:endParaRPr lang="en-US" dirty="0"/>
          </a:p>
        </p:txBody>
      </p:sp>
      <p:sp>
        <p:nvSpPr>
          <p:cNvPr id="4" name="Title 1">
            <a:extLst>
              <a:ext uri="{FF2B5EF4-FFF2-40B4-BE49-F238E27FC236}">
                <a16:creationId xmlns:a16="http://schemas.microsoft.com/office/drawing/2014/main" id="{6601A04D-129D-9F4E-8B99-F16F7738B13B}"/>
              </a:ext>
            </a:extLst>
          </p:cNvPr>
          <p:cNvSpPr txBox="1">
            <a:spLocks/>
          </p:cNvSpPr>
          <p:nvPr/>
        </p:nvSpPr>
        <p:spPr>
          <a:xfrm>
            <a:off x="593123" y="321319"/>
            <a:ext cx="10911017" cy="887823"/>
          </a:xfrm>
          <a:prstGeom prst="rect">
            <a:avLst/>
          </a:prstGeom>
          <a:solidFill>
            <a:schemeClr val="accent2">
              <a:lumMod val="20000"/>
              <a:lumOff val="80000"/>
            </a:schemeClr>
          </a:solidFill>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Praktik</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Langkah</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2: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Membangun</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Jembatan</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Harapan</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230686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8"/>
            <a:ext cx="11623964" cy="1432320"/>
            <a:chOff x="0" y="40022"/>
            <a:chExt cx="11623964" cy="1555200"/>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109614"/>
              <a:ext cx="11623964" cy="14160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4400" b="1" kern="1200" dirty="0" err="1"/>
                <a:t>Penjelasan</a:t>
              </a:r>
              <a:r>
                <a:rPr lang="en-US" sz="4400" b="1" kern="1200" dirty="0"/>
                <a:t> </a:t>
              </a:r>
              <a:r>
                <a:rPr lang="en-US" sz="4400" b="1" kern="1200" dirty="0" err="1"/>
                <a:t>Langkah</a:t>
              </a:r>
              <a:r>
                <a:rPr lang="en-US" sz="4400" b="1" kern="1200" dirty="0"/>
                <a:t> 3: </a:t>
              </a:r>
              <a:endParaRPr lang="en-US" sz="4400" b="1" dirty="0"/>
            </a:p>
            <a:p>
              <a:pPr marL="0" lvl="0" indent="0" algn="ctr" defTabSz="2400300">
                <a:lnSpc>
                  <a:spcPct val="90000"/>
                </a:lnSpc>
                <a:spcBef>
                  <a:spcPct val="0"/>
                </a:spcBef>
                <a:spcAft>
                  <a:spcPct val="35000"/>
                </a:spcAft>
                <a:buNone/>
              </a:pPr>
              <a:r>
                <a:rPr lang="en-US" sz="3600" b="1" kern="1200" dirty="0" err="1"/>
                <a:t>Tantangan</a:t>
              </a:r>
              <a:r>
                <a:rPr lang="en-US" sz="3600" b="1" kern="1200" dirty="0"/>
                <a:t> </a:t>
              </a:r>
              <a:r>
                <a:rPr lang="en-US" sz="3600" b="1" kern="1200" dirty="0" err="1"/>
                <a:t>dan</a:t>
              </a:r>
              <a:r>
                <a:rPr lang="en-US" sz="3600" b="1" kern="1200" dirty="0"/>
                <a:t> </a:t>
              </a:r>
              <a:r>
                <a:rPr lang="en-US" sz="3600" b="1" kern="1200" dirty="0" err="1"/>
                <a:t>Problematika</a:t>
              </a:r>
              <a:r>
                <a:rPr lang="en-US" sz="3600" b="1" kern="1200" dirty="0"/>
                <a:t> </a:t>
              </a:r>
              <a:r>
                <a:rPr lang="en-US" sz="3600" b="1" kern="1200" dirty="0" err="1"/>
                <a:t>Remaja</a:t>
              </a:r>
              <a:r>
                <a:rPr lang="en-US" sz="3600" b="1" kern="1200" dirty="0"/>
                <a:t> Masa </a:t>
              </a:r>
              <a:r>
                <a:rPr lang="en-US" sz="3600" b="1" kern="1200" dirty="0" err="1"/>
                <a:t>Kini</a:t>
              </a:r>
              <a:endParaRPr lang="en-US" sz="3600" b="1" kern="1200" dirty="0"/>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64832"/>
            <a:ext cx="11623964" cy="4846034"/>
            <a:chOff x="0" y="1595222"/>
            <a:chExt cx="11623964" cy="4446900"/>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342900" lvl="0" indent="-342900">
                <a:buFont typeface="+mj-lt"/>
                <a:buAutoNum type="arabicPeriod"/>
              </a:pPr>
              <a:r>
                <a:rPr lang="en-US" sz="2400" dirty="0" err="1"/>
                <a:t>Peserta</a:t>
              </a:r>
              <a:r>
                <a:rPr lang="en-US" sz="2400" dirty="0"/>
                <a:t> </a:t>
              </a:r>
              <a:r>
                <a:rPr lang="en-US" sz="2400" dirty="0" err="1"/>
                <a:t>dibagi</a:t>
              </a:r>
              <a:r>
                <a:rPr lang="en-US" sz="2400" dirty="0"/>
                <a:t> </a:t>
              </a:r>
              <a:r>
                <a:rPr lang="en-US" sz="2400" dirty="0" err="1"/>
                <a:t>menjadi</a:t>
              </a:r>
              <a:r>
                <a:rPr lang="en-US" sz="2400" dirty="0"/>
                <a:t> 4 </a:t>
              </a:r>
              <a:r>
                <a:rPr lang="en-US" sz="2400" dirty="0" err="1"/>
                <a:t>kelompok</a:t>
              </a:r>
              <a:r>
                <a:rPr lang="en-US" sz="2400" dirty="0"/>
                <a:t>. </a:t>
              </a:r>
              <a:r>
                <a:rPr lang="en-US" sz="2400" dirty="0" err="1"/>
                <a:t>Kepada</a:t>
              </a:r>
              <a:r>
                <a:rPr lang="en-US" sz="2400" dirty="0"/>
                <a:t> </a:t>
              </a:r>
              <a:r>
                <a:rPr lang="en-US" sz="2400" dirty="0" err="1"/>
                <a:t>setiap</a:t>
              </a:r>
              <a:r>
                <a:rPr lang="en-US" sz="2400" dirty="0"/>
                <a:t> </a:t>
              </a:r>
              <a:r>
                <a:rPr lang="en-US" sz="2400" dirty="0" err="1"/>
                <a:t>peserta</a:t>
              </a:r>
              <a:r>
                <a:rPr lang="en-US" sz="2400" dirty="0"/>
                <a:t> </a:t>
              </a:r>
              <a:r>
                <a:rPr lang="en-US" sz="2400" dirty="0" err="1"/>
                <a:t>dibagikan</a:t>
              </a:r>
              <a:r>
                <a:rPr lang="en-US" sz="2400" dirty="0"/>
                <a:t> 1 </a:t>
              </a:r>
              <a:r>
                <a:rPr lang="en-US" sz="2400" dirty="0" err="1"/>
                <a:t>lembar</a:t>
              </a:r>
              <a:r>
                <a:rPr lang="en-US" sz="2400" dirty="0"/>
                <a:t> </a:t>
              </a:r>
              <a:r>
                <a:rPr lang="en-US" sz="2400" dirty="0" err="1"/>
                <a:t>metaplan</a:t>
              </a:r>
              <a:r>
                <a:rPr lang="en-US" sz="2400" dirty="0"/>
                <a:t> </a:t>
              </a:r>
              <a:r>
                <a:rPr lang="en-US" sz="2400" dirty="0" err="1"/>
                <a:t>dan</a:t>
              </a:r>
              <a:r>
                <a:rPr lang="en-US" sz="2400" dirty="0"/>
                <a:t> 1 </a:t>
              </a:r>
              <a:r>
                <a:rPr lang="en-US" sz="2400" dirty="0" err="1"/>
                <a:t>spidol</a:t>
              </a:r>
              <a:r>
                <a:rPr lang="en-US" sz="2400" dirty="0"/>
                <a:t> </a:t>
              </a:r>
              <a:r>
                <a:rPr lang="en-US" sz="2400" dirty="0" err="1"/>
                <a:t>kecil</a:t>
              </a:r>
              <a:r>
                <a:rPr lang="en-US" sz="2400" dirty="0"/>
                <a:t>. </a:t>
              </a:r>
              <a:endParaRPr lang="en-US" sz="2400" i="1" dirty="0"/>
            </a:p>
            <a:p>
              <a:pPr marL="342900" lvl="0" indent="-342900">
                <a:buFont typeface="+mj-lt"/>
                <a:buAutoNum type="arabicPeriod"/>
              </a:pPr>
              <a:r>
                <a:rPr lang="en-US" sz="2400" dirty="0" err="1"/>
                <a:t>Tanyakan</a:t>
              </a:r>
              <a:r>
                <a:rPr lang="en-US" sz="2400" dirty="0"/>
                <a:t> </a:t>
              </a:r>
              <a:r>
                <a:rPr lang="en-US" sz="2400" dirty="0" err="1"/>
                <a:t>kepada</a:t>
              </a:r>
              <a:r>
                <a:rPr lang="en-US" sz="2400" dirty="0"/>
                <a:t> </a:t>
              </a:r>
              <a:r>
                <a:rPr lang="en-US" sz="2400" dirty="0" err="1"/>
                <a:t>peserta</a:t>
              </a:r>
              <a:r>
                <a:rPr lang="en-US" sz="2400" dirty="0"/>
                <a:t>, “</a:t>
              </a:r>
              <a:r>
                <a:rPr lang="en-US" sz="2400" dirty="0" err="1"/>
                <a:t>Tantangan-tantangan</a:t>
              </a:r>
              <a:r>
                <a:rPr lang="en-US" sz="2400" dirty="0"/>
                <a:t> </a:t>
              </a:r>
              <a:r>
                <a:rPr lang="en-US" sz="2400" dirty="0" err="1"/>
                <a:t>dan</a:t>
              </a:r>
              <a:r>
                <a:rPr lang="en-US" sz="2400" dirty="0"/>
                <a:t> problem/</a:t>
              </a:r>
              <a:r>
                <a:rPr lang="en-US" sz="2400" dirty="0" err="1"/>
                <a:t>masalah</a:t>
              </a:r>
              <a:r>
                <a:rPr lang="en-US" sz="2400" dirty="0"/>
                <a:t> </a:t>
              </a:r>
              <a:r>
                <a:rPr lang="en-US" sz="2400" dirty="0" err="1"/>
                <a:t>apa</a:t>
              </a:r>
              <a:r>
                <a:rPr lang="en-US" sz="2400" dirty="0"/>
                <a:t> </a:t>
              </a:r>
              <a:r>
                <a:rPr lang="en-US" sz="2400" dirty="0" err="1"/>
                <a:t>saja</a:t>
              </a:r>
              <a:r>
                <a:rPr lang="en-US" sz="2400" dirty="0"/>
                <a:t> yang </a:t>
              </a:r>
              <a:r>
                <a:rPr lang="en-US" sz="2400" dirty="0" err="1"/>
                <a:t>dihadapi</a:t>
              </a:r>
              <a:r>
                <a:rPr lang="en-US" sz="2400" dirty="0"/>
                <a:t> </a:t>
              </a:r>
              <a:r>
                <a:rPr lang="en-US" sz="2400" dirty="0" err="1"/>
                <a:t>oleh</a:t>
              </a:r>
              <a:r>
                <a:rPr lang="en-US" sz="2400" dirty="0"/>
                <a:t> </a:t>
              </a:r>
              <a:r>
                <a:rPr lang="en-US" sz="2400" dirty="0" err="1"/>
                <a:t>remaja</a:t>
              </a:r>
              <a:r>
                <a:rPr lang="en-US" sz="2400" dirty="0"/>
                <a:t> masa </a:t>
              </a:r>
              <a:r>
                <a:rPr lang="en-US" sz="2400" dirty="0" err="1"/>
                <a:t>kini</a:t>
              </a:r>
              <a:r>
                <a:rPr lang="en-US" sz="2400" dirty="0"/>
                <a:t>? </a:t>
              </a:r>
              <a:r>
                <a:rPr lang="en-US" sz="2400" dirty="0" err="1"/>
                <a:t>Peserta</a:t>
              </a:r>
              <a:r>
                <a:rPr lang="en-US" sz="2400" dirty="0"/>
                <a:t> </a:t>
              </a:r>
              <a:r>
                <a:rPr lang="en-US" sz="2400" dirty="0" err="1"/>
                <a:t>diminta</a:t>
              </a:r>
              <a:r>
                <a:rPr lang="en-US" sz="2400" dirty="0"/>
                <a:t> </a:t>
              </a:r>
              <a:r>
                <a:rPr lang="en-US" sz="2400" dirty="0" err="1"/>
                <a:t>menuliskan</a:t>
              </a:r>
              <a:r>
                <a:rPr lang="en-US" sz="2400" dirty="0"/>
                <a:t> </a:t>
              </a:r>
              <a:r>
                <a:rPr lang="en-US" sz="2400" dirty="0" err="1"/>
                <a:t>jawabannya</a:t>
              </a:r>
              <a:r>
                <a:rPr lang="en-US" sz="2400" dirty="0"/>
                <a:t> 1 ide </a:t>
              </a:r>
              <a:r>
                <a:rPr lang="en-US" sz="2400" dirty="0" err="1"/>
                <a:t>jawaban</a:t>
              </a:r>
              <a:r>
                <a:rPr lang="en-US" sz="2400" dirty="0"/>
                <a:t> </a:t>
              </a:r>
              <a:r>
                <a:rPr lang="en-US" sz="2400" dirty="0" err="1"/>
                <a:t>pada</a:t>
              </a:r>
              <a:r>
                <a:rPr lang="en-US" sz="2400" dirty="0"/>
                <a:t> 1 </a:t>
              </a:r>
              <a:r>
                <a:rPr lang="en-US" sz="2400" dirty="0" err="1"/>
                <a:t>lembar</a:t>
              </a:r>
              <a:r>
                <a:rPr lang="en-US" sz="2400" dirty="0"/>
                <a:t> </a:t>
              </a:r>
              <a:r>
                <a:rPr lang="en-US" sz="2400" dirty="0" err="1"/>
                <a:t>metaplan</a:t>
              </a:r>
              <a:r>
                <a:rPr lang="en-US" sz="2400" dirty="0"/>
                <a:t> yang </a:t>
              </a:r>
              <a:r>
                <a:rPr lang="en-US" sz="2400" dirty="0" err="1"/>
                <a:t>ada</a:t>
              </a:r>
              <a:r>
                <a:rPr lang="en-US" sz="2400" dirty="0"/>
                <a:t>! </a:t>
              </a:r>
              <a:endParaRPr lang="en-US" sz="2400" i="1" dirty="0"/>
            </a:p>
            <a:p>
              <a:pPr marL="342900" lvl="0" indent="-342900">
                <a:buFont typeface="+mj-lt"/>
                <a:buAutoNum type="arabicPeriod"/>
              </a:pPr>
              <a:r>
                <a:rPr lang="en-US" sz="2400" dirty="0" err="1"/>
                <a:t>Semua</a:t>
              </a:r>
              <a:r>
                <a:rPr lang="en-US" sz="2400" dirty="0"/>
                <a:t> </a:t>
              </a:r>
              <a:r>
                <a:rPr lang="en-US" sz="2400" dirty="0" err="1"/>
                <a:t>kertas</a:t>
              </a:r>
              <a:r>
                <a:rPr lang="en-US" sz="2400" dirty="0"/>
                <a:t> </a:t>
              </a:r>
              <a:r>
                <a:rPr lang="en-US" sz="2400" dirty="0" err="1"/>
                <a:t>metaplan</a:t>
              </a:r>
              <a:r>
                <a:rPr lang="en-US" sz="2400" dirty="0"/>
                <a:t> </a:t>
              </a:r>
              <a:r>
                <a:rPr lang="en-US" sz="2400" dirty="0" err="1"/>
                <a:t>yg</a:t>
              </a:r>
              <a:r>
                <a:rPr lang="en-US" sz="2400" dirty="0"/>
                <a:t> </a:t>
              </a:r>
              <a:r>
                <a:rPr lang="en-US" sz="2400" dirty="0" err="1"/>
                <a:t>sudah</a:t>
              </a:r>
              <a:r>
                <a:rPr lang="en-US" sz="2400" dirty="0"/>
                <a:t> </a:t>
              </a:r>
              <a:r>
                <a:rPr lang="en-US" sz="2400" dirty="0" err="1"/>
                <a:t>berisi</a:t>
              </a:r>
              <a:r>
                <a:rPr lang="en-US" sz="2400" dirty="0"/>
                <a:t> </a:t>
              </a:r>
              <a:r>
                <a:rPr lang="en-US" sz="2400" dirty="0" err="1"/>
                <a:t>jawaban</a:t>
              </a:r>
              <a:r>
                <a:rPr lang="en-US" sz="2400" dirty="0"/>
                <a:t> </a:t>
              </a:r>
              <a:r>
                <a:rPr lang="en-US" sz="2400" dirty="0" err="1"/>
                <a:t>dikumpulkan</a:t>
              </a:r>
              <a:r>
                <a:rPr lang="en-US" sz="2400" dirty="0"/>
                <a:t> </a:t>
              </a:r>
              <a:r>
                <a:rPr lang="en-US" sz="2400" dirty="0" err="1"/>
                <a:t>pada</a:t>
              </a:r>
              <a:r>
                <a:rPr lang="en-US" sz="2400" dirty="0"/>
                <a:t> </a:t>
              </a:r>
              <a:r>
                <a:rPr lang="en-US" sz="2400" dirty="0" err="1"/>
                <a:t>ketua</a:t>
              </a:r>
              <a:r>
                <a:rPr lang="en-US" sz="2400" dirty="0"/>
                <a:t> </a:t>
              </a:r>
              <a:r>
                <a:rPr lang="en-US" sz="2400" dirty="0" err="1"/>
                <a:t>kelompok</a:t>
              </a:r>
              <a:r>
                <a:rPr lang="en-US" sz="2400" dirty="0"/>
                <a:t>. </a:t>
              </a:r>
              <a:r>
                <a:rPr lang="en-US" sz="2400" dirty="0" err="1"/>
                <a:t>Kemudian</a:t>
              </a:r>
              <a:r>
                <a:rPr lang="en-US" sz="2400" dirty="0"/>
                <a:t> </a:t>
              </a:r>
              <a:r>
                <a:rPr lang="en-US" sz="2400" dirty="0" err="1"/>
                <a:t>setiap</a:t>
              </a:r>
              <a:r>
                <a:rPr lang="en-US" sz="2400" dirty="0"/>
                <a:t> </a:t>
              </a:r>
              <a:r>
                <a:rPr lang="en-US" sz="2400" dirty="0" err="1"/>
                <a:t>kelompok</a:t>
              </a:r>
              <a:r>
                <a:rPr lang="en-US" sz="2400" dirty="0"/>
                <a:t> </a:t>
              </a:r>
              <a:r>
                <a:rPr lang="en-US" sz="2400" dirty="0" err="1"/>
                <a:t>dibagikan</a:t>
              </a:r>
              <a:r>
                <a:rPr lang="en-US" sz="2400" dirty="0"/>
                <a:t> 1 </a:t>
              </a:r>
              <a:r>
                <a:rPr lang="en-US" sz="2400" dirty="0" err="1"/>
                <a:t>lembar</a:t>
              </a:r>
              <a:r>
                <a:rPr lang="en-US" sz="2400" dirty="0"/>
                <a:t> </a:t>
              </a:r>
              <a:r>
                <a:rPr lang="en-US" sz="2400" dirty="0" err="1"/>
                <a:t>kertas</a:t>
              </a:r>
              <a:r>
                <a:rPr lang="en-US" sz="2400" dirty="0"/>
                <a:t> flipchart </a:t>
              </a:r>
              <a:r>
                <a:rPr lang="en-US" sz="2400" dirty="0" err="1"/>
                <a:t>dan</a:t>
              </a:r>
              <a:r>
                <a:rPr lang="en-US" sz="2400" dirty="0"/>
                <a:t> </a:t>
              </a:r>
              <a:r>
                <a:rPr lang="en-US" sz="2400" dirty="0" err="1"/>
                <a:t>spidol</a:t>
              </a:r>
              <a:r>
                <a:rPr lang="en-US" sz="2400" dirty="0"/>
                <a:t> </a:t>
              </a:r>
              <a:r>
                <a:rPr lang="en-US" sz="2400" dirty="0" err="1"/>
                <a:t>besar</a:t>
              </a:r>
              <a:r>
                <a:rPr lang="en-US" sz="2400" dirty="0"/>
                <a:t>. </a:t>
              </a:r>
              <a:endParaRPr lang="en-US" sz="2400" i="1" dirty="0"/>
            </a:p>
            <a:p>
              <a:pPr marL="342900" lvl="0" indent="-342900">
                <a:buFont typeface="+mj-lt"/>
                <a:buAutoNum type="arabicPeriod"/>
              </a:pPr>
              <a:r>
                <a:rPr lang="en-US" sz="2400" dirty="0" err="1"/>
                <a:t>Masing-masing</a:t>
              </a:r>
              <a:r>
                <a:rPr lang="en-US" sz="2400" dirty="0"/>
                <a:t> </a:t>
              </a:r>
              <a:r>
                <a:rPr lang="en-US" sz="2400" dirty="0" err="1"/>
                <a:t>kelompok</a:t>
              </a:r>
              <a:r>
                <a:rPr lang="en-US" sz="2400" dirty="0"/>
                <a:t> </a:t>
              </a:r>
              <a:r>
                <a:rPr lang="en-US" sz="2400" dirty="0" err="1"/>
                <a:t>secara</a:t>
              </a:r>
              <a:r>
                <a:rPr lang="en-US" sz="2400" dirty="0"/>
                <a:t> </a:t>
              </a:r>
              <a:r>
                <a:rPr lang="en-US" sz="2400" dirty="0" err="1"/>
                <a:t>bekerjasama</a:t>
              </a:r>
              <a:r>
                <a:rPr lang="en-US" sz="2400" dirty="0"/>
                <a:t> </a:t>
              </a:r>
              <a:r>
                <a:rPr lang="en-US" sz="2400" dirty="0" err="1"/>
                <a:t>diminta</a:t>
              </a:r>
              <a:r>
                <a:rPr lang="en-US" sz="2400" dirty="0"/>
                <a:t> </a:t>
              </a:r>
              <a:r>
                <a:rPr lang="en-US" sz="2400" dirty="0" err="1"/>
                <a:t>menggambar</a:t>
              </a:r>
              <a:r>
                <a:rPr lang="en-US" sz="2400" dirty="0"/>
                <a:t> </a:t>
              </a:r>
              <a:r>
                <a:rPr lang="en-US" sz="2400" dirty="0" err="1"/>
                <a:t>tantangan</a:t>
              </a:r>
              <a:r>
                <a:rPr lang="en-US" sz="2400" dirty="0"/>
                <a:t> </a:t>
              </a:r>
              <a:r>
                <a:rPr lang="en-US" sz="2400" dirty="0" err="1"/>
                <a:t>dan</a:t>
              </a:r>
              <a:r>
                <a:rPr lang="en-US" sz="2400" dirty="0"/>
                <a:t> </a:t>
              </a:r>
              <a:r>
                <a:rPr lang="en-US" sz="2400" dirty="0" err="1"/>
                <a:t>problematika</a:t>
              </a:r>
              <a:r>
                <a:rPr lang="en-US" sz="2400" dirty="0"/>
                <a:t> yang </a:t>
              </a:r>
              <a:r>
                <a:rPr lang="en-US" sz="2400" dirty="0" err="1"/>
                <a:t>mencerminkan</a:t>
              </a:r>
              <a:r>
                <a:rPr lang="en-US" sz="2400" dirty="0"/>
                <a:t> </a:t>
              </a:r>
              <a:r>
                <a:rPr lang="en-US" sz="2400" dirty="0" err="1"/>
                <a:t>hasil-hasil</a:t>
              </a:r>
              <a:r>
                <a:rPr lang="en-US" sz="2400" dirty="0"/>
                <a:t> </a:t>
              </a:r>
              <a:r>
                <a:rPr lang="en-US" sz="2400" dirty="0" err="1"/>
                <a:t>jawaban</a:t>
              </a:r>
              <a:r>
                <a:rPr lang="en-US" sz="2400" dirty="0"/>
                <a:t> yang </a:t>
              </a:r>
              <a:r>
                <a:rPr lang="en-US" sz="2400" dirty="0" err="1"/>
                <a:t>sudah</a:t>
              </a:r>
              <a:r>
                <a:rPr lang="en-US" sz="2400" dirty="0"/>
                <a:t> </a:t>
              </a:r>
              <a:r>
                <a:rPr lang="en-US" sz="2400" dirty="0" err="1"/>
                <a:t>ditulis</a:t>
              </a:r>
              <a:r>
                <a:rPr lang="en-US" sz="2400" dirty="0"/>
                <a:t> </a:t>
              </a:r>
              <a:r>
                <a:rPr lang="en-US" sz="2400" dirty="0" err="1"/>
                <a:t>oleh</a:t>
              </a:r>
              <a:r>
                <a:rPr lang="en-US" sz="2400" dirty="0"/>
                <a:t> </a:t>
              </a:r>
              <a:r>
                <a:rPr lang="en-US" sz="2400" dirty="0" err="1"/>
                <a:t>semua</a:t>
              </a:r>
              <a:r>
                <a:rPr lang="en-US" sz="2400" dirty="0"/>
                <a:t> </a:t>
              </a:r>
              <a:r>
                <a:rPr lang="en-US" sz="2400" dirty="0" err="1"/>
                <a:t>peserta</a:t>
              </a:r>
              <a:r>
                <a:rPr lang="en-US" sz="2400" dirty="0"/>
                <a:t> </a:t>
              </a:r>
              <a:r>
                <a:rPr lang="en-US" sz="2400" dirty="0" err="1"/>
                <a:t>sebelumnya</a:t>
              </a:r>
              <a:r>
                <a:rPr lang="en-US" sz="2400" dirty="0"/>
                <a:t>. </a:t>
              </a:r>
              <a:r>
                <a:rPr lang="en-US" sz="2400" dirty="0" err="1"/>
                <a:t>Batasi</a:t>
              </a:r>
              <a:r>
                <a:rPr lang="en-US" sz="2400" dirty="0"/>
                <a:t> </a:t>
              </a:r>
              <a:r>
                <a:rPr lang="en-US" sz="2400" dirty="0" err="1"/>
                <a:t>waktu</a:t>
              </a:r>
              <a:r>
                <a:rPr lang="en-US" sz="2400" dirty="0"/>
                <a:t> </a:t>
              </a:r>
              <a:r>
                <a:rPr lang="en-US" sz="2400" dirty="0" err="1"/>
                <a:t>menggambar</a:t>
              </a:r>
              <a:r>
                <a:rPr lang="en-US" sz="2400" dirty="0"/>
                <a:t> </a:t>
              </a:r>
              <a:r>
                <a:rPr lang="en-US" sz="2400" dirty="0" err="1"/>
                <a:t>berkelompok</a:t>
              </a:r>
              <a:r>
                <a:rPr lang="en-US" sz="2400" dirty="0"/>
                <a:t> </a:t>
              </a:r>
              <a:r>
                <a:rPr lang="en-US" sz="2400" dirty="0" err="1"/>
                <a:t>ini</a:t>
              </a:r>
              <a:r>
                <a:rPr lang="en-US" sz="2400" dirty="0"/>
                <a:t> </a:t>
              </a:r>
              <a:r>
                <a:rPr lang="en-US" sz="2400" dirty="0" err="1"/>
                <a:t>selama</a:t>
              </a:r>
              <a:r>
                <a:rPr lang="en-US" sz="2400" dirty="0"/>
                <a:t> 10 </a:t>
              </a:r>
              <a:r>
                <a:rPr lang="en-US" sz="2400" dirty="0" err="1"/>
                <a:t>menit</a:t>
              </a:r>
              <a:r>
                <a:rPr lang="en-US" sz="2400" dirty="0"/>
                <a:t>. </a:t>
              </a:r>
              <a:r>
                <a:rPr lang="en-US" sz="2400" dirty="0" err="1"/>
                <a:t>Fasilitator</a:t>
              </a:r>
              <a:r>
                <a:rPr lang="en-US" sz="2400" dirty="0"/>
                <a:t> </a:t>
              </a:r>
              <a:r>
                <a:rPr lang="en-US" sz="2400" dirty="0" err="1"/>
                <a:t>mendorong</a:t>
              </a:r>
              <a:r>
                <a:rPr lang="en-US" sz="2400" dirty="0"/>
                <a:t> </a:t>
              </a:r>
              <a:r>
                <a:rPr lang="en-US" sz="2400" dirty="0" err="1"/>
                <a:t>semua</a:t>
              </a:r>
              <a:r>
                <a:rPr lang="en-US" sz="2400" dirty="0"/>
                <a:t> </a:t>
              </a:r>
              <a:r>
                <a:rPr lang="en-US" sz="2400" dirty="0" err="1"/>
                <a:t>peserta</a:t>
              </a:r>
              <a:r>
                <a:rPr lang="en-US" sz="2400" dirty="0"/>
                <a:t> </a:t>
              </a:r>
              <a:r>
                <a:rPr lang="en-US" sz="2400" dirty="0" err="1"/>
                <a:t>untuk</a:t>
              </a:r>
              <a:r>
                <a:rPr lang="en-US" sz="2400" dirty="0"/>
                <a:t> </a:t>
              </a:r>
              <a:r>
                <a:rPr lang="en-US" sz="2400" dirty="0" err="1"/>
                <a:t>terlibat</a:t>
              </a:r>
              <a:r>
                <a:rPr lang="en-US" sz="2400" dirty="0"/>
                <a:t> </a:t>
              </a:r>
              <a:r>
                <a:rPr lang="en-US" sz="2400" dirty="0" err="1"/>
                <a:t>aktif</a:t>
              </a:r>
              <a:r>
                <a:rPr lang="en-US" sz="2400" dirty="0"/>
                <a:t> </a:t>
              </a:r>
              <a:r>
                <a:rPr lang="en-US" sz="2400" dirty="0" err="1"/>
                <a:t>dan</a:t>
              </a:r>
              <a:r>
                <a:rPr lang="en-US" sz="2400" dirty="0"/>
                <a:t> </a:t>
              </a:r>
              <a:r>
                <a:rPr lang="en-US" sz="2400" dirty="0" err="1"/>
                <a:t>berpartisipasi</a:t>
              </a:r>
              <a:r>
                <a:rPr lang="en-US" sz="2400" dirty="0"/>
                <a:t> </a:t>
              </a:r>
              <a:r>
                <a:rPr lang="en-US" sz="2400" dirty="0" err="1"/>
                <a:t>dalam</a:t>
              </a:r>
              <a:r>
                <a:rPr lang="en-US" sz="2400" dirty="0"/>
                <a:t> </a:t>
              </a:r>
              <a:r>
                <a:rPr lang="en-US" sz="2400" dirty="0" err="1"/>
                <a:t>melengkapi</a:t>
              </a:r>
              <a:r>
                <a:rPr lang="en-US" sz="2400" dirty="0"/>
                <a:t> </a:t>
              </a:r>
              <a:r>
                <a:rPr lang="en-US" sz="2400" dirty="0" err="1"/>
                <a:t>gambar</a:t>
              </a:r>
              <a:r>
                <a:rPr lang="en-US" sz="2400" dirty="0"/>
                <a:t> </a:t>
              </a:r>
              <a:r>
                <a:rPr lang="en-US" sz="2400" dirty="0" err="1"/>
                <a:t>kelompoknya</a:t>
              </a:r>
              <a:r>
                <a:rPr lang="en-US" sz="2400" dirty="0"/>
                <a:t>. </a:t>
              </a:r>
              <a:endParaRPr lang="en-US" sz="2400" i="1" dirty="0"/>
            </a:p>
          </p:txBody>
        </p:sp>
      </p:grpSp>
    </p:spTree>
    <p:extLst>
      <p:ext uri="{BB962C8B-B14F-4D97-AF65-F5344CB8AC3E}">
        <p14:creationId xmlns:p14="http://schemas.microsoft.com/office/powerpoint/2010/main" val="3403301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8"/>
            <a:ext cx="11623964" cy="1432320"/>
            <a:chOff x="0" y="40022"/>
            <a:chExt cx="11623964" cy="1555200"/>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109614"/>
              <a:ext cx="11623964" cy="14160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4400" b="1" kern="1200" dirty="0" err="1"/>
                <a:t>Lanjutan</a:t>
              </a:r>
              <a:r>
                <a:rPr lang="en-US" sz="4400" b="1" kern="1200" dirty="0"/>
                <a:t>  </a:t>
              </a:r>
              <a:r>
                <a:rPr lang="en-US" sz="4400" b="1" kern="1200" dirty="0" err="1"/>
                <a:t>Langkah</a:t>
              </a:r>
              <a:r>
                <a:rPr lang="en-US" sz="4400" b="1" kern="1200" dirty="0"/>
                <a:t> 3: </a:t>
              </a:r>
              <a:endParaRPr lang="en-US" sz="4400" b="1" dirty="0"/>
            </a:p>
            <a:p>
              <a:pPr marL="0" lvl="0" indent="0" algn="ctr" defTabSz="2400300">
                <a:lnSpc>
                  <a:spcPct val="90000"/>
                </a:lnSpc>
                <a:spcBef>
                  <a:spcPct val="0"/>
                </a:spcBef>
                <a:spcAft>
                  <a:spcPct val="35000"/>
                </a:spcAft>
                <a:buNone/>
              </a:pPr>
              <a:r>
                <a:rPr lang="en-US" sz="3600" b="1" kern="1200" dirty="0" err="1"/>
                <a:t>Tantangan</a:t>
              </a:r>
              <a:r>
                <a:rPr lang="en-US" sz="3600" b="1" kern="1200" dirty="0"/>
                <a:t> </a:t>
              </a:r>
              <a:r>
                <a:rPr lang="en-US" sz="3600" b="1" kern="1200" dirty="0" err="1"/>
                <a:t>dan</a:t>
              </a:r>
              <a:r>
                <a:rPr lang="en-US" sz="3600" b="1" kern="1200" dirty="0"/>
                <a:t> </a:t>
              </a:r>
              <a:r>
                <a:rPr lang="en-US" sz="3600" b="1" kern="1200" dirty="0" err="1"/>
                <a:t>Problematika</a:t>
              </a:r>
              <a:r>
                <a:rPr lang="en-US" sz="3600" b="1" kern="1200" dirty="0"/>
                <a:t> </a:t>
              </a:r>
              <a:r>
                <a:rPr lang="en-US" sz="3600" b="1" kern="1200" dirty="0" err="1"/>
                <a:t>Remaja</a:t>
              </a:r>
              <a:r>
                <a:rPr lang="en-US" sz="3600" b="1" kern="1200" dirty="0"/>
                <a:t> Masa </a:t>
              </a:r>
              <a:r>
                <a:rPr lang="en-US" sz="3600" b="1" kern="1200" dirty="0" err="1"/>
                <a:t>Kini</a:t>
              </a:r>
              <a:endParaRPr lang="en-US" sz="3600" b="1" kern="1200" dirty="0"/>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64832"/>
            <a:ext cx="11623964" cy="4846034"/>
            <a:chOff x="0" y="1595222"/>
            <a:chExt cx="11623964" cy="4446900"/>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595222"/>
              <a:ext cx="11623964" cy="44469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342900" lvl="0" indent="-342900">
                <a:buFont typeface="+mj-lt"/>
                <a:buAutoNum type="arabicPeriod" startAt="5"/>
              </a:pPr>
              <a:r>
                <a:rPr lang="en-US" sz="2800" dirty="0" err="1"/>
                <a:t>Masing-masing</a:t>
              </a:r>
              <a:r>
                <a:rPr lang="en-US" sz="2800" dirty="0"/>
                <a:t> </a:t>
              </a:r>
              <a:r>
                <a:rPr lang="en-US" sz="2800" dirty="0" err="1"/>
                <a:t>kelompok</a:t>
              </a:r>
              <a:r>
                <a:rPr lang="en-US" sz="2800" dirty="0"/>
                <a:t> </a:t>
              </a:r>
              <a:r>
                <a:rPr lang="en-US" sz="2800" dirty="0" err="1"/>
                <a:t>diberi</a:t>
              </a:r>
              <a:r>
                <a:rPr lang="en-US" sz="2800" dirty="0"/>
                <a:t> </a:t>
              </a:r>
              <a:r>
                <a:rPr lang="en-US" sz="2800" dirty="0" err="1"/>
                <a:t>kesempatan</a:t>
              </a:r>
              <a:r>
                <a:rPr lang="en-US" sz="2800" dirty="0"/>
                <a:t> </a:t>
              </a:r>
              <a:r>
                <a:rPr lang="en-US" sz="2800" dirty="0" err="1"/>
                <a:t>untuk</a:t>
              </a:r>
              <a:r>
                <a:rPr lang="en-US" sz="2800" dirty="0"/>
                <a:t> </a:t>
              </a:r>
              <a:r>
                <a:rPr lang="en-US" sz="2800" dirty="0" err="1"/>
                <a:t>menceritakan</a:t>
              </a:r>
              <a:r>
                <a:rPr lang="en-US" sz="2800" dirty="0"/>
                <a:t> </a:t>
              </a:r>
              <a:r>
                <a:rPr lang="en-US" sz="2800" dirty="0" err="1"/>
                <a:t>hasil</a:t>
              </a:r>
              <a:r>
                <a:rPr lang="en-US" sz="2800" dirty="0"/>
                <a:t> </a:t>
              </a:r>
              <a:r>
                <a:rPr lang="en-US" sz="2800" dirty="0" err="1"/>
                <a:t>gambarnya</a:t>
              </a:r>
              <a:r>
                <a:rPr lang="en-US" sz="2800" dirty="0"/>
                <a:t>, </a:t>
              </a:r>
              <a:r>
                <a:rPr lang="en-US" sz="2800" dirty="0" err="1"/>
                <a:t>fasilitator</a:t>
              </a:r>
              <a:r>
                <a:rPr lang="en-US" sz="2800" dirty="0"/>
                <a:t> </a:t>
              </a:r>
              <a:r>
                <a:rPr lang="en-US" sz="2800" dirty="0" err="1"/>
                <a:t>menuliskan</a:t>
              </a:r>
              <a:r>
                <a:rPr lang="en-US" sz="2800" dirty="0"/>
                <a:t> kata-kata </a:t>
              </a:r>
              <a:r>
                <a:rPr lang="en-US" sz="2800" dirty="0" err="1"/>
                <a:t>kunci</a:t>
              </a:r>
              <a:r>
                <a:rPr lang="en-US" sz="2800" dirty="0"/>
                <a:t> </a:t>
              </a:r>
              <a:r>
                <a:rPr lang="en-US" sz="2800" dirty="0" err="1"/>
                <a:t>pada</a:t>
              </a:r>
              <a:r>
                <a:rPr lang="en-US" sz="2800" dirty="0"/>
                <a:t> flipchart/white board. </a:t>
              </a:r>
              <a:endParaRPr lang="en-US" sz="2800" i="1" dirty="0"/>
            </a:p>
            <a:p>
              <a:pPr marL="342900" lvl="0" indent="-342900">
                <a:buFont typeface="+mj-lt"/>
                <a:buAutoNum type="arabicPeriod" startAt="5"/>
              </a:pPr>
              <a:r>
                <a:rPr lang="en-US" sz="2800" dirty="0" err="1"/>
                <a:t>Fasilitator</a:t>
              </a:r>
              <a:r>
                <a:rPr lang="en-US" sz="2800" dirty="0"/>
                <a:t> </a:t>
              </a:r>
              <a:r>
                <a:rPr lang="en-US" sz="2800" dirty="0" err="1"/>
                <a:t>memberikan</a:t>
              </a:r>
              <a:r>
                <a:rPr lang="en-US" sz="2800" dirty="0"/>
                <a:t> </a:t>
              </a:r>
              <a:r>
                <a:rPr lang="en-US" sz="2800" dirty="0" err="1"/>
                <a:t>pertanyaan</a:t>
              </a:r>
              <a:r>
                <a:rPr lang="en-US" sz="2800" dirty="0"/>
                <a:t>, “</a:t>
              </a:r>
              <a:r>
                <a:rPr lang="en-US" sz="2800" dirty="0" err="1"/>
                <a:t>Mengapa</a:t>
              </a:r>
              <a:r>
                <a:rPr lang="en-US" sz="2800" dirty="0"/>
                <a:t> </a:t>
              </a:r>
              <a:r>
                <a:rPr lang="en-US" sz="2800" dirty="0" err="1"/>
                <a:t>permasalahan</a:t>
              </a:r>
              <a:r>
                <a:rPr lang="en-US" sz="2800" dirty="0"/>
                <a:t> </a:t>
              </a:r>
              <a:r>
                <a:rPr lang="en-US" sz="2800" dirty="0" err="1"/>
                <a:t>remaja</a:t>
              </a:r>
              <a:r>
                <a:rPr lang="en-US" sz="2800" dirty="0"/>
                <a:t> </a:t>
              </a:r>
              <a:r>
                <a:rPr lang="en-US" sz="2800" dirty="0" err="1"/>
                <a:t>tersebut</a:t>
              </a:r>
              <a:r>
                <a:rPr lang="en-US" sz="2800" dirty="0"/>
                <a:t> </a:t>
              </a:r>
              <a:r>
                <a:rPr lang="en-US" sz="2800" dirty="0" err="1"/>
                <a:t>bisa</a:t>
              </a:r>
              <a:r>
                <a:rPr lang="en-US" sz="2800" dirty="0"/>
                <a:t> </a:t>
              </a:r>
              <a:r>
                <a:rPr lang="en-US" sz="2800" dirty="0" err="1"/>
                <a:t>terjadi</a:t>
              </a:r>
              <a:r>
                <a:rPr lang="en-US" sz="2800" dirty="0"/>
                <a:t>? </a:t>
              </a:r>
              <a:r>
                <a:rPr lang="en-US" sz="2800" dirty="0" err="1"/>
                <a:t>Faktor-faktor</a:t>
              </a:r>
              <a:r>
                <a:rPr lang="en-US" sz="2800" dirty="0"/>
                <a:t> internal </a:t>
              </a:r>
              <a:r>
                <a:rPr lang="en-US" sz="2800" dirty="0" err="1"/>
                <a:t>dan</a:t>
              </a:r>
              <a:r>
                <a:rPr lang="en-US" sz="2800" dirty="0"/>
                <a:t> </a:t>
              </a:r>
              <a:r>
                <a:rPr lang="en-US" sz="2800" dirty="0" err="1"/>
                <a:t>eksternal</a:t>
              </a:r>
              <a:r>
                <a:rPr lang="en-US" sz="2800" dirty="0"/>
                <a:t> </a:t>
              </a:r>
              <a:r>
                <a:rPr lang="en-US" sz="2800" dirty="0" err="1"/>
                <a:t>apa</a:t>
              </a:r>
              <a:r>
                <a:rPr lang="en-US" sz="2800" dirty="0"/>
                <a:t> </a:t>
              </a:r>
              <a:r>
                <a:rPr lang="en-US" sz="2800" dirty="0" err="1"/>
                <a:t>saja</a:t>
              </a:r>
              <a:r>
                <a:rPr lang="en-US" sz="2800" dirty="0"/>
                <a:t> yang </a:t>
              </a:r>
              <a:r>
                <a:rPr lang="en-US" sz="2800" dirty="0" err="1"/>
                <a:t>mempengaruhinya</a:t>
              </a:r>
              <a:r>
                <a:rPr lang="en-US" sz="2800" dirty="0"/>
                <a:t>?”</a:t>
              </a:r>
              <a:endParaRPr lang="en-US" sz="2800" i="1" dirty="0"/>
            </a:p>
            <a:p>
              <a:pPr marL="342900" indent="-342900">
                <a:buFont typeface="+mj-lt"/>
                <a:buAutoNum type="arabicPeriod" startAt="5"/>
              </a:pPr>
              <a:r>
                <a:rPr lang="en-US" sz="2800" dirty="0" err="1"/>
                <a:t>Fasilitator</a:t>
              </a:r>
              <a:r>
                <a:rPr lang="en-US" sz="2800" dirty="0"/>
                <a:t> </a:t>
              </a:r>
              <a:r>
                <a:rPr lang="en-US" sz="2800" dirty="0" err="1"/>
                <a:t>memandu</a:t>
              </a:r>
              <a:r>
                <a:rPr lang="en-US" sz="2800" dirty="0"/>
                <a:t> proses </a:t>
              </a:r>
              <a:r>
                <a:rPr lang="en-US" sz="2800" dirty="0" err="1"/>
                <a:t>diskusi</a:t>
              </a:r>
              <a:r>
                <a:rPr lang="en-US" sz="2800" dirty="0"/>
                <a:t> </a:t>
              </a:r>
              <a:r>
                <a:rPr lang="en-US" sz="2800" dirty="0" err="1"/>
                <a:t>secara</a:t>
              </a:r>
              <a:r>
                <a:rPr lang="en-US" sz="2800" dirty="0"/>
                <a:t> </a:t>
              </a:r>
              <a:r>
                <a:rPr lang="en-US" sz="2800" dirty="0" err="1"/>
                <a:t>mendalam</a:t>
              </a:r>
              <a:r>
                <a:rPr lang="en-US" sz="2800" dirty="0"/>
                <a:t> </a:t>
              </a:r>
              <a:r>
                <a:rPr lang="en-US" sz="2800" dirty="0" err="1"/>
                <a:t>dan</a:t>
              </a:r>
              <a:r>
                <a:rPr lang="en-US" sz="2800" dirty="0"/>
                <a:t> </a:t>
              </a:r>
              <a:r>
                <a:rPr lang="en-US" sz="2800" dirty="0" err="1"/>
                <a:t>mengajak</a:t>
              </a:r>
              <a:r>
                <a:rPr lang="en-US" sz="2800" dirty="0"/>
                <a:t> </a:t>
              </a:r>
              <a:r>
                <a:rPr lang="en-US" sz="2800" dirty="0" err="1"/>
                <a:t>peserta</a:t>
              </a:r>
              <a:r>
                <a:rPr lang="en-US" sz="2800" dirty="0"/>
                <a:t> </a:t>
              </a:r>
              <a:r>
                <a:rPr lang="en-US" sz="2800" dirty="0" err="1"/>
                <a:t>membuat</a:t>
              </a:r>
              <a:r>
                <a:rPr lang="en-US" sz="2800" dirty="0"/>
                <a:t> </a:t>
              </a:r>
              <a:r>
                <a:rPr lang="en-US" sz="2800" dirty="0" err="1"/>
                <a:t>kesimpulan</a:t>
              </a:r>
              <a:r>
                <a:rPr lang="en-US" sz="2800" dirty="0"/>
                <a:t> </a:t>
              </a:r>
              <a:r>
                <a:rPr lang="en-US" sz="2800" dirty="0" err="1"/>
                <a:t>tentang</a:t>
              </a:r>
              <a:r>
                <a:rPr lang="en-US" sz="2800" dirty="0"/>
                <a:t> </a:t>
              </a:r>
              <a:r>
                <a:rPr lang="en-US" sz="2800" dirty="0" err="1"/>
                <a:t>tantangan</a:t>
              </a:r>
              <a:r>
                <a:rPr lang="en-US" sz="2800" dirty="0"/>
                <a:t> </a:t>
              </a:r>
              <a:r>
                <a:rPr lang="en-US" sz="2800" dirty="0" err="1"/>
                <a:t>dan</a:t>
              </a:r>
              <a:r>
                <a:rPr lang="en-US" sz="2800" dirty="0"/>
                <a:t> </a:t>
              </a:r>
              <a:r>
                <a:rPr lang="en-US" sz="2800" dirty="0" err="1"/>
                <a:t>problematika</a:t>
              </a:r>
              <a:r>
                <a:rPr lang="en-US" sz="2800" dirty="0"/>
                <a:t> </a:t>
              </a:r>
              <a:r>
                <a:rPr lang="en-US" sz="2800" dirty="0" err="1"/>
                <a:t>remaja</a:t>
              </a:r>
              <a:r>
                <a:rPr lang="en-US" sz="2800" dirty="0"/>
                <a:t> masa </a:t>
              </a:r>
              <a:r>
                <a:rPr lang="en-US" sz="2800" dirty="0" err="1"/>
                <a:t>kini</a:t>
              </a:r>
              <a:r>
                <a:rPr lang="en-US" sz="2800" dirty="0"/>
                <a:t>, </a:t>
              </a:r>
              <a:r>
                <a:rPr lang="en-US" sz="2800" dirty="0" err="1"/>
                <a:t>dan</a:t>
              </a:r>
              <a:r>
                <a:rPr lang="en-US" sz="2800" dirty="0"/>
                <a:t> </a:t>
              </a:r>
              <a:r>
                <a:rPr lang="en-US" sz="2800" dirty="0" err="1"/>
                <a:t>memahami</a:t>
              </a:r>
              <a:r>
                <a:rPr lang="en-US" sz="2800" dirty="0"/>
                <a:t> </a:t>
              </a:r>
              <a:r>
                <a:rPr lang="en-US" sz="2800" dirty="0" err="1"/>
                <a:t>dinamika</a:t>
              </a:r>
              <a:r>
                <a:rPr lang="en-US" sz="2800" dirty="0"/>
                <a:t> </a:t>
              </a:r>
              <a:r>
                <a:rPr lang="en-US" sz="2800" dirty="0" err="1"/>
                <a:t>remaja</a:t>
              </a:r>
              <a:r>
                <a:rPr lang="en-US" sz="2800" dirty="0"/>
                <a:t> yang </a:t>
              </a:r>
              <a:r>
                <a:rPr lang="en-US" sz="2800" dirty="0" err="1"/>
                <a:t>sedang</a:t>
              </a:r>
              <a:r>
                <a:rPr lang="en-US" sz="2800" dirty="0"/>
                <a:t> </a:t>
              </a:r>
              <a:r>
                <a:rPr lang="en-US" sz="2800" dirty="0" err="1"/>
                <a:t>mereka</a:t>
              </a:r>
              <a:r>
                <a:rPr lang="en-US" sz="2800" dirty="0"/>
                <a:t> </a:t>
              </a:r>
              <a:r>
                <a:rPr lang="en-US" sz="2800" dirty="0" err="1"/>
                <a:t>alami</a:t>
              </a:r>
              <a:r>
                <a:rPr lang="en-US" sz="2800" dirty="0"/>
                <a:t>.</a:t>
              </a:r>
              <a:endParaRPr lang="en-US" sz="2800" kern="1200" dirty="0"/>
            </a:p>
          </p:txBody>
        </p:sp>
      </p:grpSp>
    </p:spTree>
    <p:extLst>
      <p:ext uri="{BB962C8B-B14F-4D97-AF65-F5344CB8AC3E}">
        <p14:creationId xmlns:p14="http://schemas.microsoft.com/office/powerpoint/2010/main" val="2872603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98DA4-2F4C-994E-A630-3BBE6E8D1C6B}"/>
              </a:ext>
            </a:extLst>
          </p:cNvPr>
          <p:cNvSpPr>
            <a:spLocks noGrp="1"/>
          </p:cNvSpPr>
          <p:nvPr>
            <p:ph idx="1"/>
          </p:nvPr>
        </p:nvSpPr>
        <p:spPr>
          <a:xfrm>
            <a:off x="852616" y="1532238"/>
            <a:ext cx="10272584" cy="4420506"/>
          </a:xfrm>
        </p:spPr>
        <p:txBody>
          <a:bodyPr>
            <a:normAutofit lnSpcReduction="10000"/>
          </a:bodyPr>
          <a:lstStyle/>
          <a:p>
            <a:r>
              <a:rPr lang="en-US" sz="2000" dirty="0" err="1"/>
              <a:t>Peserta</a:t>
            </a:r>
            <a:r>
              <a:rPr lang="en-US" sz="2000" dirty="0"/>
              <a:t> </a:t>
            </a:r>
            <a:r>
              <a:rPr lang="en-US" sz="2000" dirty="0" err="1"/>
              <a:t>tetap</a:t>
            </a:r>
            <a:r>
              <a:rPr lang="en-US" sz="2000" dirty="0"/>
              <a:t> di </a:t>
            </a:r>
            <a:r>
              <a:rPr lang="en-US" sz="2000" dirty="0" err="1"/>
              <a:t>dalam</a:t>
            </a:r>
            <a:r>
              <a:rPr lang="en-US" sz="2000" dirty="0"/>
              <a:t> </a:t>
            </a:r>
            <a:r>
              <a:rPr lang="en-US" sz="2000" dirty="0" err="1"/>
              <a:t>kelompoknya</a:t>
            </a:r>
            <a:r>
              <a:rPr lang="en-US" sz="2000" dirty="0"/>
              <a:t> </a:t>
            </a:r>
            <a:r>
              <a:rPr lang="en-US" sz="2000" dirty="0" err="1"/>
              <a:t>masing-masing</a:t>
            </a:r>
            <a:r>
              <a:rPr lang="en-US" sz="2000" dirty="0"/>
              <a:t> (3 </a:t>
            </a:r>
            <a:r>
              <a:rPr lang="en-US" sz="2000" dirty="0" err="1"/>
              <a:t>kelompok</a:t>
            </a:r>
            <a:r>
              <a:rPr lang="en-US" sz="2000" dirty="0"/>
              <a:t>)</a:t>
            </a:r>
          </a:p>
          <a:p>
            <a:r>
              <a:rPr lang="en-US" sz="2000" dirty="0" err="1"/>
              <a:t>Masing-masing</a:t>
            </a:r>
            <a:r>
              <a:rPr lang="en-US" sz="2000" dirty="0"/>
              <a:t> </a:t>
            </a:r>
            <a:r>
              <a:rPr lang="en-US" sz="2000" dirty="0" err="1"/>
              <a:t>kelompok</a:t>
            </a:r>
            <a:r>
              <a:rPr lang="en-US" sz="2000" dirty="0"/>
              <a:t> </a:t>
            </a:r>
            <a:r>
              <a:rPr lang="en-US" sz="2000" dirty="0" err="1"/>
              <a:t>diundi</a:t>
            </a:r>
            <a:r>
              <a:rPr lang="en-US" sz="2000" dirty="0"/>
              <a:t> </a:t>
            </a:r>
            <a:r>
              <a:rPr lang="en-US" sz="2000" dirty="0" err="1"/>
              <a:t>lagi</a:t>
            </a:r>
            <a:r>
              <a:rPr lang="en-US" sz="2000" dirty="0"/>
              <a:t> </a:t>
            </a:r>
            <a:r>
              <a:rPr lang="en-US" sz="2000" dirty="0" err="1"/>
              <a:t>untuk</a:t>
            </a:r>
            <a:r>
              <a:rPr lang="en-US" sz="2000" dirty="0"/>
              <a:t> </a:t>
            </a:r>
            <a:r>
              <a:rPr lang="en-US" sz="2000" dirty="0" err="1"/>
              <a:t>memilih</a:t>
            </a:r>
            <a:r>
              <a:rPr lang="en-US" sz="2000" dirty="0"/>
              <a:t> 4 orang, yang </a:t>
            </a:r>
            <a:r>
              <a:rPr lang="en-US" sz="2000" dirty="0" err="1"/>
              <a:t>sudah</a:t>
            </a:r>
            <a:r>
              <a:rPr lang="en-US" sz="2000" dirty="0"/>
              <a:t> </a:t>
            </a:r>
            <a:r>
              <a:rPr lang="en-US" sz="2000" dirty="0" err="1"/>
              <a:t>praktik</a:t>
            </a:r>
            <a:r>
              <a:rPr lang="en-US" sz="2000" dirty="0"/>
              <a:t> di </a:t>
            </a:r>
            <a:r>
              <a:rPr lang="en-US" sz="2000" dirty="0" err="1"/>
              <a:t>sesi</a:t>
            </a:r>
            <a:r>
              <a:rPr lang="en-US" sz="2000" dirty="0"/>
              <a:t> </a:t>
            </a:r>
            <a:r>
              <a:rPr lang="en-US" sz="2000" dirty="0" err="1"/>
              <a:t>sebelumya</a:t>
            </a:r>
            <a:r>
              <a:rPr lang="en-US" sz="2000" dirty="0"/>
              <a:t> </a:t>
            </a:r>
            <a:r>
              <a:rPr lang="en-US" sz="2000" dirty="0" err="1"/>
              <a:t>tidak</a:t>
            </a:r>
            <a:r>
              <a:rPr lang="en-US" sz="2000" dirty="0"/>
              <a:t> </a:t>
            </a:r>
            <a:r>
              <a:rPr lang="en-US" sz="2000" dirty="0" err="1"/>
              <a:t>perlu</a:t>
            </a:r>
            <a:r>
              <a:rPr lang="en-US" sz="2000" dirty="0"/>
              <a:t> </a:t>
            </a:r>
            <a:r>
              <a:rPr lang="en-US" sz="2000" dirty="0" err="1"/>
              <a:t>ikut</a:t>
            </a:r>
            <a:r>
              <a:rPr lang="en-US" sz="2000" dirty="0"/>
              <a:t> </a:t>
            </a:r>
            <a:r>
              <a:rPr lang="en-US" sz="2000" dirty="0" err="1"/>
              <a:t>lagi</a:t>
            </a:r>
            <a:endParaRPr lang="en-US" sz="2000" dirty="0"/>
          </a:p>
          <a:p>
            <a:pPr lvl="1"/>
            <a:r>
              <a:rPr lang="en-US" sz="2000" dirty="0"/>
              <a:t>2 orang </a:t>
            </a:r>
            <a:r>
              <a:rPr lang="en-US" sz="2000" dirty="0" err="1"/>
              <a:t>menjadi</a:t>
            </a:r>
            <a:r>
              <a:rPr lang="en-US" sz="2000" dirty="0"/>
              <a:t> </a:t>
            </a:r>
            <a:r>
              <a:rPr lang="en-US" sz="2000" dirty="0" err="1"/>
              <a:t>menjadi</a:t>
            </a:r>
            <a:r>
              <a:rPr lang="en-US" sz="2000" dirty="0"/>
              <a:t> </a:t>
            </a:r>
            <a:r>
              <a:rPr lang="en-US" sz="2000" dirty="0" err="1"/>
              <a:t>fasilitator</a:t>
            </a:r>
            <a:r>
              <a:rPr lang="en-US" sz="2000" dirty="0"/>
              <a:t> </a:t>
            </a:r>
            <a:r>
              <a:rPr lang="en-US" sz="2000" dirty="0" err="1"/>
              <a:t>dan</a:t>
            </a:r>
            <a:r>
              <a:rPr lang="en-US" sz="2000" dirty="0"/>
              <a:t> co-</a:t>
            </a:r>
            <a:r>
              <a:rPr lang="en-US" sz="2000" dirty="0" err="1"/>
              <a:t>fasilitatornya</a:t>
            </a:r>
            <a:endParaRPr lang="en-US" sz="2000" dirty="0"/>
          </a:p>
          <a:p>
            <a:pPr lvl="1"/>
            <a:r>
              <a:rPr lang="en-US" sz="2000" dirty="0"/>
              <a:t>2 orang </a:t>
            </a:r>
            <a:r>
              <a:rPr lang="en-US" sz="2000" dirty="0" err="1"/>
              <a:t>menjadi</a:t>
            </a:r>
            <a:r>
              <a:rPr lang="en-US" sz="2000" dirty="0"/>
              <a:t> reviewer </a:t>
            </a:r>
            <a:r>
              <a:rPr lang="en-US" sz="2000" dirty="0" err="1"/>
              <a:t>nya</a:t>
            </a:r>
            <a:endParaRPr lang="en-US" sz="2000" dirty="0"/>
          </a:p>
          <a:p>
            <a:r>
              <a:rPr lang="en-US" sz="2000" dirty="0" err="1"/>
              <a:t>Beri</a:t>
            </a:r>
            <a:r>
              <a:rPr lang="en-US" sz="2000" dirty="0"/>
              <a:t> </a:t>
            </a:r>
            <a:r>
              <a:rPr lang="en-US" sz="2000" dirty="0" err="1"/>
              <a:t>kesempatan</a:t>
            </a:r>
            <a:r>
              <a:rPr lang="en-US" sz="2000" dirty="0"/>
              <a:t> </a:t>
            </a:r>
            <a:r>
              <a:rPr lang="en-US" sz="2000" dirty="0" err="1"/>
              <a:t>kepada</a:t>
            </a:r>
            <a:r>
              <a:rPr lang="en-US" sz="2000" dirty="0"/>
              <a:t> </a:t>
            </a:r>
            <a:r>
              <a:rPr lang="en-US" sz="2000" dirty="0" err="1"/>
              <a:t>fasilitator</a:t>
            </a:r>
            <a:r>
              <a:rPr lang="en-US" sz="2000" dirty="0"/>
              <a:t> </a:t>
            </a:r>
            <a:r>
              <a:rPr lang="en-US" sz="2000" dirty="0" err="1"/>
              <a:t>dan</a:t>
            </a:r>
            <a:r>
              <a:rPr lang="en-US" sz="2000" dirty="0"/>
              <a:t> co-</a:t>
            </a:r>
            <a:r>
              <a:rPr lang="en-US" sz="2000" dirty="0" err="1"/>
              <a:t>fasilitator</a:t>
            </a:r>
            <a:r>
              <a:rPr lang="en-US" sz="2000" dirty="0"/>
              <a:t> </a:t>
            </a:r>
            <a:r>
              <a:rPr lang="en-US" sz="2000" dirty="0" err="1"/>
              <a:t>untuk</a:t>
            </a:r>
            <a:r>
              <a:rPr lang="en-US" sz="2000" dirty="0"/>
              <a:t> </a:t>
            </a:r>
            <a:r>
              <a:rPr lang="en-US" sz="2000" dirty="0" err="1"/>
              <a:t>mempersiapkan</a:t>
            </a:r>
            <a:r>
              <a:rPr lang="en-US" sz="2000" dirty="0"/>
              <a:t> </a:t>
            </a:r>
            <a:r>
              <a:rPr lang="en-US" sz="2000" dirty="0" err="1"/>
              <a:t>diri</a:t>
            </a:r>
            <a:r>
              <a:rPr lang="en-US" sz="2000" dirty="0"/>
              <a:t>. Dan </a:t>
            </a:r>
            <a:r>
              <a:rPr lang="en-US" sz="2000" dirty="0" err="1"/>
              <a:t>kepada</a:t>
            </a:r>
            <a:r>
              <a:rPr lang="en-US" sz="2000" dirty="0"/>
              <a:t> reviewer </a:t>
            </a:r>
            <a:r>
              <a:rPr lang="en-US" sz="2000" dirty="0" err="1"/>
              <a:t>beri</a:t>
            </a:r>
            <a:r>
              <a:rPr lang="en-US" sz="2000" dirty="0"/>
              <a:t> </a:t>
            </a:r>
            <a:r>
              <a:rPr lang="en-US" sz="2000" dirty="0" err="1"/>
              <a:t>lembar</a:t>
            </a:r>
            <a:r>
              <a:rPr lang="en-US" sz="2000" dirty="0"/>
              <a:t> </a:t>
            </a:r>
            <a:r>
              <a:rPr lang="en-US" sz="2000" dirty="0" err="1"/>
              <a:t>kompetensi</a:t>
            </a:r>
            <a:r>
              <a:rPr lang="en-US" sz="2000" dirty="0"/>
              <a:t> </a:t>
            </a:r>
            <a:r>
              <a:rPr lang="en-US" sz="2000" dirty="0" err="1"/>
              <a:t>fasilitator</a:t>
            </a:r>
            <a:r>
              <a:rPr lang="en-US" sz="2000" dirty="0"/>
              <a:t> </a:t>
            </a:r>
            <a:r>
              <a:rPr lang="en-US" sz="2000" dirty="0" err="1"/>
              <a:t>sebagai</a:t>
            </a:r>
            <a:r>
              <a:rPr lang="en-US" sz="2000" dirty="0"/>
              <a:t> </a:t>
            </a:r>
            <a:r>
              <a:rPr lang="en-US" sz="2000" dirty="0" err="1"/>
              <a:t>pedoman</a:t>
            </a:r>
            <a:r>
              <a:rPr lang="en-US" sz="2000" dirty="0"/>
              <a:t> </a:t>
            </a:r>
            <a:r>
              <a:rPr lang="en-US" sz="2000" dirty="0" err="1"/>
              <a:t>untuk</a:t>
            </a:r>
            <a:r>
              <a:rPr lang="en-US" sz="2000" dirty="0"/>
              <a:t> </a:t>
            </a:r>
            <a:r>
              <a:rPr lang="en-US" sz="2000" dirty="0" err="1"/>
              <a:t>menilai</a:t>
            </a:r>
            <a:endParaRPr lang="en-US" sz="2000" dirty="0"/>
          </a:p>
          <a:p>
            <a:r>
              <a:rPr lang="en-US" sz="2000" dirty="0" err="1"/>
              <a:t>Semua</a:t>
            </a:r>
            <a:r>
              <a:rPr lang="en-US" sz="2000" dirty="0"/>
              <a:t> </a:t>
            </a:r>
            <a:r>
              <a:rPr lang="en-US" sz="2000" dirty="0" err="1"/>
              <a:t>peserta</a:t>
            </a:r>
            <a:r>
              <a:rPr lang="en-US" sz="2000" dirty="0"/>
              <a:t> lain </a:t>
            </a:r>
            <a:r>
              <a:rPr lang="en-US" sz="2000" dirty="0" err="1"/>
              <a:t>diminta</a:t>
            </a:r>
            <a:r>
              <a:rPr lang="en-US" sz="2000" dirty="0"/>
              <a:t> </a:t>
            </a:r>
            <a:r>
              <a:rPr lang="en-US" sz="2000" dirty="0" err="1"/>
              <a:t>untuk</a:t>
            </a:r>
            <a:r>
              <a:rPr lang="en-US" sz="2000" dirty="0"/>
              <a:t> </a:t>
            </a:r>
            <a:r>
              <a:rPr lang="en-US" sz="2000" dirty="0" err="1"/>
              <a:t>menjadi</a:t>
            </a:r>
            <a:r>
              <a:rPr lang="en-US" sz="2000" dirty="0"/>
              <a:t> </a:t>
            </a:r>
            <a:r>
              <a:rPr lang="en-US" sz="2000" dirty="0" err="1"/>
              <a:t>remaja</a:t>
            </a:r>
            <a:r>
              <a:rPr lang="en-US" sz="2000" dirty="0"/>
              <a:t>, </a:t>
            </a:r>
            <a:r>
              <a:rPr lang="en-US" sz="2000" dirty="0" err="1"/>
              <a:t>untuk</a:t>
            </a:r>
            <a:r>
              <a:rPr lang="en-US" sz="2000" dirty="0"/>
              <a:t> </a:t>
            </a:r>
            <a:r>
              <a:rPr lang="en-US" sz="2000" dirty="0" err="1"/>
              <a:t>itu</a:t>
            </a:r>
            <a:r>
              <a:rPr lang="en-US" sz="2000" dirty="0"/>
              <a:t> </a:t>
            </a:r>
            <a:r>
              <a:rPr lang="en-US" sz="2000" dirty="0" err="1"/>
              <a:t>mereka</a:t>
            </a:r>
            <a:r>
              <a:rPr lang="en-US" sz="2000" dirty="0"/>
              <a:t> </a:t>
            </a:r>
            <a:r>
              <a:rPr lang="en-US" sz="2000" dirty="0" err="1"/>
              <a:t>tidak</a:t>
            </a:r>
            <a:r>
              <a:rPr lang="en-US" sz="2000" dirty="0"/>
              <a:t> </a:t>
            </a:r>
            <a:r>
              <a:rPr lang="en-US" sz="2000" dirty="0" err="1"/>
              <a:t>diperkenankan</a:t>
            </a:r>
            <a:r>
              <a:rPr lang="en-US" sz="2000" dirty="0"/>
              <a:t> </a:t>
            </a:r>
            <a:r>
              <a:rPr lang="en-US" sz="2000" dirty="0" err="1"/>
              <a:t>membuka</a:t>
            </a:r>
            <a:r>
              <a:rPr lang="en-US" sz="2000" dirty="0"/>
              <a:t>/</a:t>
            </a:r>
            <a:r>
              <a:rPr lang="en-US" sz="2000" dirty="0" err="1"/>
              <a:t>membaca</a:t>
            </a:r>
            <a:r>
              <a:rPr lang="en-US" sz="2000" dirty="0"/>
              <a:t> </a:t>
            </a:r>
            <a:r>
              <a:rPr lang="en-US" sz="2000" dirty="0" err="1"/>
              <a:t>modul</a:t>
            </a:r>
            <a:r>
              <a:rPr lang="en-US" sz="2000" dirty="0"/>
              <a:t>. </a:t>
            </a:r>
            <a:r>
              <a:rPr lang="en-US" sz="2000" dirty="0" err="1"/>
              <a:t>Sebagai</a:t>
            </a:r>
            <a:r>
              <a:rPr lang="en-US" sz="2000" dirty="0"/>
              <a:t> </a:t>
            </a:r>
            <a:r>
              <a:rPr lang="en-US" sz="2000" dirty="0" err="1"/>
              <a:t>peserta</a:t>
            </a:r>
            <a:r>
              <a:rPr lang="en-US" sz="2000" dirty="0"/>
              <a:t> (</a:t>
            </a:r>
            <a:r>
              <a:rPr lang="en-US" sz="2000" dirty="0" err="1"/>
              <a:t>remaja</a:t>
            </a:r>
            <a:r>
              <a:rPr lang="en-US" sz="2000" dirty="0"/>
              <a:t>) </a:t>
            </a:r>
            <a:r>
              <a:rPr lang="en-US" sz="2000" dirty="0" err="1"/>
              <a:t>mereka</a:t>
            </a:r>
            <a:r>
              <a:rPr lang="en-US" sz="2000" dirty="0"/>
              <a:t> </a:t>
            </a:r>
            <a:r>
              <a:rPr lang="en-US" sz="2000" dirty="0" err="1"/>
              <a:t>diminta</a:t>
            </a:r>
            <a:r>
              <a:rPr lang="en-US" sz="2000" dirty="0"/>
              <a:t> </a:t>
            </a:r>
            <a:r>
              <a:rPr lang="en-US" sz="2000" dirty="0" err="1"/>
              <a:t>untuk</a:t>
            </a:r>
            <a:r>
              <a:rPr lang="en-US" sz="2000" dirty="0"/>
              <a:t> </a:t>
            </a:r>
            <a:r>
              <a:rPr lang="en-US" sz="2000" dirty="0" err="1"/>
              <a:t>mengikuti</a:t>
            </a:r>
            <a:r>
              <a:rPr lang="en-US" sz="2000" dirty="0"/>
              <a:t> </a:t>
            </a:r>
            <a:r>
              <a:rPr lang="en-US" sz="2000" dirty="0" err="1"/>
              <a:t>semua</a:t>
            </a:r>
            <a:r>
              <a:rPr lang="en-US" sz="2000" dirty="0"/>
              <a:t> proses yang </a:t>
            </a:r>
            <a:r>
              <a:rPr lang="en-US" sz="2000" dirty="0" err="1"/>
              <a:t>dipandu</a:t>
            </a:r>
            <a:r>
              <a:rPr lang="en-US" sz="2000" dirty="0"/>
              <a:t> </a:t>
            </a:r>
            <a:r>
              <a:rPr lang="en-US" sz="2000" dirty="0" err="1"/>
              <a:t>oleh</a:t>
            </a:r>
            <a:r>
              <a:rPr lang="en-US" sz="2000" dirty="0"/>
              <a:t> </a:t>
            </a:r>
            <a:r>
              <a:rPr lang="en-US" sz="2000" dirty="0" err="1"/>
              <a:t>fasilitator</a:t>
            </a:r>
            <a:r>
              <a:rPr lang="en-US" sz="2000" dirty="0"/>
              <a:t> </a:t>
            </a:r>
            <a:r>
              <a:rPr lang="en-US" sz="2000" dirty="0" err="1"/>
              <a:t>nya</a:t>
            </a:r>
            <a:endParaRPr lang="en-US" sz="2000" dirty="0"/>
          </a:p>
          <a:p>
            <a:r>
              <a:rPr lang="en-US" sz="2000" dirty="0" err="1"/>
              <a:t>Waktu</a:t>
            </a:r>
            <a:r>
              <a:rPr lang="en-US" sz="2000" dirty="0"/>
              <a:t> </a:t>
            </a:r>
            <a:r>
              <a:rPr lang="en-US" sz="2000" dirty="0" err="1"/>
              <a:t>praktik</a:t>
            </a:r>
            <a:r>
              <a:rPr lang="en-US" sz="2000" dirty="0"/>
              <a:t> </a:t>
            </a:r>
            <a:r>
              <a:rPr lang="en-US" sz="2000" dirty="0" err="1"/>
              <a:t>adalah</a:t>
            </a:r>
            <a:r>
              <a:rPr lang="en-US" sz="2000" dirty="0"/>
              <a:t> 15 </a:t>
            </a:r>
            <a:r>
              <a:rPr lang="en-US" sz="2000" dirty="0" err="1"/>
              <a:t>menit</a:t>
            </a:r>
            <a:endParaRPr lang="en-US" sz="2000" dirty="0"/>
          </a:p>
          <a:p>
            <a:r>
              <a:rPr lang="en-US" sz="2000" dirty="0" err="1"/>
              <a:t>Fasilitator</a:t>
            </a:r>
            <a:r>
              <a:rPr lang="en-US" sz="2000" dirty="0"/>
              <a:t> </a:t>
            </a:r>
            <a:r>
              <a:rPr lang="en-US" sz="2000" dirty="0" err="1"/>
              <a:t>melanjutkan</a:t>
            </a:r>
            <a:r>
              <a:rPr lang="en-US" sz="2000" dirty="0"/>
              <a:t> </a:t>
            </a:r>
            <a:r>
              <a:rPr lang="en-US" sz="2000" dirty="0" err="1"/>
              <a:t>dengan</a:t>
            </a:r>
            <a:r>
              <a:rPr lang="en-US" sz="2000" dirty="0"/>
              <a:t> review.</a:t>
            </a:r>
          </a:p>
          <a:p>
            <a:endParaRPr lang="en-US" dirty="0"/>
          </a:p>
        </p:txBody>
      </p:sp>
      <p:sp>
        <p:nvSpPr>
          <p:cNvPr id="4" name="Title 1">
            <a:extLst>
              <a:ext uri="{FF2B5EF4-FFF2-40B4-BE49-F238E27FC236}">
                <a16:creationId xmlns:a16="http://schemas.microsoft.com/office/drawing/2014/main" id="{6601A04D-129D-9F4E-8B99-F16F7738B13B}"/>
              </a:ext>
            </a:extLst>
          </p:cNvPr>
          <p:cNvSpPr txBox="1">
            <a:spLocks/>
          </p:cNvSpPr>
          <p:nvPr/>
        </p:nvSpPr>
        <p:spPr>
          <a:xfrm>
            <a:off x="593123" y="321319"/>
            <a:ext cx="10911017" cy="887823"/>
          </a:xfrm>
          <a:prstGeom prst="rect">
            <a:avLst/>
          </a:prstGeom>
          <a:solidFill>
            <a:schemeClr val="accent2">
              <a:lumMod val="20000"/>
              <a:lumOff val="80000"/>
            </a:schemeClr>
          </a:solidFill>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Praktik</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Langkah</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3: </a:t>
            </a:r>
          </a:p>
          <a:p>
            <a:pPr algn="ct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Tantangan</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dan</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Preblematika</a:t>
            </a:r>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en-US"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Remaja</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52232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CC5076-7604-564E-8668-C7F929ED8FB8}"/>
              </a:ext>
            </a:extLst>
          </p:cNvPr>
          <p:cNvGrpSpPr/>
          <p:nvPr/>
        </p:nvGrpSpPr>
        <p:grpSpPr>
          <a:xfrm>
            <a:off x="256309" y="268418"/>
            <a:ext cx="11623964" cy="1432320"/>
            <a:chOff x="0" y="40022"/>
            <a:chExt cx="11623964" cy="1555200"/>
          </a:xfrm>
        </p:grpSpPr>
        <p:sp>
          <p:nvSpPr>
            <p:cNvPr id="3" name="Rectangle 2">
              <a:extLst>
                <a:ext uri="{FF2B5EF4-FFF2-40B4-BE49-F238E27FC236}">
                  <a16:creationId xmlns:a16="http://schemas.microsoft.com/office/drawing/2014/main" id="{E94703B9-5C0B-4042-A30B-040EF8841CCC}"/>
                </a:ext>
              </a:extLst>
            </p:cNvPr>
            <p:cNvSpPr/>
            <p:nvPr/>
          </p:nvSpPr>
          <p:spPr>
            <a:xfrm>
              <a:off x="0" y="40022"/>
              <a:ext cx="11623964" cy="1555200"/>
            </a:xfrm>
            <a:prstGeom prst="rect">
              <a:avLst/>
            </a:prstGeom>
            <a:solidFill>
              <a:schemeClr val="accent1">
                <a:lumMod val="50000"/>
              </a:schemeClr>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TextBox 3">
              <a:extLst>
                <a:ext uri="{FF2B5EF4-FFF2-40B4-BE49-F238E27FC236}">
                  <a16:creationId xmlns:a16="http://schemas.microsoft.com/office/drawing/2014/main" id="{B7010904-706F-0045-8114-1CCA229251B1}"/>
                </a:ext>
              </a:extLst>
            </p:cNvPr>
            <p:cNvSpPr txBox="1"/>
            <p:nvPr/>
          </p:nvSpPr>
          <p:spPr>
            <a:xfrm>
              <a:off x="0" y="109614"/>
              <a:ext cx="11623964" cy="14160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4400" b="1" kern="1200" dirty="0" err="1"/>
                <a:t>Penjelasan</a:t>
              </a:r>
              <a:r>
                <a:rPr lang="en-US" sz="4400" b="1" kern="1200" dirty="0"/>
                <a:t> </a:t>
              </a:r>
              <a:r>
                <a:rPr lang="en-US" sz="4400" b="1" kern="1200" dirty="0" err="1"/>
                <a:t>Langkah</a:t>
              </a:r>
              <a:r>
                <a:rPr lang="en-US" sz="4400" b="1" kern="1200" dirty="0"/>
                <a:t> 4: </a:t>
              </a:r>
              <a:endParaRPr lang="en-US" sz="4400" b="1" dirty="0"/>
            </a:p>
            <a:p>
              <a:pPr marL="0" lvl="0" indent="0" algn="ctr" defTabSz="2400300">
                <a:lnSpc>
                  <a:spcPct val="90000"/>
                </a:lnSpc>
                <a:spcBef>
                  <a:spcPct val="0"/>
                </a:spcBef>
                <a:spcAft>
                  <a:spcPct val="35000"/>
                </a:spcAft>
                <a:buNone/>
              </a:pPr>
              <a:r>
                <a:rPr lang="en-US" sz="3600" b="1" kern="1200" dirty="0" err="1"/>
                <a:t>Konsep</a:t>
              </a:r>
              <a:r>
                <a:rPr lang="en-US" sz="3600" b="1" kern="1200" dirty="0"/>
                <a:t> </a:t>
              </a:r>
              <a:r>
                <a:rPr lang="en-US" sz="3600" b="1" kern="1200" dirty="0" err="1"/>
                <a:t>Remaja</a:t>
              </a:r>
              <a:r>
                <a:rPr lang="en-US" sz="3600" b="1" kern="1200" dirty="0"/>
                <a:t> </a:t>
              </a:r>
              <a:r>
                <a:rPr lang="en-US" sz="3600" b="1" kern="1200" dirty="0" err="1"/>
                <a:t>Islami</a:t>
              </a:r>
              <a:r>
                <a:rPr lang="en-US" sz="3600" b="1" kern="1200" dirty="0"/>
                <a:t> (</a:t>
              </a:r>
              <a:r>
                <a:rPr lang="en-US" sz="3600" b="1" kern="1200" dirty="0" err="1"/>
                <a:t>Qeren</a:t>
              </a:r>
              <a:r>
                <a:rPr lang="en-US" sz="3600" b="1" kern="1200" dirty="0"/>
                <a:t> </a:t>
              </a:r>
              <a:r>
                <a:rPr lang="en-US" sz="3600" b="1" kern="1200" dirty="0" err="1"/>
                <a:t>Qur’ani</a:t>
              </a:r>
              <a:r>
                <a:rPr lang="en-US" sz="3600" b="1" kern="1200" dirty="0"/>
                <a:t>)</a:t>
              </a:r>
            </a:p>
          </p:txBody>
        </p:sp>
      </p:grpSp>
      <p:grpSp>
        <p:nvGrpSpPr>
          <p:cNvPr id="5" name="Group 4">
            <a:extLst>
              <a:ext uri="{FF2B5EF4-FFF2-40B4-BE49-F238E27FC236}">
                <a16:creationId xmlns:a16="http://schemas.microsoft.com/office/drawing/2014/main" id="{F7182651-F0B6-FA48-A3B9-25CE73F8A021}"/>
              </a:ext>
            </a:extLst>
          </p:cNvPr>
          <p:cNvGrpSpPr/>
          <p:nvPr/>
        </p:nvGrpSpPr>
        <p:grpSpPr>
          <a:xfrm>
            <a:off x="256309" y="1764832"/>
            <a:ext cx="11623964" cy="5093168"/>
            <a:chOff x="0" y="1595222"/>
            <a:chExt cx="11623964" cy="4673679"/>
          </a:xfrm>
        </p:grpSpPr>
        <p:sp>
          <p:nvSpPr>
            <p:cNvPr id="6" name="Rectangle 5">
              <a:extLst>
                <a:ext uri="{FF2B5EF4-FFF2-40B4-BE49-F238E27FC236}">
                  <a16:creationId xmlns:a16="http://schemas.microsoft.com/office/drawing/2014/main" id="{980D548F-9F95-EC49-A727-6ED6E6373AD6}"/>
                </a:ext>
              </a:extLst>
            </p:cNvPr>
            <p:cNvSpPr/>
            <p:nvPr/>
          </p:nvSpPr>
          <p:spPr>
            <a:xfrm>
              <a:off x="0" y="1595222"/>
              <a:ext cx="11623964" cy="4446900"/>
            </a:xfrm>
            <a:prstGeom prst="rect">
              <a:avLst/>
            </a:prstGeom>
            <a:solidFill>
              <a:schemeClr val="accent1">
                <a:lumMod val="20000"/>
                <a:lumOff val="80000"/>
                <a:alpha val="89804"/>
              </a:schemeClr>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7" name="TextBox 6">
              <a:extLst>
                <a:ext uri="{FF2B5EF4-FFF2-40B4-BE49-F238E27FC236}">
                  <a16:creationId xmlns:a16="http://schemas.microsoft.com/office/drawing/2014/main" id="{89C65FC5-2F25-0B4F-A55D-D7F392DF17E9}"/>
                </a:ext>
              </a:extLst>
            </p:cNvPr>
            <p:cNvSpPr txBox="1"/>
            <p:nvPr/>
          </p:nvSpPr>
          <p:spPr>
            <a:xfrm>
              <a:off x="0" y="1595222"/>
              <a:ext cx="11623964" cy="467367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8036" tIns="288036" rIns="384048" bIns="432054" numCol="1" spcCol="1270" anchor="t" anchorCtr="0">
              <a:noAutofit/>
            </a:bodyPr>
            <a:lstStyle/>
            <a:p>
              <a:pPr marL="342900" lvl="0" indent="-342900">
                <a:spcBef>
                  <a:spcPts val="200"/>
                </a:spcBef>
                <a:spcAft>
                  <a:spcPts val="500"/>
                </a:spcAft>
                <a:buFont typeface="+mj-lt"/>
                <a:buAutoNum type="arabicPeriod"/>
              </a:pPr>
              <a:r>
                <a:rPr lang="en-US" dirty="0" err="1"/>
                <a:t>Fasilitator</a:t>
              </a:r>
              <a:r>
                <a:rPr lang="en-US" dirty="0"/>
                <a:t> </a:t>
              </a:r>
              <a:r>
                <a:rPr lang="en-US" dirty="0" err="1"/>
                <a:t>memberikan</a:t>
              </a:r>
              <a:r>
                <a:rPr lang="en-US" dirty="0"/>
                <a:t> </a:t>
              </a:r>
              <a:r>
                <a:rPr lang="en-US" dirty="0" err="1"/>
                <a:t>pengantar</a:t>
              </a:r>
              <a:r>
                <a:rPr lang="en-US" dirty="0"/>
                <a:t> </a:t>
              </a:r>
              <a:r>
                <a:rPr lang="en-US" dirty="0" err="1"/>
                <a:t>singkat</a:t>
              </a:r>
              <a:r>
                <a:rPr lang="en-US" dirty="0"/>
                <a:t> </a:t>
              </a:r>
              <a:r>
                <a:rPr lang="en-US" dirty="0" err="1"/>
                <a:t>tentang</a:t>
              </a:r>
              <a:r>
                <a:rPr lang="en-US" dirty="0"/>
                <a:t> </a:t>
              </a:r>
              <a:r>
                <a:rPr lang="en-US" dirty="0" err="1"/>
                <a:t>latar</a:t>
              </a:r>
              <a:r>
                <a:rPr lang="en-US" dirty="0"/>
                <a:t> </a:t>
              </a:r>
              <a:r>
                <a:rPr lang="en-US" dirty="0" err="1"/>
                <a:t>belakang</a:t>
              </a:r>
              <a:r>
                <a:rPr lang="en-US" dirty="0"/>
                <a:t> </a:t>
              </a:r>
              <a:r>
                <a:rPr lang="en-US" dirty="0" err="1"/>
                <a:t>dan</a:t>
              </a:r>
              <a:r>
                <a:rPr lang="en-US" dirty="0"/>
                <a:t> </a:t>
              </a:r>
              <a:r>
                <a:rPr lang="en-US" dirty="0" err="1"/>
                <a:t>tujuan</a:t>
              </a:r>
              <a:r>
                <a:rPr lang="en-US" dirty="0"/>
                <a:t> di </a:t>
              </a:r>
              <a:r>
                <a:rPr lang="en-US" dirty="0" err="1"/>
                <a:t>sesi</a:t>
              </a:r>
              <a:r>
                <a:rPr lang="en-US" dirty="0"/>
                <a:t> </a:t>
              </a:r>
              <a:r>
                <a:rPr lang="en-US" dirty="0" err="1"/>
                <a:t>ini</a:t>
              </a:r>
              <a:endParaRPr lang="en-US" dirty="0"/>
            </a:p>
            <a:p>
              <a:pPr marL="342900" lvl="0" indent="-342900">
                <a:spcBef>
                  <a:spcPts val="200"/>
                </a:spcBef>
                <a:spcAft>
                  <a:spcPts val="500"/>
                </a:spcAft>
                <a:buFont typeface="+mj-lt"/>
                <a:buAutoNum type="arabicPeriod"/>
              </a:pPr>
              <a:r>
                <a:rPr lang="en-US" dirty="0" err="1"/>
                <a:t>Fasilitor</a:t>
              </a:r>
              <a:r>
                <a:rPr lang="en-US" dirty="0"/>
                <a:t> </a:t>
              </a:r>
              <a:r>
                <a:rPr lang="en-US" dirty="0" err="1"/>
                <a:t>menjelaskan</a:t>
              </a:r>
              <a:r>
                <a:rPr lang="en-US" dirty="0"/>
                <a:t> </a:t>
              </a:r>
              <a:r>
                <a:rPr lang="en-US" dirty="0" err="1"/>
                <a:t>bahwa</a:t>
              </a:r>
              <a:r>
                <a:rPr lang="en-US" dirty="0"/>
                <a:t> </a:t>
              </a:r>
              <a:r>
                <a:rPr lang="en-US" dirty="0" err="1"/>
                <a:t>banyak</a:t>
              </a:r>
              <a:r>
                <a:rPr lang="en-US" dirty="0"/>
                <a:t> </a:t>
              </a:r>
              <a:r>
                <a:rPr lang="en-US" dirty="0" err="1"/>
                <a:t>contoh-contoh</a:t>
              </a:r>
              <a:r>
                <a:rPr lang="en-US" dirty="0"/>
                <a:t> </a:t>
              </a:r>
              <a:r>
                <a:rPr lang="en-US" dirty="0" err="1"/>
                <a:t>teladan</a:t>
              </a:r>
              <a:r>
                <a:rPr lang="en-US" dirty="0"/>
                <a:t> </a:t>
              </a:r>
              <a:r>
                <a:rPr lang="en-US" dirty="0" err="1"/>
                <a:t>Remaja</a:t>
              </a:r>
              <a:r>
                <a:rPr lang="en-US" dirty="0"/>
                <a:t> </a:t>
              </a:r>
              <a:r>
                <a:rPr lang="en-US" dirty="0" err="1"/>
                <a:t>Qeren</a:t>
              </a:r>
              <a:r>
                <a:rPr lang="en-US" dirty="0"/>
                <a:t> </a:t>
              </a:r>
              <a:r>
                <a:rPr lang="en-US" dirty="0" err="1"/>
                <a:t>dan</a:t>
              </a:r>
              <a:r>
                <a:rPr lang="en-US" dirty="0"/>
                <a:t> </a:t>
              </a:r>
              <a:r>
                <a:rPr lang="en-US" dirty="0" err="1"/>
                <a:t>Qur’ani</a:t>
              </a:r>
              <a:r>
                <a:rPr lang="en-US" dirty="0"/>
                <a:t> di </a:t>
              </a:r>
              <a:r>
                <a:rPr lang="en-US" dirty="0" err="1"/>
                <a:t>dalam</a:t>
              </a:r>
              <a:r>
                <a:rPr lang="en-US" dirty="0"/>
                <a:t> </a:t>
              </a:r>
              <a:r>
                <a:rPr lang="en-US" dirty="0" err="1"/>
                <a:t>kitab</a:t>
              </a:r>
              <a:r>
                <a:rPr lang="en-US" dirty="0"/>
                <a:t> </a:t>
              </a:r>
              <a:r>
                <a:rPr lang="en-US" dirty="0" err="1"/>
                <a:t>Suci</a:t>
              </a:r>
              <a:r>
                <a:rPr lang="en-US" dirty="0"/>
                <a:t> al-Qur’an (Nabi Yahya as, Nabi Isa as, </a:t>
              </a:r>
              <a:r>
                <a:rPr lang="en-US" dirty="0" err="1"/>
                <a:t>Luqman</a:t>
              </a:r>
              <a:r>
                <a:rPr lang="en-US" dirty="0"/>
                <a:t> as, Ibrahim as, </a:t>
              </a:r>
              <a:r>
                <a:rPr lang="en-US" dirty="0" err="1"/>
                <a:t>dan</a:t>
              </a:r>
              <a:r>
                <a:rPr lang="en-US" dirty="0"/>
                <a:t> Muhammad saw)</a:t>
              </a:r>
            </a:p>
            <a:p>
              <a:pPr marL="342900" lvl="0" indent="-342900">
                <a:spcBef>
                  <a:spcPts val="200"/>
                </a:spcBef>
                <a:spcAft>
                  <a:spcPts val="500"/>
                </a:spcAft>
                <a:buFont typeface="+mj-lt"/>
                <a:buAutoNum type="arabicPeriod"/>
              </a:pPr>
              <a:r>
                <a:rPr lang="en-US" dirty="0" err="1"/>
                <a:t>Peserta</a:t>
              </a:r>
              <a:r>
                <a:rPr lang="en-US" dirty="0"/>
                <a:t> </a:t>
              </a:r>
              <a:r>
                <a:rPr lang="en-US" dirty="0" err="1"/>
                <a:t>dibagi</a:t>
              </a:r>
              <a:r>
                <a:rPr lang="en-US" dirty="0"/>
                <a:t> </a:t>
              </a:r>
              <a:r>
                <a:rPr lang="en-US" dirty="0" err="1"/>
                <a:t>kedalam</a:t>
              </a:r>
              <a:r>
                <a:rPr lang="en-US" dirty="0"/>
                <a:t> 5 </a:t>
              </a:r>
              <a:r>
                <a:rPr lang="en-US" dirty="0" err="1"/>
                <a:t>kelompok</a:t>
              </a:r>
              <a:r>
                <a:rPr lang="en-US" dirty="0"/>
                <a:t>, </a:t>
              </a:r>
              <a:r>
                <a:rPr lang="en-US" dirty="0" err="1"/>
                <a:t>masing</a:t>
              </a:r>
              <a:r>
                <a:rPr lang="en-US" dirty="0"/>
                <a:t> </a:t>
              </a:r>
              <a:r>
                <a:rPr lang="en-US" dirty="0" err="1"/>
                <a:t>masing</a:t>
              </a:r>
              <a:r>
                <a:rPr lang="en-US" dirty="0"/>
                <a:t> </a:t>
              </a:r>
              <a:r>
                <a:rPr lang="en-US" dirty="0" err="1"/>
                <a:t>kelompok</a:t>
              </a:r>
              <a:r>
                <a:rPr lang="en-US" dirty="0"/>
                <a:t> </a:t>
              </a:r>
              <a:r>
                <a:rPr lang="en-US" dirty="0" err="1"/>
                <a:t>dibagikan</a:t>
              </a:r>
              <a:r>
                <a:rPr lang="en-US" dirty="0"/>
                <a:t> </a:t>
              </a:r>
              <a:r>
                <a:rPr lang="en-US" dirty="0" err="1"/>
                <a:t>ayat-ayat</a:t>
              </a:r>
              <a:r>
                <a:rPr lang="en-US" dirty="0"/>
                <a:t> yang </a:t>
              </a:r>
              <a:r>
                <a:rPr lang="en-US" dirty="0" err="1"/>
                <a:t>berkaitan</a:t>
              </a:r>
              <a:r>
                <a:rPr lang="en-US" dirty="0"/>
                <a:t> </a:t>
              </a:r>
              <a:r>
                <a:rPr lang="en-US" dirty="0" err="1"/>
                <a:t>dengan</a:t>
              </a:r>
              <a:r>
                <a:rPr lang="en-US" dirty="0"/>
                <a:t> </a:t>
              </a:r>
              <a:r>
                <a:rPr lang="en-US" dirty="0" err="1"/>
                <a:t>remaja</a:t>
              </a:r>
              <a:r>
                <a:rPr lang="en-US" dirty="0"/>
                <a:t>: Yahya as, Isa as, </a:t>
              </a:r>
              <a:r>
                <a:rPr lang="en-US" dirty="0" err="1"/>
                <a:t>Luqman</a:t>
              </a:r>
              <a:r>
                <a:rPr lang="en-US" dirty="0"/>
                <a:t> as, Ibrahim as, </a:t>
              </a:r>
              <a:r>
                <a:rPr lang="en-US" dirty="0" err="1"/>
                <a:t>dan</a:t>
              </a:r>
              <a:r>
                <a:rPr lang="en-US" dirty="0"/>
                <a:t> Muhammad as.</a:t>
              </a:r>
            </a:p>
            <a:p>
              <a:pPr marL="342900" lvl="0" indent="-342900">
                <a:spcBef>
                  <a:spcPts val="200"/>
                </a:spcBef>
                <a:spcAft>
                  <a:spcPts val="500"/>
                </a:spcAft>
                <a:buFont typeface="+mj-lt"/>
                <a:buAutoNum type="arabicPeriod"/>
              </a:pPr>
              <a:r>
                <a:rPr lang="en-US" dirty="0" err="1"/>
                <a:t>Perwakilan</a:t>
              </a:r>
              <a:r>
                <a:rPr lang="en-US" dirty="0"/>
                <a:t> </a:t>
              </a:r>
              <a:r>
                <a:rPr lang="en-US" dirty="0" err="1"/>
                <a:t>kelompok</a:t>
              </a:r>
              <a:r>
                <a:rPr lang="en-US" dirty="0"/>
                <a:t> </a:t>
              </a:r>
              <a:r>
                <a:rPr lang="en-US" dirty="0" err="1"/>
                <a:t>diminta</a:t>
              </a:r>
              <a:r>
                <a:rPr lang="en-US" dirty="0"/>
                <a:t> </a:t>
              </a:r>
              <a:r>
                <a:rPr lang="en-US" dirty="0" err="1"/>
                <a:t>untuk</a:t>
              </a:r>
              <a:r>
                <a:rPr lang="en-US" dirty="0"/>
                <a:t> </a:t>
              </a:r>
              <a:r>
                <a:rPr lang="en-US" dirty="0" err="1"/>
                <a:t>mempresentasikan</a:t>
              </a:r>
              <a:r>
                <a:rPr lang="en-US" dirty="0"/>
                <a:t> </a:t>
              </a:r>
              <a:r>
                <a:rPr lang="en-US" dirty="0" err="1"/>
                <a:t>hasil</a:t>
              </a:r>
              <a:r>
                <a:rPr lang="en-US" dirty="0"/>
                <a:t> </a:t>
              </a:r>
              <a:r>
                <a:rPr lang="en-US" dirty="0" err="1"/>
                <a:t>diskusi</a:t>
              </a:r>
              <a:r>
                <a:rPr lang="en-US" dirty="0"/>
                <a:t> </a:t>
              </a:r>
              <a:r>
                <a:rPr lang="en-US" dirty="0" err="1"/>
                <a:t>dan</a:t>
              </a:r>
              <a:r>
                <a:rPr lang="en-US" dirty="0"/>
                <a:t> </a:t>
              </a:r>
              <a:r>
                <a:rPr lang="en-US" dirty="0" err="1"/>
                <a:t>mencatat</a:t>
              </a:r>
              <a:r>
                <a:rPr lang="en-US" dirty="0"/>
                <a:t> </a:t>
              </a:r>
              <a:r>
                <a:rPr lang="en-US" dirty="0" err="1"/>
                <a:t>pokok-pokok</a:t>
              </a:r>
              <a:r>
                <a:rPr lang="en-US" dirty="0"/>
                <a:t> </a:t>
              </a:r>
              <a:r>
                <a:rPr lang="en-US" dirty="0" err="1"/>
                <a:t>karakter</a:t>
              </a:r>
              <a:r>
                <a:rPr lang="en-US" dirty="0"/>
                <a:t> </a:t>
              </a:r>
              <a:r>
                <a:rPr lang="en-US" dirty="0" err="1"/>
                <a:t>masing-masing</a:t>
              </a:r>
              <a:r>
                <a:rPr lang="en-US" dirty="0"/>
                <a:t> </a:t>
              </a:r>
              <a:r>
                <a:rPr lang="en-US" dirty="0" err="1"/>
                <a:t>nabi</a:t>
              </a:r>
              <a:r>
                <a:rPr lang="en-US" dirty="0"/>
                <a:t> </a:t>
              </a:r>
              <a:r>
                <a:rPr lang="en-US" dirty="0" err="1"/>
                <a:t>tersebut</a:t>
              </a:r>
              <a:r>
                <a:rPr lang="en-US" dirty="0"/>
                <a:t> yang </a:t>
              </a:r>
              <a:r>
                <a:rPr lang="en-US" dirty="0" err="1"/>
                <a:t>harus</a:t>
              </a:r>
              <a:r>
                <a:rPr lang="en-US" dirty="0"/>
                <a:t> </a:t>
              </a:r>
              <a:r>
                <a:rPr lang="en-US" dirty="0" err="1"/>
                <a:t>diteladani</a:t>
              </a:r>
              <a:r>
                <a:rPr lang="en-US" dirty="0"/>
                <a:t> </a:t>
              </a:r>
              <a:r>
                <a:rPr lang="en-US" dirty="0" err="1"/>
                <a:t>oleh</a:t>
              </a:r>
              <a:r>
                <a:rPr lang="en-US" dirty="0"/>
                <a:t> </a:t>
              </a:r>
              <a:r>
                <a:rPr lang="en-US" dirty="0" err="1"/>
                <a:t>remaja</a:t>
              </a:r>
              <a:r>
                <a:rPr lang="en-US" dirty="0"/>
                <a:t>.</a:t>
              </a:r>
            </a:p>
            <a:p>
              <a:pPr marL="342900" lvl="0" indent="-342900">
                <a:spcBef>
                  <a:spcPts val="200"/>
                </a:spcBef>
                <a:spcAft>
                  <a:spcPts val="500"/>
                </a:spcAft>
                <a:buFont typeface="+mj-lt"/>
                <a:buAutoNum type="arabicPeriod"/>
              </a:pPr>
              <a:r>
                <a:rPr lang="id-ID" dirty="0"/>
                <a:t>Fasilitator mengajak peserta untuk mendiskusikan seluruh karakter para tokoh dan menyimpulkan karakter yang paling  kuat dari masing-masing tokoh (untuk disimpulkan menjadi 6 karakter RQQ)</a:t>
              </a:r>
              <a:endParaRPr lang="en-US" dirty="0"/>
            </a:p>
            <a:p>
              <a:pPr marL="342900" lvl="0" indent="-342900">
                <a:spcBef>
                  <a:spcPts val="200"/>
                </a:spcBef>
                <a:spcAft>
                  <a:spcPts val="500"/>
                </a:spcAft>
                <a:buFont typeface="+mj-lt"/>
                <a:buAutoNum type="arabicPeriod"/>
              </a:pPr>
              <a:r>
                <a:rPr lang="en-US" dirty="0" err="1"/>
                <a:t>Fasilitator</a:t>
              </a:r>
              <a:r>
                <a:rPr lang="en-US" dirty="0"/>
                <a:t> </a:t>
              </a:r>
              <a:r>
                <a:rPr lang="en-US" dirty="0" err="1"/>
                <a:t>memberikan</a:t>
              </a:r>
              <a:r>
                <a:rPr lang="en-US" dirty="0"/>
                <a:t> </a:t>
              </a:r>
              <a:r>
                <a:rPr lang="en-US" dirty="0" err="1"/>
                <a:t>pendalaman</a:t>
              </a:r>
              <a:r>
                <a:rPr lang="en-US" dirty="0"/>
                <a:t> </a:t>
              </a:r>
              <a:r>
                <a:rPr lang="en-US" dirty="0" err="1"/>
                <a:t>pemahaman</a:t>
              </a:r>
              <a:r>
                <a:rPr lang="en-US" dirty="0"/>
                <a:t> </a:t>
              </a:r>
              <a:r>
                <a:rPr lang="en-US" dirty="0" err="1"/>
                <a:t>bahwa</a:t>
              </a:r>
              <a:r>
                <a:rPr lang="en-US" dirty="0"/>
                <a:t> </a:t>
              </a:r>
              <a:r>
                <a:rPr lang="en-US" dirty="0" err="1"/>
                <a:t>untuk</a:t>
              </a:r>
              <a:r>
                <a:rPr lang="en-US" dirty="0"/>
                <a:t> </a:t>
              </a:r>
              <a:r>
                <a:rPr lang="en-US" dirty="0" err="1"/>
                <a:t>menjadi</a:t>
              </a:r>
              <a:r>
                <a:rPr lang="en-US" dirty="0"/>
                <a:t> </a:t>
              </a:r>
              <a:r>
                <a:rPr lang="en-US" dirty="0" err="1"/>
                <a:t>remaja</a:t>
              </a:r>
              <a:r>
                <a:rPr lang="en-US" dirty="0"/>
                <a:t> </a:t>
              </a:r>
              <a:r>
                <a:rPr lang="en-US" dirty="0" err="1"/>
                <a:t>keren</a:t>
              </a:r>
              <a:r>
                <a:rPr lang="en-US" dirty="0"/>
                <a:t> </a:t>
              </a:r>
              <a:r>
                <a:rPr lang="en-US" dirty="0" err="1"/>
                <a:t>qur’ani</a:t>
              </a:r>
              <a:r>
                <a:rPr lang="en-US" dirty="0"/>
                <a:t> </a:t>
              </a:r>
              <a:r>
                <a:rPr lang="en-US" dirty="0" err="1"/>
                <a:t>adalah</a:t>
              </a:r>
              <a:r>
                <a:rPr lang="en-US" dirty="0"/>
                <a:t> </a:t>
              </a:r>
              <a:r>
                <a:rPr lang="en-US" dirty="0" err="1"/>
                <a:t>remaja</a:t>
              </a:r>
              <a:r>
                <a:rPr lang="en-US" dirty="0"/>
                <a:t> yang </a:t>
              </a:r>
              <a:r>
                <a:rPr lang="en-US" dirty="0" err="1"/>
                <a:t>memegang</a:t>
              </a:r>
              <a:r>
                <a:rPr lang="en-US" dirty="0"/>
                <a:t> 4 </a:t>
              </a:r>
              <a:r>
                <a:rPr lang="en-US" dirty="0" err="1"/>
                <a:t>prinsip</a:t>
              </a:r>
              <a:r>
                <a:rPr lang="en-US" dirty="0"/>
                <a:t> </a:t>
              </a:r>
              <a:r>
                <a:rPr lang="en-US" dirty="0" err="1"/>
                <a:t>utama</a:t>
              </a:r>
              <a:r>
                <a:rPr lang="en-US" dirty="0"/>
                <a:t> (</a:t>
              </a:r>
              <a:r>
                <a:rPr lang="en-US" dirty="0" err="1"/>
                <a:t>pilar</a:t>
              </a:r>
              <a:r>
                <a:rPr lang="en-US" dirty="0"/>
                <a:t>), </a:t>
              </a:r>
              <a:r>
                <a:rPr lang="en-US" dirty="0" err="1"/>
                <a:t>yaitu</a:t>
              </a:r>
              <a:r>
                <a:rPr lang="en-US" dirty="0"/>
                <a:t>: [1] </a:t>
              </a:r>
              <a:r>
                <a:rPr lang="en-US" dirty="0" err="1"/>
                <a:t>mengenal</a:t>
              </a:r>
              <a:r>
                <a:rPr lang="en-US" dirty="0"/>
                <a:t> </a:t>
              </a:r>
              <a:r>
                <a:rPr lang="en-US" dirty="0" err="1"/>
                <a:t>diri</a:t>
              </a:r>
              <a:r>
                <a:rPr lang="en-US" dirty="0"/>
                <a:t>, [2] </a:t>
              </a:r>
              <a:r>
                <a:rPr lang="en-US" dirty="0" err="1"/>
                <a:t>mengelola</a:t>
              </a:r>
              <a:r>
                <a:rPr lang="en-US" dirty="0"/>
                <a:t> </a:t>
              </a:r>
              <a:r>
                <a:rPr lang="en-US" dirty="0" err="1"/>
                <a:t>diri</a:t>
              </a:r>
              <a:r>
                <a:rPr lang="en-US" dirty="0"/>
                <a:t>, [3] </a:t>
              </a:r>
              <a:r>
                <a:rPr lang="en-US" dirty="0" err="1"/>
                <a:t>mengenal</a:t>
              </a:r>
              <a:r>
                <a:rPr lang="en-US" dirty="0"/>
                <a:t> orang lain, </a:t>
              </a:r>
              <a:r>
                <a:rPr lang="en-US" dirty="0" err="1"/>
                <a:t>dan</a:t>
              </a:r>
              <a:r>
                <a:rPr lang="en-US" dirty="0"/>
                <a:t> [4] </a:t>
              </a:r>
              <a:r>
                <a:rPr lang="en-US" dirty="0" err="1"/>
                <a:t>menjalin</a:t>
              </a:r>
              <a:r>
                <a:rPr lang="en-US" dirty="0"/>
                <a:t> </a:t>
              </a:r>
              <a:r>
                <a:rPr lang="en-US" dirty="0" err="1"/>
                <a:t>dan</a:t>
              </a:r>
              <a:r>
                <a:rPr lang="en-US" dirty="0"/>
                <a:t> </a:t>
              </a:r>
              <a:r>
                <a:rPr lang="en-US" dirty="0" err="1"/>
                <a:t>membangun</a:t>
              </a:r>
              <a:r>
                <a:rPr lang="en-US" dirty="0"/>
                <a:t> </a:t>
              </a:r>
              <a:r>
                <a:rPr lang="en-US" dirty="0" err="1"/>
                <a:t>hubungan</a:t>
              </a:r>
              <a:r>
                <a:rPr lang="en-US" dirty="0"/>
                <a:t> </a:t>
              </a:r>
              <a:r>
                <a:rPr lang="en-US" dirty="0" err="1"/>
                <a:t>baik</a:t>
              </a:r>
              <a:r>
                <a:rPr lang="en-US" dirty="0"/>
                <a:t>.</a:t>
              </a:r>
            </a:p>
            <a:p>
              <a:pPr marL="342900" lvl="0" indent="-342900">
                <a:spcBef>
                  <a:spcPts val="200"/>
                </a:spcBef>
                <a:spcAft>
                  <a:spcPts val="500"/>
                </a:spcAft>
                <a:buFont typeface="+mj-lt"/>
                <a:buAutoNum type="arabicPeriod"/>
              </a:pPr>
              <a:r>
                <a:rPr lang="en-US" dirty="0" err="1"/>
                <a:t>Fasilitator</a:t>
              </a:r>
              <a:r>
                <a:rPr lang="en-US" dirty="0"/>
                <a:t> </a:t>
              </a:r>
              <a:r>
                <a:rPr lang="en-US" dirty="0" err="1"/>
                <a:t>mengajak</a:t>
              </a:r>
              <a:r>
                <a:rPr lang="en-US" dirty="0"/>
                <a:t> </a:t>
              </a:r>
              <a:r>
                <a:rPr lang="en-US" dirty="0" err="1"/>
                <a:t>semua</a:t>
              </a:r>
              <a:r>
                <a:rPr lang="en-US" dirty="0"/>
                <a:t> </a:t>
              </a:r>
              <a:r>
                <a:rPr lang="en-US" dirty="0" err="1"/>
                <a:t>peserta</a:t>
              </a:r>
              <a:r>
                <a:rPr lang="en-US" dirty="0"/>
                <a:t> </a:t>
              </a:r>
              <a:r>
                <a:rPr lang="en-US" dirty="0" err="1"/>
                <a:t>menutup</a:t>
              </a:r>
              <a:r>
                <a:rPr lang="en-US" dirty="0"/>
                <a:t> </a:t>
              </a:r>
              <a:r>
                <a:rPr lang="en-US" dirty="0" err="1"/>
                <a:t>sesi</a:t>
              </a:r>
              <a:r>
                <a:rPr lang="en-US" dirty="0"/>
                <a:t> </a:t>
              </a:r>
              <a:r>
                <a:rPr lang="en-US" dirty="0" err="1"/>
                <a:t>ini</a:t>
              </a:r>
              <a:r>
                <a:rPr lang="en-US" dirty="0"/>
                <a:t> </a:t>
              </a:r>
              <a:r>
                <a:rPr lang="en-US" dirty="0" err="1"/>
                <a:t>dengan</a:t>
              </a:r>
              <a:r>
                <a:rPr lang="en-US" dirty="0"/>
                <a:t> </a:t>
              </a:r>
              <a:r>
                <a:rPr lang="en-US" dirty="0" err="1"/>
                <a:t>doa</a:t>
              </a:r>
              <a:r>
                <a:rPr lang="en-US" dirty="0"/>
                <a:t>. </a:t>
              </a:r>
              <a:r>
                <a:rPr lang="en-US" dirty="0" err="1"/>
                <a:t>Semua</a:t>
              </a:r>
              <a:r>
                <a:rPr lang="en-US" dirty="0"/>
                <a:t> </a:t>
              </a:r>
              <a:r>
                <a:rPr lang="en-US" dirty="0" err="1"/>
                <a:t>peserta</a:t>
              </a:r>
              <a:r>
                <a:rPr lang="en-US" dirty="0"/>
                <a:t> </a:t>
              </a:r>
              <a:r>
                <a:rPr lang="en-US" dirty="0" err="1"/>
                <a:t>dipersilahkan</a:t>
              </a:r>
              <a:r>
                <a:rPr lang="en-US" dirty="0"/>
                <a:t> </a:t>
              </a:r>
              <a:r>
                <a:rPr lang="en-US" dirty="0" err="1"/>
                <a:t>untuk</a:t>
              </a:r>
              <a:r>
                <a:rPr lang="en-US" dirty="0"/>
                <a:t> </a:t>
              </a:r>
              <a:r>
                <a:rPr lang="en-US" dirty="0" err="1"/>
                <a:t>memohon</a:t>
              </a:r>
              <a:r>
                <a:rPr lang="en-US" dirty="0"/>
                <a:t> </a:t>
              </a:r>
              <a:r>
                <a:rPr lang="en-US" dirty="0" err="1"/>
                <a:t>doa</a:t>
              </a:r>
              <a:r>
                <a:rPr lang="en-US" dirty="0"/>
                <a:t> </a:t>
              </a:r>
              <a:r>
                <a:rPr lang="en-US" dirty="0" err="1"/>
                <a:t>sesuai</a:t>
              </a:r>
              <a:r>
                <a:rPr lang="en-US" dirty="0"/>
                <a:t> </a:t>
              </a:r>
              <a:r>
                <a:rPr lang="en-US" dirty="0" err="1"/>
                <a:t>dengan</a:t>
              </a:r>
              <a:r>
                <a:rPr lang="en-US" dirty="0"/>
                <a:t> </a:t>
              </a:r>
              <a:r>
                <a:rPr lang="en-US" dirty="0" err="1"/>
                <a:t>harapannya</a:t>
              </a:r>
              <a:r>
                <a:rPr lang="en-US" dirty="0"/>
                <a:t> (</a:t>
              </a:r>
              <a:r>
                <a:rPr lang="en-US" dirty="0" err="1"/>
                <a:t>anjurkan</a:t>
              </a:r>
              <a:r>
                <a:rPr lang="en-US" dirty="0"/>
                <a:t> </a:t>
              </a:r>
              <a:r>
                <a:rPr lang="en-US" dirty="0" err="1"/>
                <a:t>untuk</a:t>
              </a:r>
              <a:r>
                <a:rPr lang="en-US" dirty="0"/>
                <a:t> </a:t>
              </a:r>
              <a:r>
                <a:rPr lang="en-US" dirty="0" err="1"/>
                <a:t>berdoa</a:t>
              </a:r>
              <a:r>
                <a:rPr lang="en-US" dirty="0"/>
                <a:t> yang </a:t>
              </a:r>
              <a:r>
                <a:rPr lang="en-US" dirty="0" err="1"/>
                <a:t>besar-besar</a:t>
              </a:r>
              <a:r>
                <a:rPr lang="en-US" dirty="0"/>
                <a:t> di masa </a:t>
              </a:r>
              <a:r>
                <a:rPr lang="en-US" dirty="0" err="1"/>
                <a:t>depan</a:t>
              </a:r>
              <a:r>
                <a:rPr lang="en-US" dirty="0"/>
                <a:t>). </a:t>
              </a:r>
              <a:r>
                <a:rPr lang="en-US" dirty="0" err="1"/>
                <a:t>Fasilitator</a:t>
              </a:r>
              <a:r>
                <a:rPr lang="en-US" dirty="0"/>
                <a:t> </a:t>
              </a:r>
              <a:r>
                <a:rPr lang="en-US" dirty="0" err="1"/>
                <a:t>memandu</a:t>
              </a:r>
              <a:r>
                <a:rPr lang="en-US" dirty="0"/>
                <a:t> </a:t>
              </a:r>
              <a:r>
                <a:rPr lang="en-US" dirty="0" err="1"/>
                <a:t>membaca</a:t>
              </a:r>
              <a:r>
                <a:rPr lang="en-US" dirty="0"/>
                <a:t> </a:t>
              </a:r>
              <a:r>
                <a:rPr lang="en-US" dirty="0" err="1"/>
                <a:t>Fatihah</a:t>
              </a:r>
              <a:r>
                <a:rPr lang="en-US" dirty="0"/>
                <a:t>. </a:t>
              </a:r>
            </a:p>
          </p:txBody>
        </p:sp>
      </p:grpSp>
    </p:spTree>
    <p:extLst>
      <p:ext uri="{BB962C8B-B14F-4D97-AF65-F5344CB8AC3E}">
        <p14:creationId xmlns:p14="http://schemas.microsoft.com/office/powerpoint/2010/main" val="1627917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a:t>Inspirasi Surat al-maryam (7 -14)</a:t>
            </a:r>
            <a:br>
              <a:rPr lang="id-ID" dirty="0"/>
            </a:br>
            <a:r>
              <a:rPr lang="id-ID" dirty="0"/>
              <a:t>(Nabi Yahya)</a:t>
            </a:r>
          </a:p>
        </p:txBody>
      </p:sp>
      <p:sp>
        <p:nvSpPr>
          <p:cNvPr id="3" name="Content Placeholder 2"/>
          <p:cNvSpPr>
            <a:spLocks noGrp="1"/>
          </p:cNvSpPr>
          <p:nvPr>
            <p:ph idx="1"/>
          </p:nvPr>
        </p:nvSpPr>
        <p:spPr>
          <a:xfrm>
            <a:off x="1981200" y="2852937"/>
            <a:ext cx="8229600" cy="3273227"/>
          </a:xfrm>
        </p:spPr>
        <p:txBody>
          <a:bodyPr>
            <a:normAutofit/>
          </a:bodyPr>
          <a:lstStyle/>
          <a:p>
            <a:pPr marL="0" indent="0" algn="ctr" rtl="1">
              <a:lnSpc>
                <a:spcPct val="150000"/>
              </a:lnSpc>
              <a:buNone/>
            </a:pPr>
            <a:r>
              <a:rPr lang="ar-SA" sz="2400" dirty="0">
                <a:latin typeface="Traditional Arabic" pitchFamily="18" charset="-78"/>
                <a:cs typeface="Traditional Arabic" pitchFamily="18" charset="-78"/>
              </a:rPr>
              <a:t>{ يَازَكَرِيَّا إِنَّا نُبَشِّرُكَ بِغُلَامٍ</a:t>
            </a:r>
            <a:r>
              <a:rPr lang="ar-SA" sz="2400" dirty="0">
                <a:solidFill>
                  <a:srgbClr val="FF0000"/>
                </a:solidFill>
                <a:latin typeface="Traditional Arabic" pitchFamily="18" charset="-78"/>
                <a:cs typeface="Traditional Arabic" pitchFamily="18" charset="-78"/>
              </a:rPr>
              <a:t> اسْمُهُ يَحْيَى</a:t>
            </a:r>
            <a:r>
              <a:rPr lang="ar-SA" sz="2400" dirty="0">
                <a:latin typeface="Traditional Arabic" pitchFamily="18" charset="-78"/>
                <a:cs typeface="Traditional Arabic" pitchFamily="18" charset="-78"/>
              </a:rPr>
              <a:t> لَمْ نَجْعَلْ لَهُ مِنْ قَبْلُ سَمِيًّا </a:t>
            </a:r>
            <a:r>
              <a:rPr lang="id-ID" sz="2400" dirty="0">
                <a:latin typeface="Traditional Arabic" pitchFamily="18" charset="-78"/>
                <a:cs typeface="Traditional Arabic" pitchFamily="18" charset="-78"/>
              </a:rPr>
              <a:t> (11)</a:t>
            </a:r>
            <a:r>
              <a:rPr lang="ar-SA" sz="2400" dirty="0">
                <a:latin typeface="Traditional Arabic" pitchFamily="18" charset="-78"/>
                <a:cs typeface="Traditional Arabic" pitchFamily="18" charset="-78"/>
              </a:rPr>
              <a:t>يَايَحْيَى </a:t>
            </a:r>
            <a:r>
              <a:rPr lang="ar-SA" sz="2400" dirty="0">
                <a:solidFill>
                  <a:srgbClr val="002060"/>
                </a:solidFill>
                <a:latin typeface="Traditional Arabic" pitchFamily="18" charset="-78"/>
                <a:cs typeface="Traditional Arabic" pitchFamily="18" charset="-78"/>
              </a:rPr>
              <a:t>خُذِ الْكِتَابَ بِقُوَّةٍ</a:t>
            </a:r>
            <a:r>
              <a:rPr lang="ar-SA" sz="2400" dirty="0">
                <a:latin typeface="Traditional Arabic" pitchFamily="18" charset="-78"/>
                <a:cs typeface="Traditional Arabic" pitchFamily="18" charset="-78"/>
              </a:rPr>
              <a:t> وَ</a:t>
            </a:r>
            <a:r>
              <a:rPr lang="ar-SA" sz="2400" dirty="0">
                <a:solidFill>
                  <a:srgbClr val="00B0F0"/>
                </a:solidFill>
                <a:latin typeface="Traditional Arabic" pitchFamily="18" charset="-78"/>
                <a:cs typeface="Traditional Arabic" pitchFamily="18" charset="-78"/>
              </a:rPr>
              <a:t>آتَيْنَاهُ الْحُكْمَ صَبِيًّا</a:t>
            </a:r>
            <a:r>
              <a:rPr lang="ar-SA" sz="2400" dirty="0">
                <a:latin typeface="Traditional Arabic" pitchFamily="18" charset="-78"/>
                <a:cs typeface="Traditional Arabic" pitchFamily="18" charset="-78"/>
              </a:rPr>
              <a:t> (12) </a:t>
            </a:r>
            <a:r>
              <a:rPr lang="ar-SA" sz="2400" dirty="0">
                <a:solidFill>
                  <a:srgbClr val="FFC000"/>
                </a:solidFill>
                <a:latin typeface="Traditional Arabic" pitchFamily="18" charset="-78"/>
                <a:cs typeface="Traditional Arabic" pitchFamily="18" charset="-78"/>
              </a:rPr>
              <a:t>وَحَنَانًا</a:t>
            </a:r>
            <a:r>
              <a:rPr lang="ar-SA" sz="2400" dirty="0">
                <a:latin typeface="Traditional Arabic" pitchFamily="18" charset="-78"/>
                <a:cs typeface="Traditional Arabic" pitchFamily="18" charset="-78"/>
              </a:rPr>
              <a:t> مِنْ لَدُنَّا و</a:t>
            </a:r>
            <a:r>
              <a:rPr lang="ar-SA" sz="2400" dirty="0">
                <a:solidFill>
                  <a:schemeClr val="accent2">
                    <a:lumMod val="75000"/>
                  </a:schemeClr>
                </a:solidFill>
                <a:latin typeface="Traditional Arabic" pitchFamily="18" charset="-78"/>
                <a:cs typeface="Traditional Arabic" pitchFamily="18" charset="-78"/>
              </a:rPr>
              <a:t>َزَكَاةً</a:t>
            </a:r>
            <a:r>
              <a:rPr lang="ar-SA" sz="2400" dirty="0">
                <a:latin typeface="Traditional Arabic" pitchFamily="18" charset="-78"/>
                <a:cs typeface="Traditional Arabic" pitchFamily="18" charset="-78"/>
              </a:rPr>
              <a:t> وَكَانَ</a:t>
            </a:r>
            <a:r>
              <a:rPr lang="ar-SA" sz="2400" dirty="0">
                <a:solidFill>
                  <a:schemeClr val="accent2"/>
                </a:solidFill>
                <a:latin typeface="Traditional Arabic" pitchFamily="18" charset="-78"/>
                <a:cs typeface="Traditional Arabic" pitchFamily="18" charset="-78"/>
              </a:rPr>
              <a:t> تَقِيًّا</a:t>
            </a:r>
            <a:r>
              <a:rPr lang="ar-SA" sz="2400" dirty="0">
                <a:latin typeface="Traditional Arabic" pitchFamily="18" charset="-78"/>
                <a:cs typeface="Traditional Arabic" pitchFamily="18" charset="-78"/>
              </a:rPr>
              <a:t> (13) </a:t>
            </a:r>
            <a:r>
              <a:rPr lang="ar-SA" sz="2400" dirty="0">
                <a:solidFill>
                  <a:schemeClr val="accent3">
                    <a:lumMod val="50000"/>
                  </a:schemeClr>
                </a:solidFill>
                <a:latin typeface="Traditional Arabic" pitchFamily="18" charset="-78"/>
                <a:cs typeface="Traditional Arabic" pitchFamily="18" charset="-78"/>
              </a:rPr>
              <a:t>وَبَرًّا بِوَالِدَيْهِ</a:t>
            </a:r>
            <a:r>
              <a:rPr lang="ar-SA" sz="2400" dirty="0">
                <a:latin typeface="Traditional Arabic" pitchFamily="18" charset="-78"/>
                <a:cs typeface="Traditional Arabic" pitchFamily="18" charset="-78"/>
              </a:rPr>
              <a:t> </a:t>
            </a:r>
            <a:r>
              <a:rPr lang="ar-SA" sz="2400" dirty="0">
                <a:solidFill>
                  <a:srgbClr val="C00000"/>
                </a:solidFill>
                <a:latin typeface="Traditional Arabic" pitchFamily="18" charset="-78"/>
                <a:cs typeface="Traditional Arabic" pitchFamily="18" charset="-78"/>
              </a:rPr>
              <a:t>وَلَمْ يَكُنْ جَبَّارًا عَصِيًّا</a:t>
            </a:r>
            <a:r>
              <a:rPr lang="ar-SA" sz="2400" dirty="0">
                <a:latin typeface="Traditional Arabic" pitchFamily="18" charset="-78"/>
                <a:cs typeface="Traditional Arabic" pitchFamily="18" charset="-78"/>
              </a:rPr>
              <a:t> (14) وَسَلَامٌ عَلَيْهِ يَوْمَ وُلِدَ وَيَوْمَ يَمُوتُ وَيَوْمَ يُبْعَثُ حَيًّا} [مريم: 12 - 15]</a:t>
            </a:r>
            <a:endParaRPr lang="id-ID" sz="2400" dirty="0">
              <a:latin typeface="Traditional Arabic" pitchFamily="18" charset="-78"/>
              <a:cs typeface="Traditional Arabic" pitchFamily="18" charset="-78"/>
            </a:endParaRPr>
          </a:p>
          <a:p>
            <a:pPr marL="0" indent="0" algn="ctr">
              <a:buNone/>
            </a:pPr>
            <a:endParaRPr lang="id-ID" sz="2600" dirty="0">
              <a:latin typeface="Traditional Arabic" pitchFamily="18" charset="-78"/>
              <a:cs typeface="Traditional Arabic" pitchFamily="18" charset="-78"/>
            </a:endParaRPr>
          </a:p>
        </p:txBody>
      </p:sp>
    </p:spTree>
    <p:extLst>
      <p:ext uri="{BB962C8B-B14F-4D97-AF65-F5344CB8AC3E}">
        <p14:creationId xmlns:p14="http://schemas.microsoft.com/office/powerpoint/2010/main" val="275595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a:t>Surat Maryam </a:t>
            </a:r>
            <a:br>
              <a:rPr lang="id-ID" dirty="0"/>
            </a:br>
            <a:r>
              <a:rPr lang="id-ID" dirty="0"/>
              <a:t>(Nabi  Isa as)</a:t>
            </a:r>
          </a:p>
        </p:txBody>
      </p:sp>
      <p:sp>
        <p:nvSpPr>
          <p:cNvPr id="3" name="Content Placeholder 2"/>
          <p:cNvSpPr>
            <a:spLocks noGrp="1"/>
          </p:cNvSpPr>
          <p:nvPr>
            <p:ph idx="1"/>
          </p:nvPr>
        </p:nvSpPr>
        <p:spPr>
          <a:xfrm>
            <a:off x="1981200" y="2348881"/>
            <a:ext cx="8229600" cy="2952328"/>
          </a:xfrm>
        </p:spPr>
        <p:txBody>
          <a:bodyPr>
            <a:normAutofit/>
          </a:bodyPr>
          <a:lstStyle/>
          <a:p>
            <a:pPr marL="0" indent="0" algn="ctr" rtl="1">
              <a:lnSpc>
                <a:spcPct val="150000"/>
              </a:lnSpc>
              <a:buNone/>
            </a:pPr>
            <a:r>
              <a:rPr lang="ar-SA" sz="2400" dirty="0">
                <a:latin typeface="Traditional Arabic" pitchFamily="18" charset="-78"/>
                <a:cs typeface="Traditional Arabic" pitchFamily="18" charset="-78"/>
              </a:rPr>
              <a:t>{ قَالَ إ</a:t>
            </a:r>
            <a:r>
              <a:rPr lang="ar-SA" sz="2400" dirty="0">
                <a:solidFill>
                  <a:srgbClr val="C00000"/>
                </a:solidFill>
                <a:latin typeface="Traditional Arabic" pitchFamily="18" charset="-78"/>
                <a:cs typeface="Traditional Arabic" pitchFamily="18" charset="-78"/>
              </a:rPr>
              <a:t>ِنِّي عَبْدُ اللَّهِ</a:t>
            </a:r>
            <a:r>
              <a:rPr lang="ar-SA" sz="2400" dirty="0">
                <a:latin typeface="Traditional Arabic" pitchFamily="18" charset="-78"/>
                <a:cs typeface="Traditional Arabic" pitchFamily="18" charset="-78"/>
              </a:rPr>
              <a:t> </a:t>
            </a:r>
            <a:r>
              <a:rPr lang="ar-SA" sz="2400" dirty="0">
                <a:solidFill>
                  <a:srgbClr val="00B050"/>
                </a:solidFill>
                <a:latin typeface="Traditional Arabic" pitchFamily="18" charset="-78"/>
                <a:cs typeface="Traditional Arabic" pitchFamily="18" charset="-78"/>
              </a:rPr>
              <a:t>آتَانِيَ الْكِتَابَ</a:t>
            </a:r>
            <a:r>
              <a:rPr lang="ar-SA" sz="2400" dirty="0">
                <a:latin typeface="Traditional Arabic" pitchFamily="18" charset="-78"/>
                <a:cs typeface="Traditional Arabic" pitchFamily="18" charset="-78"/>
              </a:rPr>
              <a:t> وَ</a:t>
            </a:r>
            <a:r>
              <a:rPr lang="ar-SA" sz="2400" dirty="0">
                <a:solidFill>
                  <a:srgbClr val="FF0000"/>
                </a:solidFill>
                <a:latin typeface="Traditional Arabic" pitchFamily="18" charset="-78"/>
                <a:cs typeface="Traditional Arabic" pitchFamily="18" charset="-78"/>
              </a:rPr>
              <a:t>جَعَلَنِي نَبِيًّا</a:t>
            </a:r>
            <a:r>
              <a:rPr lang="ar-SA" sz="2400" dirty="0">
                <a:latin typeface="Traditional Arabic" pitchFamily="18" charset="-78"/>
                <a:cs typeface="Traditional Arabic" pitchFamily="18" charset="-78"/>
              </a:rPr>
              <a:t> (30) وَ</a:t>
            </a:r>
            <a:r>
              <a:rPr lang="ar-SA" sz="2400" dirty="0">
                <a:solidFill>
                  <a:schemeClr val="accent6">
                    <a:lumMod val="75000"/>
                  </a:schemeClr>
                </a:solidFill>
                <a:latin typeface="Traditional Arabic" pitchFamily="18" charset="-78"/>
                <a:cs typeface="Traditional Arabic" pitchFamily="18" charset="-78"/>
              </a:rPr>
              <a:t>جَعَلَنِي مُبَارَكًا أَيْنَ مَا كُنْتُ</a:t>
            </a:r>
            <a:r>
              <a:rPr lang="ar-SA" sz="2400" dirty="0">
                <a:latin typeface="Traditional Arabic" pitchFamily="18" charset="-78"/>
                <a:cs typeface="Traditional Arabic" pitchFamily="18" charset="-78"/>
              </a:rPr>
              <a:t> و</a:t>
            </a:r>
            <a:r>
              <a:rPr lang="ar-SA" sz="2400" dirty="0">
                <a:solidFill>
                  <a:schemeClr val="tx2">
                    <a:lumMod val="60000"/>
                    <a:lumOff val="40000"/>
                  </a:schemeClr>
                </a:solidFill>
                <a:latin typeface="Traditional Arabic" pitchFamily="18" charset="-78"/>
                <a:cs typeface="Traditional Arabic" pitchFamily="18" charset="-78"/>
              </a:rPr>
              <a:t>َأَوْصَانِي بِالصَّلَاةِ وَالزَّكَاةِ</a:t>
            </a:r>
            <a:r>
              <a:rPr lang="ar-SA" sz="2400" dirty="0">
                <a:latin typeface="Traditional Arabic" pitchFamily="18" charset="-78"/>
                <a:cs typeface="Traditional Arabic" pitchFamily="18" charset="-78"/>
              </a:rPr>
              <a:t> مَا دُمْتُ حَيًّا (31) و</a:t>
            </a:r>
            <a:r>
              <a:rPr lang="ar-SA" sz="2400" dirty="0">
                <a:solidFill>
                  <a:srgbClr val="FFC000"/>
                </a:solidFill>
                <a:latin typeface="Traditional Arabic" pitchFamily="18" charset="-78"/>
                <a:cs typeface="Traditional Arabic" pitchFamily="18" charset="-78"/>
              </a:rPr>
              <a:t>َبَرًّا بِوَالِدَتِي</a:t>
            </a:r>
            <a:r>
              <a:rPr lang="ar-SA" sz="2400" dirty="0">
                <a:latin typeface="Traditional Arabic" pitchFamily="18" charset="-78"/>
                <a:cs typeface="Traditional Arabic" pitchFamily="18" charset="-78"/>
              </a:rPr>
              <a:t> وَل</a:t>
            </a:r>
            <a:r>
              <a:rPr lang="ar-SA" sz="2400" dirty="0">
                <a:solidFill>
                  <a:schemeClr val="tx2">
                    <a:lumMod val="75000"/>
                  </a:schemeClr>
                </a:solidFill>
                <a:latin typeface="Traditional Arabic" pitchFamily="18" charset="-78"/>
                <a:cs typeface="Traditional Arabic" pitchFamily="18" charset="-78"/>
              </a:rPr>
              <a:t>َمْ يَجْعَلْنِي جَبَّارًا شَقِيًّا</a:t>
            </a:r>
            <a:r>
              <a:rPr lang="ar-SA" sz="2400" dirty="0">
                <a:latin typeface="Traditional Arabic" pitchFamily="18" charset="-78"/>
                <a:cs typeface="Traditional Arabic" pitchFamily="18" charset="-78"/>
              </a:rPr>
              <a:t> (32) وَالسَّلَامُ عَلَيَّ يَوْمَ وُلِدْتُ وَيَوْمَ أَمُوتُ وَيَوْمَ أُبْعَثُ حَيًّا (33) ذَلِكَ عِيسَى ابْنُ مَرْيَمَ قَوْلَ الْحَقِّ الَّذِي فِيهِ يَمْتَرُونَ} [مريم: 30 - 34]</a:t>
            </a:r>
            <a:endParaRPr lang="id-ID" sz="2400" dirty="0">
              <a:latin typeface="Traditional Arabic" pitchFamily="18" charset="-78"/>
              <a:cs typeface="Traditional Arabic" pitchFamily="18" charset="-78"/>
            </a:endParaRPr>
          </a:p>
          <a:p>
            <a:pPr marL="0" indent="0" algn="ctr" rtl="1">
              <a:buNone/>
            </a:pPr>
            <a:endParaRPr lang="id-ID" dirty="0">
              <a:latin typeface="Traditional Arabic" pitchFamily="18" charset="-78"/>
              <a:cs typeface="Traditional Arabic" pitchFamily="18" charset="-78"/>
            </a:endParaRPr>
          </a:p>
        </p:txBody>
      </p:sp>
    </p:spTree>
    <p:extLst>
      <p:ext uri="{BB962C8B-B14F-4D97-AF65-F5344CB8AC3E}">
        <p14:creationId xmlns:p14="http://schemas.microsoft.com/office/powerpoint/2010/main" val="714783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a:t>Surat Luqman, ayat 13-19</a:t>
            </a:r>
            <a:br>
              <a:rPr lang="id-ID" dirty="0"/>
            </a:br>
            <a:r>
              <a:rPr lang="id-ID" dirty="0"/>
              <a:t>(Lukman as)</a:t>
            </a:r>
          </a:p>
        </p:txBody>
      </p:sp>
      <p:sp>
        <p:nvSpPr>
          <p:cNvPr id="3" name="Content Placeholder 2"/>
          <p:cNvSpPr>
            <a:spLocks noGrp="1"/>
          </p:cNvSpPr>
          <p:nvPr>
            <p:ph idx="1"/>
          </p:nvPr>
        </p:nvSpPr>
        <p:spPr>
          <a:xfrm>
            <a:off x="1223319" y="2211860"/>
            <a:ext cx="10157254" cy="4313484"/>
          </a:xfrm>
        </p:spPr>
        <p:txBody>
          <a:bodyPr>
            <a:normAutofit/>
          </a:bodyPr>
          <a:lstStyle/>
          <a:p>
            <a:pPr algn="just" rtl="1"/>
            <a:r>
              <a:rPr lang="ar-SA" sz="2400" dirty="0">
                <a:latin typeface="Traditional Arabic" pitchFamily="18" charset="-78"/>
                <a:cs typeface="Traditional Arabic" pitchFamily="18" charset="-78"/>
              </a:rPr>
              <a:t>وَإِذْ قَالَ لُقْمَانُ لِابْنِهِ وَهُوَ يَعِظُهُ يَابُنَيَّ لَ</a:t>
            </a:r>
            <a:r>
              <a:rPr lang="ar-SA" sz="2400" dirty="0">
                <a:solidFill>
                  <a:srgbClr val="FF0000"/>
                </a:solidFill>
                <a:latin typeface="Traditional Arabic" pitchFamily="18" charset="-78"/>
                <a:cs typeface="Traditional Arabic" pitchFamily="18" charset="-78"/>
              </a:rPr>
              <a:t>ا تُشْرِكْ بِاللَّهِ إِنَّ الشِّرْكَ لَظُلْمٌ عَظِيم</a:t>
            </a:r>
            <a:r>
              <a:rPr lang="ar-SA" sz="2400" dirty="0">
                <a:latin typeface="Traditional Arabic" pitchFamily="18" charset="-78"/>
                <a:cs typeface="Traditional Arabic" pitchFamily="18" charset="-78"/>
              </a:rPr>
              <a:t>ٌ (13) وَوَصَّيْنَا الْإِنْسَانَ بِوَالِدَيْهِ حَمَلَتْهُ أُمُّهُ وَهْنًا عَلَى وَهْنٍ وَفِصَالُهُ فِي عَامَيْنِ </a:t>
            </a:r>
            <a:r>
              <a:rPr lang="ar-SA" sz="2400" dirty="0">
                <a:solidFill>
                  <a:schemeClr val="tx2"/>
                </a:solidFill>
                <a:latin typeface="Traditional Arabic" pitchFamily="18" charset="-78"/>
                <a:cs typeface="Traditional Arabic" pitchFamily="18" charset="-78"/>
              </a:rPr>
              <a:t>أَنِ اشْكُرْ لِي وَلِوَالِدَيْك</a:t>
            </a:r>
            <a:r>
              <a:rPr lang="ar-SA" sz="2400" dirty="0">
                <a:latin typeface="Traditional Arabic" pitchFamily="18" charset="-78"/>
                <a:cs typeface="Traditional Arabic" pitchFamily="18" charset="-78"/>
              </a:rPr>
              <a:t>َ إِلَيَّ الْمَصِيرُ (14) وَإِنْ جَاهَدَاكَ عَلَى أَنْ تُشْرِكَ بِي مَا لَيْسَ لَكَ بِهِ عِلْمٌ فَلَا تُطِعْهُمَا وَصَاحِبْهُمَا فِي الدُّنْيَا مَعْرُوفًا </a:t>
            </a:r>
            <a:r>
              <a:rPr lang="ar-SA" sz="2400" dirty="0">
                <a:solidFill>
                  <a:srgbClr val="FFC000"/>
                </a:solidFill>
                <a:latin typeface="Traditional Arabic" pitchFamily="18" charset="-78"/>
                <a:cs typeface="Traditional Arabic" pitchFamily="18" charset="-78"/>
              </a:rPr>
              <a:t>وَاتَّبِعْ سَبِيلَ مَنْ أَنَابَ إِلَيَّ</a:t>
            </a:r>
            <a:r>
              <a:rPr lang="ar-SA" sz="2400" dirty="0">
                <a:latin typeface="Traditional Arabic" pitchFamily="18" charset="-78"/>
                <a:cs typeface="Traditional Arabic" pitchFamily="18" charset="-78"/>
              </a:rPr>
              <a:t> ثُمَّ إِلَيَّ مَرْجِعُكُمْ فَأُنَبِّئُكُمْ بِمَا كُنْتُمْ تَعْمَلُونَ (15) يَابُنَيَّ إِنَّهَا إِنْ تَكُ مِثْقَالَ حَبَّةٍ مِنْ خَرْدَلٍ فَتَكُنْ فِي صَخْرَةٍ أَوْ فِي السَّمَاوَاتِ أَوْ فِي الْأَرْضِ يَأْتِ بِهَا اللَّهُ إِنَّ اللَّهَ لَطِيفٌ خَبِيرٌ (16) يَابُنَيَّ </a:t>
            </a:r>
            <a:r>
              <a:rPr lang="ar-SA" sz="2400" dirty="0">
                <a:solidFill>
                  <a:srgbClr val="C00000"/>
                </a:solidFill>
                <a:latin typeface="Traditional Arabic" pitchFamily="18" charset="-78"/>
                <a:cs typeface="Traditional Arabic" pitchFamily="18" charset="-78"/>
              </a:rPr>
              <a:t>أَقِمِ الصَّلَاة</a:t>
            </a:r>
            <a:r>
              <a:rPr lang="ar-SA" sz="2400" dirty="0">
                <a:latin typeface="Traditional Arabic" pitchFamily="18" charset="-78"/>
                <a:cs typeface="Traditional Arabic" pitchFamily="18" charset="-78"/>
              </a:rPr>
              <a:t>َ </a:t>
            </a:r>
            <a:r>
              <a:rPr lang="ar-SA" sz="2400" dirty="0">
                <a:solidFill>
                  <a:srgbClr val="00B050"/>
                </a:solidFill>
                <a:latin typeface="Traditional Arabic" pitchFamily="18" charset="-78"/>
                <a:cs typeface="Traditional Arabic" pitchFamily="18" charset="-78"/>
              </a:rPr>
              <a:t>وَأْمُرْ بِالْمَعْرُوفِ وَانْهَ عَنِ الْمُنْكَرِ</a:t>
            </a:r>
            <a:r>
              <a:rPr lang="ar-SA" sz="2400" dirty="0">
                <a:latin typeface="Traditional Arabic" pitchFamily="18" charset="-78"/>
                <a:cs typeface="Traditional Arabic" pitchFamily="18" charset="-78"/>
              </a:rPr>
              <a:t> </a:t>
            </a:r>
            <a:r>
              <a:rPr lang="ar-SA" sz="2400" dirty="0">
                <a:solidFill>
                  <a:srgbClr val="FF0000"/>
                </a:solidFill>
                <a:latin typeface="Traditional Arabic" pitchFamily="18" charset="-78"/>
                <a:cs typeface="Traditional Arabic" pitchFamily="18" charset="-78"/>
              </a:rPr>
              <a:t>وَاصْبِرْ عَلَى مَا أَصَابَكَ</a:t>
            </a:r>
            <a:r>
              <a:rPr lang="ar-SA" sz="2400" dirty="0">
                <a:latin typeface="Traditional Arabic" pitchFamily="18" charset="-78"/>
                <a:cs typeface="Traditional Arabic" pitchFamily="18" charset="-78"/>
              </a:rPr>
              <a:t> إِنَّ ذَلِكَ مِنْ عَزْمِ الْأُمُورِ (17) </a:t>
            </a:r>
            <a:r>
              <a:rPr lang="ar-SA" sz="2400" dirty="0">
                <a:solidFill>
                  <a:srgbClr val="00B0F0"/>
                </a:solidFill>
                <a:latin typeface="Traditional Arabic" pitchFamily="18" charset="-78"/>
                <a:cs typeface="Traditional Arabic" pitchFamily="18" charset="-78"/>
              </a:rPr>
              <a:t>وَلَا تُصَعِّرْ خَدَّكَ لِلنَّاسِ</a:t>
            </a:r>
            <a:r>
              <a:rPr lang="ar-SA" sz="2400" dirty="0">
                <a:latin typeface="Traditional Arabic" pitchFamily="18" charset="-78"/>
                <a:cs typeface="Traditional Arabic" pitchFamily="18" charset="-78"/>
              </a:rPr>
              <a:t> </a:t>
            </a:r>
            <a:r>
              <a:rPr lang="ar-SA" sz="2400" dirty="0">
                <a:solidFill>
                  <a:srgbClr val="FF0000"/>
                </a:solidFill>
                <a:latin typeface="Traditional Arabic" pitchFamily="18" charset="-78"/>
                <a:cs typeface="Traditional Arabic" pitchFamily="18" charset="-78"/>
              </a:rPr>
              <a:t>وَلَا تَمْشِ فِي الْأَرْضِ مَرَحًا</a:t>
            </a:r>
            <a:r>
              <a:rPr lang="ar-SA" sz="2400" dirty="0">
                <a:latin typeface="Traditional Arabic" pitchFamily="18" charset="-78"/>
                <a:cs typeface="Traditional Arabic" pitchFamily="18" charset="-78"/>
              </a:rPr>
              <a:t> إِنَّ اللَّهَ لَا يُحِبُّ كُلَّ مُخْتَالٍ فَخُورٍ (18) </a:t>
            </a:r>
            <a:r>
              <a:rPr lang="ar-SA" sz="2400" dirty="0">
                <a:solidFill>
                  <a:schemeClr val="accent6">
                    <a:lumMod val="75000"/>
                  </a:schemeClr>
                </a:solidFill>
                <a:latin typeface="Traditional Arabic" pitchFamily="18" charset="-78"/>
                <a:cs typeface="Traditional Arabic" pitchFamily="18" charset="-78"/>
              </a:rPr>
              <a:t>وَاقْصِدْ فِي مَشْيِكَ</a:t>
            </a:r>
            <a:r>
              <a:rPr lang="ar-SA" sz="2400" dirty="0">
                <a:latin typeface="Traditional Arabic" pitchFamily="18" charset="-78"/>
                <a:cs typeface="Traditional Arabic" pitchFamily="18" charset="-78"/>
              </a:rPr>
              <a:t> </a:t>
            </a:r>
            <a:r>
              <a:rPr lang="ar-SA" sz="2400" dirty="0">
                <a:solidFill>
                  <a:schemeClr val="tx2"/>
                </a:solidFill>
                <a:latin typeface="Traditional Arabic" pitchFamily="18" charset="-78"/>
                <a:cs typeface="Traditional Arabic" pitchFamily="18" charset="-78"/>
              </a:rPr>
              <a:t>وَاغْضُضْ مِنْ صَوْتِكَ</a:t>
            </a:r>
            <a:r>
              <a:rPr lang="ar-SA" sz="2400" dirty="0">
                <a:latin typeface="Traditional Arabic" pitchFamily="18" charset="-78"/>
                <a:cs typeface="Traditional Arabic" pitchFamily="18" charset="-78"/>
              </a:rPr>
              <a:t> إِنَّ أَنْكَرَ الْأَصْوَاتِ لَصَوْتُ الْحَمِيرِ (19)} [لقمان: 12 - 19]</a:t>
            </a:r>
            <a:endParaRPr lang="id-ID" sz="2400" dirty="0">
              <a:latin typeface="Traditional Arabic" pitchFamily="18" charset="-78"/>
              <a:cs typeface="Traditional Arabic" pitchFamily="18" charset="-78"/>
            </a:endParaRPr>
          </a:p>
          <a:p>
            <a:pPr algn="just" rtl="1"/>
            <a:endParaRPr lang="id-ID" dirty="0">
              <a:latin typeface="Traditional Arabic" pitchFamily="18" charset="-78"/>
              <a:cs typeface="Traditional Arabic" pitchFamily="18" charset="-78"/>
            </a:endParaRPr>
          </a:p>
        </p:txBody>
      </p:sp>
    </p:spTree>
    <p:extLst>
      <p:ext uri="{BB962C8B-B14F-4D97-AF65-F5344CB8AC3E}">
        <p14:creationId xmlns:p14="http://schemas.microsoft.com/office/powerpoint/2010/main" val="744165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Keteladanan Ibrahim as</a:t>
            </a:r>
          </a:p>
        </p:txBody>
      </p:sp>
      <p:sp>
        <p:nvSpPr>
          <p:cNvPr id="3" name="Content Placeholder 2"/>
          <p:cNvSpPr>
            <a:spLocks noGrp="1"/>
          </p:cNvSpPr>
          <p:nvPr>
            <p:ph idx="1"/>
          </p:nvPr>
        </p:nvSpPr>
        <p:spPr>
          <a:xfrm>
            <a:off x="1066800" y="2103120"/>
            <a:ext cx="10058400" cy="3849624"/>
          </a:xfrm>
        </p:spPr>
        <p:txBody>
          <a:bodyPr>
            <a:normAutofit/>
          </a:bodyPr>
          <a:lstStyle/>
          <a:p>
            <a:pPr algn="r" rtl="1">
              <a:lnSpc>
                <a:spcPct val="150000"/>
              </a:lnSpc>
            </a:pPr>
            <a:r>
              <a:rPr lang="ar-SA" sz="2000" dirty="0">
                <a:latin typeface="Traditional Arabic" pitchFamily="18" charset="-78"/>
                <a:cs typeface="Traditional Arabic" pitchFamily="18" charset="-78"/>
              </a:rPr>
              <a:t>{ وَاذْكُرْ فِي الْكِتَابِ إِبْرَاهِيمَ إِنَّهُ كَانَ </a:t>
            </a:r>
            <a:r>
              <a:rPr lang="ar-SA" sz="2000" dirty="0">
                <a:solidFill>
                  <a:srgbClr val="FF0000"/>
                </a:solidFill>
                <a:latin typeface="Traditional Arabic" pitchFamily="18" charset="-78"/>
                <a:cs typeface="Traditional Arabic" pitchFamily="18" charset="-78"/>
              </a:rPr>
              <a:t>صِدِّيقًا نَبِيًّا</a:t>
            </a:r>
            <a:r>
              <a:rPr lang="ar-SA" sz="2000" dirty="0">
                <a:latin typeface="Traditional Arabic" pitchFamily="18" charset="-78"/>
                <a:cs typeface="Traditional Arabic" pitchFamily="18" charset="-78"/>
              </a:rPr>
              <a:t> (41) إِذْ قَالَ لِأَبِيهِ يَاأَبَتِ لِمَ تَعْبُدُ مَا لَا يَسْمَعُ وَلَا يُبْصِرُ وَلَا يُغْنِي عَنْكَ شَيْئًا (42) يَاأَبَتِ إِنِّي قَدْ جَاءَنِي مِنَ الْعِلْمِ مَا لَمْ يَأْتِكَ فَاتَّبِعْنِي أَهْدِكَ صِرَاطًا سَوِيًّا (43) يَاأَبَتِ لَا تَعْبُدِ الشَّيْطَانَ إِنَّ الشَّيْطَانَ كَانَ لِلرَّحْمَنِ عَصِيًّا (44) يَاأَبَتِ إِنِّي أَخَافُ أَنْ يَمَسَّكَ عَذَابٌ مِنَ الرَّحْمَنِ فَتَكُونَ لِلشَّيْطَانِ وَلِيًّا (45) قَالَ أَرَاغِبٌ أَنْتَ عَنْ آلِهَتِي يَاإِبْرَاهِيمُ لَئِنْ لَمْ تَنْتَهِ لَأَرْجُمَنَّكَ وَاهْجُرْنِي مَلِيًّا (46)</a:t>
            </a:r>
            <a:r>
              <a:rPr lang="ar-SA" sz="2000" dirty="0">
                <a:solidFill>
                  <a:srgbClr val="FF0000"/>
                </a:solidFill>
                <a:latin typeface="Traditional Arabic" pitchFamily="18" charset="-78"/>
                <a:cs typeface="Traditional Arabic" pitchFamily="18" charset="-78"/>
              </a:rPr>
              <a:t> قَالَ سَلَامٌ عَلَيْكَ سَأَسْتَغْفِرُ لَكَ</a:t>
            </a:r>
            <a:r>
              <a:rPr lang="ar-SA" sz="2000" dirty="0">
                <a:latin typeface="Traditional Arabic" pitchFamily="18" charset="-78"/>
                <a:cs typeface="Traditional Arabic" pitchFamily="18" charset="-78"/>
              </a:rPr>
              <a:t> رَبِّي إِنَّهُ كَانَ بِي حَفِيًّا } [مريم: 41 - 47]</a:t>
            </a:r>
            <a:endParaRPr lang="id-ID" sz="2000" dirty="0">
              <a:latin typeface="Traditional Arabic" pitchFamily="18" charset="-78"/>
              <a:cs typeface="Traditional Arabic" pitchFamily="18" charset="-78"/>
            </a:endParaRPr>
          </a:p>
          <a:p>
            <a:pPr algn="r" rtl="1">
              <a:lnSpc>
                <a:spcPct val="150000"/>
              </a:lnSpc>
            </a:pPr>
            <a:r>
              <a:rPr lang="ar-SA" sz="2000" dirty="0">
                <a:latin typeface="Traditional Arabic" pitchFamily="18" charset="-78"/>
                <a:cs typeface="Traditional Arabic" pitchFamily="18" charset="-78"/>
              </a:rPr>
              <a:t>{ وَقَالَ إِنِّي ذَاهِبٌ إِلَى رَبِّي سَيَهْدِينِ (99) رَبِّ هَبْ لِي مِنَ الصَّالِحِينَ (100) فَبَشَّرْنَاهُ ب</a:t>
            </a:r>
            <a:r>
              <a:rPr lang="ar-SA" sz="2000" dirty="0">
                <a:solidFill>
                  <a:srgbClr val="FF0000"/>
                </a:solidFill>
                <a:latin typeface="Traditional Arabic" pitchFamily="18" charset="-78"/>
                <a:cs typeface="Traditional Arabic" pitchFamily="18" charset="-78"/>
              </a:rPr>
              <a:t>ِغُلَامٍ حَلِيمٍ</a:t>
            </a:r>
            <a:r>
              <a:rPr lang="ar-SA" sz="2000" dirty="0">
                <a:latin typeface="Traditional Arabic" pitchFamily="18" charset="-78"/>
                <a:cs typeface="Traditional Arabic" pitchFamily="18" charset="-78"/>
              </a:rPr>
              <a:t> (101) فَلَمَّا بَلَغَ مَعَهُ السَّعْيَ قَالَ يَابُنَيَّ إِنِّي أَرَى فِي الْمَنَامِ أَنِّي أَذْبَحُكَ </a:t>
            </a:r>
            <a:r>
              <a:rPr lang="ar-SA" sz="2000" dirty="0">
                <a:solidFill>
                  <a:srgbClr val="FF0000"/>
                </a:solidFill>
                <a:latin typeface="Traditional Arabic" pitchFamily="18" charset="-78"/>
                <a:cs typeface="Traditional Arabic" pitchFamily="18" charset="-78"/>
              </a:rPr>
              <a:t>فَانْظُرْ مَاذَا تَرَى</a:t>
            </a:r>
            <a:r>
              <a:rPr lang="ar-SA" sz="2000" dirty="0">
                <a:latin typeface="Traditional Arabic" pitchFamily="18" charset="-78"/>
                <a:cs typeface="Traditional Arabic" pitchFamily="18" charset="-78"/>
              </a:rPr>
              <a:t> قَالَ يَاأَبَتِ افْعَلْ مَا تُؤْمَرُ سَتَجِدُنِي إِنْ شَاءَ اللَّهُ مِنَ الصَّابِرِينَ } [الصافات: 99 - 102]</a:t>
            </a:r>
            <a:endParaRPr lang="id-ID" sz="2000" dirty="0">
              <a:latin typeface="Traditional Arabic" pitchFamily="18" charset="-78"/>
              <a:cs typeface="Traditional Arabic" pitchFamily="18" charset="-78"/>
            </a:endParaRPr>
          </a:p>
        </p:txBody>
      </p:sp>
    </p:spTree>
    <p:extLst>
      <p:ext uri="{BB962C8B-B14F-4D97-AF65-F5344CB8AC3E}">
        <p14:creationId xmlns:p14="http://schemas.microsoft.com/office/powerpoint/2010/main" val="2807774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Nabi Muhammad saw</a:t>
            </a:r>
          </a:p>
        </p:txBody>
      </p:sp>
      <p:sp>
        <p:nvSpPr>
          <p:cNvPr id="3" name="Content Placeholder 2"/>
          <p:cNvSpPr>
            <a:spLocks noGrp="1"/>
          </p:cNvSpPr>
          <p:nvPr>
            <p:ph idx="1"/>
          </p:nvPr>
        </p:nvSpPr>
        <p:spPr>
          <a:xfrm>
            <a:off x="1161535" y="1791730"/>
            <a:ext cx="9963665" cy="4334434"/>
          </a:xfrm>
        </p:spPr>
        <p:txBody>
          <a:bodyPr>
            <a:normAutofit fontScale="92500"/>
          </a:bodyPr>
          <a:lstStyle/>
          <a:p>
            <a:pPr algn="r" rtl="1">
              <a:lnSpc>
                <a:spcPct val="150000"/>
              </a:lnSpc>
            </a:pPr>
            <a:r>
              <a:rPr lang="ar-SA" sz="2400" dirty="0">
                <a:latin typeface="Traditional Arabic" pitchFamily="18" charset="-78"/>
                <a:cs typeface="Traditional Arabic" pitchFamily="18" charset="-78"/>
              </a:rPr>
              <a:t>{ فَبِمَا رَحْمَةٍ مِنَ اللَّهِ لِنْتَ لَهُمْ وَلَوْ كُنْتَ فَظًّا غَلِيظَ الْقَلْبِ لَانْفَضُّوا مِنْ حَوْلِكَ فَاعْفُ عَنْهُمْ وَاسْتَغْفِرْ لَهُمْ وَشَاوِرْهُمْ فِي الْأَمْرِ فَإِذَا عَزَمْتَ فَتَوَكَّلْ عَلَى اللَّهِ إِنَّ اللَّهَ يُحِبُّ الْمُتَوَكِّلِينَ} [آل عمران: 159، 160]</a:t>
            </a:r>
            <a:endParaRPr lang="id-ID" sz="2400" dirty="0">
              <a:latin typeface="Traditional Arabic" pitchFamily="18" charset="-78"/>
              <a:cs typeface="Traditional Arabic" pitchFamily="18" charset="-78"/>
            </a:endParaRPr>
          </a:p>
          <a:p>
            <a:pPr algn="r" rtl="1">
              <a:lnSpc>
                <a:spcPct val="150000"/>
              </a:lnSpc>
            </a:pPr>
            <a:r>
              <a:rPr lang="ar-SA" sz="2400" dirty="0">
                <a:latin typeface="Traditional Arabic" pitchFamily="18" charset="-78"/>
                <a:cs typeface="Traditional Arabic" pitchFamily="18" charset="-78"/>
              </a:rPr>
              <a:t>{ لَقَدْ جَاءَكُمْ رَسُولٌ مِنْ أَنْفُسِكُمْ عَزِيزٌ عَلَيْهِ مَاعَنِتُّمْ حَرِيصٌ عَلَيْكُمْ بِالْمُؤْمِنِينَ رَءُوفٌ رَحِيمٌ (128) فَإِنْ تَوَلَّوْا فَقُلْ حَسْبِيَ اللَّهُ لَا إِلَهَ إِلَّا هُوَ عَلَيْهِ تَوَكَّلْتُ وَهُوَ رَبُّ الْعَرْشِ الْعَظِيمِ } [التوبة: 128، 129]</a:t>
            </a:r>
            <a:endParaRPr lang="id-ID" sz="2400" dirty="0">
              <a:latin typeface="Traditional Arabic" pitchFamily="18" charset="-78"/>
              <a:cs typeface="Traditional Arabic" pitchFamily="18" charset="-78"/>
            </a:endParaRPr>
          </a:p>
          <a:p>
            <a:pPr algn="r" rtl="1">
              <a:lnSpc>
                <a:spcPct val="150000"/>
              </a:lnSpc>
            </a:pPr>
            <a:r>
              <a:rPr lang="ar-SA" sz="2400" dirty="0">
                <a:latin typeface="Traditional Arabic" pitchFamily="18" charset="-78"/>
                <a:cs typeface="Traditional Arabic" pitchFamily="18" charset="-78"/>
              </a:rPr>
              <a:t>{ الَّذِينَ يَتَّبِعُونَ الرَّسُولَ النَّبِيَّ الْأُمِّيَّ الَّذِي يَجِدُونَهُ مَكْتُوبًا عِنْدَهُمْ فِي التَّوْرَاةِ وَالْإِنْجِيلِ يَأْمُرُهُمْ بِالْمَعْرُوفِ وَيَنْهَاهُمْ عَنِ الْمُنْكَرِ وَيُحِلُّ لَهُمُ الطَّيِّبَاتِ وَيُحَرِّمُ عَلَيْهِمُ الْخَبَائِثَ وَيَضَعُ عَنْهُمْ إِصْرَهُمْ وَالْأَغْلَالَ الَّتِي كَانَتْ عَلَيْهِمْ فَالَّذِينَ آمَنُوا بِهِ وَعَزَّرُوهُ وَنَصَرُوهُ وَاتَّبَعُوا النُّورَ الَّذِي أُنْزِلَ مَعَهُ أُولَئِكَ هُمُ الْمُفْلِحُونَ } [الأعراف: 157]</a:t>
            </a:r>
            <a:endParaRPr lang="id-ID" sz="2400" dirty="0">
              <a:latin typeface="Traditional Arabic" pitchFamily="18" charset="-78"/>
              <a:cs typeface="Traditional Arabic" pitchFamily="18" charset="-78"/>
            </a:endParaRPr>
          </a:p>
          <a:p>
            <a:pPr algn="r" rtl="1">
              <a:lnSpc>
                <a:spcPct val="150000"/>
              </a:lnSpc>
            </a:pPr>
            <a:endParaRPr lang="id-ID" sz="2400" dirty="0"/>
          </a:p>
        </p:txBody>
      </p:sp>
    </p:spTree>
    <p:extLst>
      <p:ext uri="{BB962C8B-B14F-4D97-AF65-F5344CB8AC3E}">
        <p14:creationId xmlns:p14="http://schemas.microsoft.com/office/powerpoint/2010/main" val="823362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EA13-0D05-9543-80D5-55CD5308CAC9}"/>
              </a:ext>
            </a:extLst>
          </p:cNvPr>
          <p:cNvSpPr>
            <a:spLocks noGrp="1"/>
          </p:cNvSpPr>
          <p:nvPr>
            <p:ph type="title"/>
          </p:nvPr>
        </p:nvSpPr>
        <p:spPr>
          <a:solidFill>
            <a:schemeClr val="accent3">
              <a:lumMod val="60000"/>
              <a:lumOff val="40000"/>
            </a:schemeClr>
          </a:solidFill>
        </p:spPr>
        <p:txBody>
          <a:bodyPr/>
          <a:lstStyle/>
          <a:p>
            <a:r>
              <a:rPr lang="id-ID" dirty="0"/>
              <a:t>6</a:t>
            </a:r>
            <a:r>
              <a:rPr lang="en-US" dirty="0"/>
              <a:t> </a:t>
            </a:r>
            <a:r>
              <a:rPr lang="en-US" dirty="0" err="1"/>
              <a:t>Karakter</a:t>
            </a:r>
            <a:r>
              <a:rPr lang="en-US" dirty="0"/>
              <a:t> </a:t>
            </a:r>
            <a:r>
              <a:rPr lang="en-US" dirty="0" err="1"/>
              <a:t>Remaja</a:t>
            </a:r>
            <a:r>
              <a:rPr lang="en-US" dirty="0"/>
              <a:t> </a:t>
            </a:r>
            <a:r>
              <a:rPr lang="en-US" dirty="0" err="1"/>
              <a:t>Qeren</a:t>
            </a:r>
            <a:r>
              <a:rPr lang="en-US" dirty="0"/>
              <a:t> </a:t>
            </a:r>
            <a:r>
              <a:rPr lang="en-US" dirty="0" err="1"/>
              <a:t>Qur’ani</a:t>
            </a:r>
            <a:endParaRPr lang="en-US" dirty="0"/>
          </a:p>
        </p:txBody>
      </p:sp>
      <p:graphicFrame>
        <p:nvGraphicFramePr>
          <p:cNvPr id="4" name="Content Placeholder 3">
            <a:extLst>
              <a:ext uri="{FF2B5EF4-FFF2-40B4-BE49-F238E27FC236}">
                <a16:creationId xmlns:a16="http://schemas.microsoft.com/office/drawing/2014/main" id="{C2026187-1D99-3D4E-A39E-11DCEC8375A5}"/>
              </a:ext>
            </a:extLst>
          </p:cNvPr>
          <p:cNvGraphicFramePr>
            <a:graphicFrameLocks noGrp="1"/>
          </p:cNvGraphicFramePr>
          <p:nvPr>
            <p:ph idx="1"/>
            <p:extLst>
              <p:ext uri="{D42A27DB-BD31-4B8C-83A1-F6EECF244321}">
                <p14:modId xmlns:p14="http://schemas.microsoft.com/office/powerpoint/2010/main" val="588024438"/>
              </p:ext>
            </p:extLst>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3789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6000" b="1" dirty="0">
                <a:latin typeface="Nanum Brush Script" panose="03060600000000000000" pitchFamily="66" charset="-127"/>
                <a:ea typeface="Nanum Brush Script" panose="03060600000000000000" pitchFamily="66" charset="-127"/>
              </a:rPr>
              <a:t>TERIMA   KASIH</a:t>
            </a:r>
          </a:p>
        </p:txBody>
      </p:sp>
      <p:pic>
        <p:nvPicPr>
          <p:cNvPr id="4" name="Content Placeholder 3" descr="MC900104786.WMF"/>
          <p:cNvPicPr>
            <a:picLocks noGrp="1" noChangeAspect="1"/>
          </p:cNvPicPr>
          <p:nvPr>
            <p:ph idx="1"/>
          </p:nvPr>
        </p:nvPicPr>
        <p:blipFill>
          <a:blip r:embed="rId3"/>
          <a:stretch>
            <a:fillRect/>
          </a:stretch>
        </p:blipFill>
        <p:spPr>
          <a:xfrm>
            <a:off x="2895600" y="2133600"/>
            <a:ext cx="6781800" cy="3886200"/>
          </a:xfrm>
        </p:spPr>
      </p:pic>
    </p:spTree>
    <p:extLst>
      <p:ext uri="{BB962C8B-B14F-4D97-AF65-F5344CB8AC3E}">
        <p14:creationId xmlns:p14="http://schemas.microsoft.com/office/powerpoint/2010/main" val="3202960477"/>
      </p:ext>
    </p:extLst>
  </p:cSld>
  <p:clrMapOvr>
    <a:masterClrMapping/>
  </p:clrMapOvr>
  <p:transition>
    <p:pull dir="d"/>
    <p:sndAc>
      <p:stSnd>
        <p:snd r:embed="rId2" name="applause.wav"/>
      </p:stSnd>
    </p:sndAc>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
      <a:dk1>
        <a:srgbClr val="000000"/>
      </a:dk1>
      <a:lt1>
        <a:srgbClr val="FFFFFF"/>
      </a:lt1>
      <a:dk2>
        <a:srgbClr val="242A41"/>
      </a:dk2>
      <a:lt2>
        <a:srgbClr val="E2E8E7"/>
      </a:lt2>
      <a:accent1>
        <a:srgbClr val="DD7F91"/>
      </a:accent1>
      <a:accent2>
        <a:srgbClr val="D67D63"/>
      </a:accent2>
      <a:accent3>
        <a:srgbClr val="C59D54"/>
      </a:accent3>
      <a:accent4>
        <a:srgbClr val="A2A84E"/>
      </a:accent4>
      <a:accent5>
        <a:srgbClr val="8AAD64"/>
      </a:accent5>
      <a:accent6>
        <a:srgbClr val="5FB755"/>
      </a:accent6>
      <a:hlink>
        <a:srgbClr val="568E84"/>
      </a:hlink>
      <a:folHlink>
        <a:srgbClr val="7F7F7F"/>
      </a:folHlink>
    </a:clrScheme>
    <a:fontScheme name="Custom 1">
      <a:majorFont>
        <a:latin typeface="Aharoni"/>
        <a:ea typeface=""/>
        <a:cs typeface=""/>
      </a:majorFont>
      <a:minorFont>
        <a:latin typeface="Tw Cen MT"/>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1486</TotalTime>
  <Words>2501</Words>
  <Application>Microsoft Macintosh PowerPoint</Application>
  <PresentationFormat>Widescreen</PresentationFormat>
  <Paragraphs>296</Paragraphs>
  <Slides>29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29</vt:i4>
      </vt:variant>
    </vt:vector>
  </HeadingPairs>
  <TitlesOfParts>
    <vt:vector size="42" baseType="lpstr">
      <vt:lpstr>Aharoni</vt:lpstr>
      <vt:lpstr>Calibri</vt:lpstr>
      <vt:lpstr>Cooper Black</vt:lpstr>
      <vt:lpstr>Garamond</vt:lpstr>
      <vt:lpstr>Nanum Brush Script</vt:lpstr>
      <vt:lpstr>Symbol</vt:lpstr>
      <vt:lpstr>Times New Roman</vt:lpstr>
      <vt:lpstr>Traditional Arabic</vt:lpstr>
      <vt:lpstr>Tw Cen MT</vt:lpstr>
      <vt:lpstr>Verdana</vt:lpstr>
      <vt:lpstr>Wingdings</vt:lpstr>
      <vt:lpstr>Wingdings 2</vt:lpstr>
      <vt:lpstr>SavonVTI</vt:lpstr>
      <vt:lpstr>SESI 1 REMAJA YANG SEHAT</vt:lpstr>
      <vt:lpstr>TUJUAN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Konsep Diri Remaja yang Sehat</vt:lpstr>
      <vt:lpstr>PowerPoint Presentation</vt:lpstr>
      <vt:lpstr>PowerPoint Presentation</vt:lpstr>
      <vt:lpstr>PowerPoint Presentation</vt:lpstr>
      <vt:lpstr>Membangun Jembatan Harapan</vt:lpstr>
      <vt:lpstr>PowerPoint Presentation</vt:lpstr>
      <vt:lpstr>PowerPoint Presentation</vt:lpstr>
      <vt:lpstr>PowerPoint Presentation</vt:lpstr>
      <vt:lpstr>PowerPoint Presentation</vt:lpstr>
      <vt:lpstr>PowerPoint Presentation</vt:lpstr>
      <vt:lpstr>PowerPoint Presentation</vt:lpstr>
      <vt:lpstr>Inspirasi Surat al-maryam (7 -14) (Nabi Yahya)</vt:lpstr>
      <vt:lpstr>Surat Maryam  (Nabi  Isa as)</vt:lpstr>
      <vt:lpstr>Surat Luqman, ayat 13-19 (Lukman as)</vt:lpstr>
      <vt:lpstr>Keteladanan Ibrahim as</vt:lpstr>
      <vt:lpstr>Nabi Muhammad saw</vt:lpstr>
      <vt:lpstr>6 Karakter Remaja Qeren Qur’ani</vt:lpstr>
      <vt:lpstr>TERIMA   KASIH</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BIMBINGAN PRANIKAH REMAJA - USIA NIKAH -</dc:title>
  <dc:creator>Alissa Wahid</dc:creator>
  <cp:lastModifiedBy>Microsoft Office User</cp:lastModifiedBy>
  <cp:revision>52</cp:revision>
  <dcterms:created xsi:type="dcterms:W3CDTF">2019-08-26T16:21:59Z</dcterms:created>
  <dcterms:modified xsi:type="dcterms:W3CDTF">2021-10-17T03:09:59Z</dcterms:modified>
</cp:coreProperties>
</file>