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67" r:id="rId3"/>
    <p:sldId id="261" r:id="rId4"/>
    <p:sldId id="257" r:id="rId5"/>
    <p:sldId id="258" r:id="rId6"/>
    <p:sldId id="260" r:id="rId7"/>
    <p:sldId id="262" r:id="rId8"/>
    <p:sldId id="285" r:id="rId9"/>
    <p:sldId id="265" r:id="rId10"/>
    <p:sldId id="284" r:id="rId11"/>
    <p:sldId id="288" r:id="rId12"/>
    <p:sldId id="275" r:id="rId13"/>
    <p:sldId id="277" r:id="rId14"/>
    <p:sldId id="282" r:id="rId15"/>
    <p:sldId id="278" r:id="rId16"/>
    <p:sldId id="279" r:id="rId17"/>
    <p:sldId id="291" r:id="rId18"/>
    <p:sldId id="263" r:id="rId19"/>
    <p:sldId id="286" r:id="rId20"/>
    <p:sldId id="264" r:id="rId21"/>
    <p:sldId id="283" r:id="rId22"/>
    <p:sldId id="287" r:id="rId23"/>
    <p:sldId id="266" r:id="rId24"/>
    <p:sldId id="280" r:id="rId25"/>
    <p:sldId id="290" r:id="rId26"/>
    <p:sldId id="289" r:id="rId27"/>
    <p:sldId id="276" r:id="rId28"/>
    <p:sldId id="268" r:id="rId29"/>
    <p:sldId id="269" r:id="rId30"/>
    <p:sldId id="270"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744" autoAdjust="0"/>
    <p:restoredTop sz="94660"/>
  </p:normalViewPr>
  <p:slideViewPr>
    <p:cSldViewPr>
      <p:cViewPr varScale="1">
        <p:scale>
          <a:sx n="104" d="100"/>
          <a:sy n="104" d="100"/>
        </p:scale>
        <p:origin x="2008" y="2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4D1D4F-DBB6-284A-A816-988381B05DDB}" type="doc">
      <dgm:prSet loTypeId="urn:microsoft.com/office/officeart/2005/8/layout/default" loCatId="" qsTypeId="urn:microsoft.com/office/officeart/2005/8/quickstyle/simple1" qsCatId="simple" csTypeId="urn:microsoft.com/office/officeart/2005/8/colors/colorful1" csCatId="colorful" phldr="1"/>
      <dgm:spPr/>
      <dgm:t>
        <a:bodyPr/>
        <a:lstStyle/>
        <a:p>
          <a:endParaRPr lang="en-US"/>
        </a:p>
      </dgm:t>
    </dgm:pt>
    <dgm:pt modelId="{89D7EE56-0788-664B-8780-B99F0AA86B23}">
      <dgm:prSet phldrT="[Text]"/>
      <dgm:spPr/>
      <dgm:t>
        <a:bodyPr/>
        <a:lstStyle/>
        <a:p>
          <a:r>
            <a:rPr lang="id-ID" b="1" i="0" u="none" dirty="0"/>
            <a:t>Bijaksana, </a:t>
          </a:r>
          <a:r>
            <a:rPr lang="id-ID" b="0" i="0" u="none" dirty="0"/>
            <a:t>sederhana dan santun</a:t>
          </a:r>
          <a:endParaRPr lang="en-US" dirty="0"/>
        </a:p>
      </dgm:t>
    </dgm:pt>
    <dgm:pt modelId="{2774EEEF-E6C4-D04B-9D40-52A5FBAE5245}" type="parTrans" cxnId="{8EBDE03D-9555-FA4B-B957-9C79E347D124}">
      <dgm:prSet/>
      <dgm:spPr/>
      <dgm:t>
        <a:bodyPr/>
        <a:lstStyle/>
        <a:p>
          <a:endParaRPr lang="en-US"/>
        </a:p>
      </dgm:t>
    </dgm:pt>
    <dgm:pt modelId="{52FC252D-0B31-6540-9543-BA545AAD3421}" type="sibTrans" cxnId="{8EBDE03D-9555-FA4B-B957-9C79E347D124}">
      <dgm:prSet/>
      <dgm:spPr/>
      <dgm:t>
        <a:bodyPr/>
        <a:lstStyle/>
        <a:p>
          <a:endParaRPr lang="en-US"/>
        </a:p>
      </dgm:t>
    </dgm:pt>
    <dgm:pt modelId="{11DF74B6-21CB-6C40-8C43-F00BA441ACD7}">
      <dgm:prSet/>
      <dgm:spPr/>
      <dgm:t>
        <a:bodyPr/>
        <a:lstStyle/>
        <a:p>
          <a:r>
            <a:rPr lang="id-ID" b="0" i="0" u="none" dirty="0"/>
            <a:t>Menyadari sebagai hamba, tekun ibadah –</a:t>
          </a:r>
          <a:r>
            <a:rPr lang="id-ID" b="0" i="0" u="none" dirty="0" err="1"/>
            <a:t>shalat</a:t>
          </a:r>
          <a:r>
            <a:rPr lang="id-ID" b="0" i="0" u="none" dirty="0"/>
            <a:t> dan zakat</a:t>
          </a:r>
          <a:endParaRPr lang="en-ID" b="0" i="0" u="none" dirty="0"/>
        </a:p>
      </dgm:t>
    </dgm:pt>
    <dgm:pt modelId="{5990918F-D081-CD43-B3C5-368DD297ED88}" type="parTrans" cxnId="{03391EAA-5123-6E45-A8CD-4546C7A65E5D}">
      <dgm:prSet/>
      <dgm:spPr/>
      <dgm:t>
        <a:bodyPr/>
        <a:lstStyle/>
        <a:p>
          <a:endParaRPr lang="en-US"/>
        </a:p>
      </dgm:t>
    </dgm:pt>
    <dgm:pt modelId="{12FBC4BF-3116-EA4E-9C53-DBE8D328900D}" type="sibTrans" cxnId="{03391EAA-5123-6E45-A8CD-4546C7A65E5D}">
      <dgm:prSet/>
      <dgm:spPr/>
      <dgm:t>
        <a:bodyPr/>
        <a:lstStyle/>
        <a:p>
          <a:endParaRPr lang="en-US"/>
        </a:p>
      </dgm:t>
    </dgm:pt>
    <dgm:pt modelId="{3AA0F1B3-A20A-4641-BF60-ADBD05A74A9A}">
      <dgm:prSet/>
      <dgm:spPr/>
      <dgm:t>
        <a:bodyPr/>
        <a:lstStyle/>
        <a:p>
          <a:r>
            <a:rPr lang="id-ID" b="0" i="0" u="none" dirty="0"/>
            <a:t>Tidak menyekutukan </a:t>
          </a:r>
          <a:r>
            <a:rPr lang="en-US" b="0" i="0" u="none" dirty="0"/>
            <a:t>A</a:t>
          </a:r>
          <a:r>
            <a:rPr lang="id-ID" b="0" i="0" u="none" dirty="0"/>
            <a:t>llah</a:t>
          </a:r>
          <a:endParaRPr lang="en-ID" b="0" i="0" u="none" dirty="0"/>
        </a:p>
      </dgm:t>
    </dgm:pt>
    <dgm:pt modelId="{92A59B9D-0D67-F143-8F78-B5E75F88D705}" type="parTrans" cxnId="{1CBDD10B-C324-1242-B104-7B78AA1B1023}">
      <dgm:prSet/>
      <dgm:spPr/>
      <dgm:t>
        <a:bodyPr/>
        <a:lstStyle/>
        <a:p>
          <a:endParaRPr lang="en-US"/>
        </a:p>
      </dgm:t>
    </dgm:pt>
    <dgm:pt modelId="{B989E3AA-CFFD-8548-9072-8B2A4284A96C}" type="sibTrans" cxnId="{1CBDD10B-C324-1242-B104-7B78AA1B1023}">
      <dgm:prSet/>
      <dgm:spPr/>
      <dgm:t>
        <a:bodyPr/>
        <a:lstStyle/>
        <a:p>
          <a:endParaRPr lang="en-US"/>
        </a:p>
      </dgm:t>
    </dgm:pt>
    <dgm:pt modelId="{6E529E2E-451F-1A4C-8375-A88DCE8CFF05}">
      <dgm:prSet phldrT="[Text]"/>
      <dgm:spPr/>
      <dgm:t>
        <a:bodyPr/>
        <a:lstStyle/>
        <a:p>
          <a:r>
            <a:rPr lang="id-ID" b="1" i="0" u="none"/>
            <a:t>Welas asih, </a:t>
          </a:r>
          <a:r>
            <a:rPr lang="id-ID" b="0" i="0" u="none"/>
            <a:t>memberikan kebaikan dimanapun</a:t>
          </a:r>
          <a:endParaRPr lang="en-US" dirty="0"/>
        </a:p>
      </dgm:t>
    </dgm:pt>
    <dgm:pt modelId="{1EE5146F-4E08-C848-B53E-5DD153BC65EE}" type="parTrans" cxnId="{629A1520-64AA-5A45-8263-E52B299A9C15}">
      <dgm:prSet/>
      <dgm:spPr/>
      <dgm:t>
        <a:bodyPr/>
        <a:lstStyle/>
        <a:p>
          <a:endParaRPr lang="en-US"/>
        </a:p>
      </dgm:t>
    </dgm:pt>
    <dgm:pt modelId="{654B2552-38A5-954B-8BC3-EA33D6990797}" type="sibTrans" cxnId="{629A1520-64AA-5A45-8263-E52B299A9C15}">
      <dgm:prSet/>
      <dgm:spPr/>
      <dgm:t>
        <a:bodyPr/>
        <a:lstStyle/>
        <a:p>
          <a:endParaRPr lang="en-US"/>
        </a:p>
      </dgm:t>
    </dgm:pt>
    <dgm:pt modelId="{40B141B1-D1F0-814E-8D85-F937667FA06D}">
      <dgm:prSet phldrT="[Text]"/>
      <dgm:spPr/>
      <dgm:t>
        <a:bodyPr/>
        <a:lstStyle/>
        <a:p>
          <a:r>
            <a:rPr lang="id-ID" b="1" i="0" u="none" dirty="0"/>
            <a:t>Bersih hatinya</a:t>
          </a:r>
          <a:endParaRPr lang="en-US" dirty="0"/>
        </a:p>
      </dgm:t>
    </dgm:pt>
    <dgm:pt modelId="{4C68FDB6-B012-534E-8F69-28682AB88A08}" type="parTrans" cxnId="{71647CBE-6C71-4E4B-9B5A-0B9E60C99DD0}">
      <dgm:prSet/>
      <dgm:spPr/>
      <dgm:t>
        <a:bodyPr/>
        <a:lstStyle/>
        <a:p>
          <a:endParaRPr lang="en-US"/>
        </a:p>
      </dgm:t>
    </dgm:pt>
    <dgm:pt modelId="{8CD3A874-30C1-944B-9748-3F83C40160E1}" type="sibTrans" cxnId="{71647CBE-6C71-4E4B-9B5A-0B9E60C99DD0}">
      <dgm:prSet/>
      <dgm:spPr/>
      <dgm:t>
        <a:bodyPr/>
        <a:lstStyle/>
        <a:p>
          <a:endParaRPr lang="en-US"/>
        </a:p>
      </dgm:t>
    </dgm:pt>
    <dgm:pt modelId="{89BE0933-308F-9942-82F3-05B05FE24A0F}">
      <dgm:prSet phldrT="[Text]"/>
      <dgm:spPr/>
      <dgm:t>
        <a:bodyPr/>
        <a:lstStyle/>
        <a:p>
          <a:r>
            <a:rPr lang="id-ID" b="1" i="0" u="none" dirty="0" err="1"/>
            <a:t>Taqiya</a:t>
          </a:r>
          <a:r>
            <a:rPr lang="id-ID" b="1" i="0" u="none" dirty="0"/>
            <a:t>-punya daya tahan dan juang, </a:t>
          </a:r>
          <a:r>
            <a:rPr lang="id-ID" b="0" i="0" u="none" dirty="0"/>
            <a:t>belajar sungguh-sungguh, </a:t>
          </a:r>
          <a:endParaRPr lang="en-US" dirty="0"/>
        </a:p>
      </dgm:t>
    </dgm:pt>
    <dgm:pt modelId="{85A5A43D-D344-DB41-BEAE-2E0768BA6553}" type="parTrans" cxnId="{08BE3A5E-27B0-DC4A-95CD-C065047BCFB4}">
      <dgm:prSet/>
      <dgm:spPr/>
      <dgm:t>
        <a:bodyPr/>
        <a:lstStyle/>
        <a:p>
          <a:endParaRPr lang="en-US"/>
        </a:p>
      </dgm:t>
    </dgm:pt>
    <dgm:pt modelId="{BCBF13F9-1707-8141-97B1-1F0524B8C227}" type="sibTrans" cxnId="{08BE3A5E-27B0-DC4A-95CD-C065047BCFB4}">
      <dgm:prSet/>
      <dgm:spPr/>
      <dgm:t>
        <a:bodyPr/>
        <a:lstStyle/>
        <a:p>
          <a:endParaRPr lang="en-US"/>
        </a:p>
      </dgm:t>
    </dgm:pt>
    <dgm:pt modelId="{AE879C67-8B14-684A-B7C3-327E9E589D4E}">
      <dgm:prSet phldrT="[Text]"/>
      <dgm:spPr/>
      <dgm:t>
        <a:bodyPr/>
        <a:lstStyle/>
        <a:p>
          <a:r>
            <a:rPr lang="id-ID" b="1" i="0" u="none" dirty="0"/>
            <a:t> Berbuat baik kepada orang tua sekalipun beda agama</a:t>
          </a:r>
          <a:endParaRPr lang="en-US" dirty="0"/>
        </a:p>
      </dgm:t>
    </dgm:pt>
    <dgm:pt modelId="{F90DFE95-6F59-5144-9175-944D16BE3BF1}" type="parTrans" cxnId="{36BF9465-62B5-ED4D-80B9-980D63AF7DD9}">
      <dgm:prSet/>
      <dgm:spPr/>
      <dgm:t>
        <a:bodyPr/>
        <a:lstStyle/>
        <a:p>
          <a:endParaRPr lang="en-US"/>
        </a:p>
      </dgm:t>
    </dgm:pt>
    <dgm:pt modelId="{7533B9FD-725A-634F-83D0-D85384732304}" type="sibTrans" cxnId="{36BF9465-62B5-ED4D-80B9-980D63AF7DD9}">
      <dgm:prSet/>
      <dgm:spPr/>
      <dgm:t>
        <a:bodyPr/>
        <a:lstStyle/>
        <a:p>
          <a:endParaRPr lang="en-US"/>
        </a:p>
      </dgm:t>
    </dgm:pt>
    <dgm:pt modelId="{EC81F7CF-3F33-EC48-9AE3-BA8F6A2B9BE9}">
      <dgm:prSet phldrT="[Text]"/>
      <dgm:spPr/>
      <dgm:t>
        <a:bodyPr/>
        <a:lstStyle/>
        <a:p>
          <a:r>
            <a:rPr lang="id-ID" b="1" i="0" u="none" dirty="0"/>
            <a:t>Tidak sombong dan angkuh</a:t>
          </a:r>
          <a:endParaRPr lang="en-US" dirty="0"/>
        </a:p>
      </dgm:t>
    </dgm:pt>
    <dgm:pt modelId="{5276842D-B5A5-7D44-B926-EFE50E4E04B3}" type="parTrans" cxnId="{457561AC-E583-BE42-893B-31F88E62574B}">
      <dgm:prSet/>
      <dgm:spPr/>
      <dgm:t>
        <a:bodyPr/>
        <a:lstStyle/>
        <a:p>
          <a:endParaRPr lang="en-US"/>
        </a:p>
      </dgm:t>
    </dgm:pt>
    <dgm:pt modelId="{0BDD52C7-3FB3-8B41-A2C0-6E86F307BE6A}" type="sibTrans" cxnId="{457561AC-E583-BE42-893B-31F88E62574B}">
      <dgm:prSet/>
      <dgm:spPr/>
      <dgm:t>
        <a:bodyPr/>
        <a:lstStyle/>
        <a:p>
          <a:endParaRPr lang="en-US"/>
        </a:p>
      </dgm:t>
    </dgm:pt>
    <dgm:pt modelId="{8BBA01F6-BBC8-8149-8275-B7D065EBE8D9}">
      <dgm:prSet/>
      <dgm:spPr/>
      <dgm:t>
        <a:bodyPr/>
        <a:lstStyle/>
        <a:p>
          <a:r>
            <a:rPr lang="id-ID" b="0" i="0" u="none" dirty="0"/>
            <a:t>Bertanggungjawab atas </a:t>
          </a:r>
          <a:r>
            <a:rPr lang="id-ID" b="0" i="0" u="none" dirty="0" err="1"/>
            <a:t>apapun</a:t>
          </a:r>
          <a:r>
            <a:rPr lang="id-ID" b="0" i="0" u="none" dirty="0"/>
            <a:t> yang telah dilakukan</a:t>
          </a:r>
          <a:endParaRPr lang="en-ID" b="0" i="0" u="none" dirty="0"/>
        </a:p>
      </dgm:t>
    </dgm:pt>
    <dgm:pt modelId="{26B9D6FA-162B-BF4A-B8C5-ABC1A271C069}" type="parTrans" cxnId="{A680EAF7-F7A8-DB4C-A64D-D86925FABB35}">
      <dgm:prSet/>
      <dgm:spPr/>
      <dgm:t>
        <a:bodyPr/>
        <a:lstStyle/>
        <a:p>
          <a:endParaRPr lang="en-US"/>
        </a:p>
      </dgm:t>
    </dgm:pt>
    <dgm:pt modelId="{3508B49E-F9AC-CD47-BDB4-5B4200FD3C3B}" type="sibTrans" cxnId="{A680EAF7-F7A8-DB4C-A64D-D86925FABB35}">
      <dgm:prSet/>
      <dgm:spPr/>
      <dgm:t>
        <a:bodyPr/>
        <a:lstStyle/>
        <a:p>
          <a:endParaRPr lang="en-US"/>
        </a:p>
      </dgm:t>
    </dgm:pt>
    <dgm:pt modelId="{EC14CD58-EC40-8244-B83E-7C1D7408E7D4}">
      <dgm:prSet/>
      <dgm:spPr/>
      <dgm:t>
        <a:bodyPr/>
        <a:lstStyle/>
        <a:p>
          <a:r>
            <a:rPr lang="id-ID" b="0" i="0" u="none" dirty="0"/>
            <a:t>Berani menyuarakan kebenaran, sabar </a:t>
          </a:r>
          <a:endParaRPr lang="en-ID" b="0" i="0" u="none" dirty="0"/>
        </a:p>
      </dgm:t>
    </dgm:pt>
    <dgm:pt modelId="{669CD209-4D9A-B646-B888-16D21F47FC97}" type="parTrans" cxnId="{A3F438EC-C5C3-BB40-A82F-C910F09BECF6}">
      <dgm:prSet/>
      <dgm:spPr/>
      <dgm:t>
        <a:bodyPr/>
        <a:lstStyle/>
        <a:p>
          <a:endParaRPr lang="en-US"/>
        </a:p>
      </dgm:t>
    </dgm:pt>
    <dgm:pt modelId="{13D20B2A-6A2D-1D48-82BD-E6F2BD48F698}" type="sibTrans" cxnId="{A3F438EC-C5C3-BB40-A82F-C910F09BECF6}">
      <dgm:prSet/>
      <dgm:spPr/>
      <dgm:t>
        <a:bodyPr/>
        <a:lstStyle/>
        <a:p>
          <a:endParaRPr lang="en-US"/>
        </a:p>
      </dgm:t>
    </dgm:pt>
    <dgm:pt modelId="{AE52F9E0-B841-134B-BBAF-A4CA2AEB03CD}" type="pres">
      <dgm:prSet presAssocID="{814D1D4F-DBB6-284A-A816-988381B05DDB}" presName="diagram" presStyleCnt="0">
        <dgm:presLayoutVars>
          <dgm:dir/>
          <dgm:resizeHandles val="exact"/>
        </dgm:presLayoutVars>
      </dgm:prSet>
      <dgm:spPr/>
    </dgm:pt>
    <dgm:pt modelId="{F6987C0B-E133-2244-A071-CF7B1719C9BF}" type="pres">
      <dgm:prSet presAssocID="{89D7EE56-0788-664B-8780-B99F0AA86B23}" presName="node" presStyleLbl="node1" presStyleIdx="0" presStyleCnt="10">
        <dgm:presLayoutVars>
          <dgm:bulletEnabled val="1"/>
        </dgm:presLayoutVars>
      </dgm:prSet>
      <dgm:spPr/>
    </dgm:pt>
    <dgm:pt modelId="{72442C7A-FFFF-1D40-BC45-E9A828398365}" type="pres">
      <dgm:prSet presAssocID="{52FC252D-0B31-6540-9543-BA545AAD3421}" presName="sibTrans" presStyleCnt="0"/>
      <dgm:spPr/>
    </dgm:pt>
    <dgm:pt modelId="{14E00941-A449-9049-B0A0-979023E0FC76}" type="pres">
      <dgm:prSet presAssocID="{6E529E2E-451F-1A4C-8375-A88DCE8CFF05}" presName="node" presStyleLbl="node1" presStyleIdx="1" presStyleCnt="10">
        <dgm:presLayoutVars>
          <dgm:bulletEnabled val="1"/>
        </dgm:presLayoutVars>
      </dgm:prSet>
      <dgm:spPr/>
    </dgm:pt>
    <dgm:pt modelId="{51100AB2-2AD9-A74D-AFDD-A0FF37F18197}" type="pres">
      <dgm:prSet presAssocID="{654B2552-38A5-954B-8BC3-EA33D6990797}" presName="sibTrans" presStyleCnt="0"/>
      <dgm:spPr/>
    </dgm:pt>
    <dgm:pt modelId="{FC751205-DFDC-5949-8FCD-1DE9ED134929}" type="pres">
      <dgm:prSet presAssocID="{40B141B1-D1F0-814E-8D85-F937667FA06D}" presName="node" presStyleLbl="node1" presStyleIdx="2" presStyleCnt="10">
        <dgm:presLayoutVars>
          <dgm:bulletEnabled val="1"/>
        </dgm:presLayoutVars>
      </dgm:prSet>
      <dgm:spPr/>
    </dgm:pt>
    <dgm:pt modelId="{4154C7B4-5D7B-154D-B672-BA20659F1434}" type="pres">
      <dgm:prSet presAssocID="{8CD3A874-30C1-944B-9748-3F83C40160E1}" presName="sibTrans" presStyleCnt="0"/>
      <dgm:spPr/>
    </dgm:pt>
    <dgm:pt modelId="{1C86723C-B665-EE4A-956C-C8DC7392F540}" type="pres">
      <dgm:prSet presAssocID="{89BE0933-308F-9942-82F3-05B05FE24A0F}" presName="node" presStyleLbl="node1" presStyleIdx="3" presStyleCnt="10">
        <dgm:presLayoutVars>
          <dgm:bulletEnabled val="1"/>
        </dgm:presLayoutVars>
      </dgm:prSet>
      <dgm:spPr/>
    </dgm:pt>
    <dgm:pt modelId="{A6991926-33A5-364E-9DD4-F2DFFCA9A4CE}" type="pres">
      <dgm:prSet presAssocID="{BCBF13F9-1707-8141-97B1-1F0524B8C227}" presName="sibTrans" presStyleCnt="0"/>
      <dgm:spPr/>
    </dgm:pt>
    <dgm:pt modelId="{BA8C3BC1-C906-D240-8664-DAE2D7F956BD}" type="pres">
      <dgm:prSet presAssocID="{AE879C67-8B14-684A-B7C3-327E9E589D4E}" presName="node" presStyleLbl="node1" presStyleIdx="4" presStyleCnt="10">
        <dgm:presLayoutVars>
          <dgm:bulletEnabled val="1"/>
        </dgm:presLayoutVars>
      </dgm:prSet>
      <dgm:spPr/>
    </dgm:pt>
    <dgm:pt modelId="{21820C42-3594-4546-A482-ADD0E7472A1C}" type="pres">
      <dgm:prSet presAssocID="{7533B9FD-725A-634F-83D0-D85384732304}" presName="sibTrans" presStyleCnt="0"/>
      <dgm:spPr/>
    </dgm:pt>
    <dgm:pt modelId="{70FA6915-8E7C-D742-8E74-5CD3A45D3302}" type="pres">
      <dgm:prSet presAssocID="{EC81F7CF-3F33-EC48-9AE3-BA8F6A2B9BE9}" presName="node" presStyleLbl="node1" presStyleIdx="5" presStyleCnt="10">
        <dgm:presLayoutVars>
          <dgm:bulletEnabled val="1"/>
        </dgm:presLayoutVars>
      </dgm:prSet>
      <dgm:spPr/>
    </dgm:pt>
    <dgm:pt modelId="{9DDC040B-B11B-6344-B01F-B077E7DD977F}" type="pres">
      <dgm:prSet presAssocID="{0BDD52C7-3FB3-8B41-A2C0-6E86F307BE6A}" presName="sibTrans" presStyleCnt="0"/>
      <dgm:spPr/>
    </dgm:pt>
    <dgm:pt modelId="{0936F2EF-D7BF-4A4D-8B10-C0C8BEA93D76}" type="pres">
      <dgm:prSet presAssocID="{11DF74B6-21CB-6C40-8C43-F00BA441ACD7}" presName="node" presStyleLbl="node1" presStyleIdx="6" presStyleCnt="10">
        <dgm:presLayoutVars>
          <dgm:bulletEnabled val="1"/>
        </dgm:presLayoutVars>
      </dgm:prSet>
      <dgm:spPr/>
    </dgm:pt>
    <dgm:pt modelId="{47BF3919-8E5F-7C4C-8B3C-34A3ED9B99D2}" type="pres">
      <dgm:prSet presAssocID="{12FBC4BF-3116-EA4E-9C53-DBE8D328900D}" presName="sibTrans" presStyleCnt="0"/>
      <dgm:spPr/>
    </dgm:pt>
    <dgm:pt modelId="{50CF2041-3C5E-7B41-90B6-BE325C34A549}" type="pres">
      <dgm:prSet presAssocID="{3AA0F1B3-A20A-4641-BF60-ADBD05A74A9A}" presName="node" presStyleLbl="node1" presStyleIdx="7" presStyleCnt="10">
        <dgm:presLayoutVars>
          <dgm:bulletEnabled val="1"/>
        </dgm:presLayoutVars>
      </dgm:prSet>
      <dgm:spPr/>
    </dgm:pt>
    <dgm:pt modelId="{2DC1C6E3-2842-A048-9489-8B71E6B686C6}" type="pres">
      <dgm:prSet presAssocID="{B989E3AA-CFFD-8548-9072-8B2A4284A96C}" presName="sibTrans" presStyleCnt="0"/>
      <dgm:spPr/>
    </dgm:pt>
    <dgm:pt modelId="{39497545-F245-D34A-BA61-17A0C2C25839}" type="pres">
      <dgm:prSet presAssocID="{8BBA01F6-BBC8-8149-8275-B7D065EBE8D9}" presName="node" presStyleLbl="node1" presStyleIdx="8" presStyleCnt="10">
        <dgm:presLayoutVars>
          <dgm:bulletEnabled val="1"/>
        </dgm:presLayoutVars>
      </dgm:prSet>
      <dgm:spPr/>
    </dgm:pt>
    <dgm:pt modelId="{AF53F09C-B432-3E47-A719-0D3893735651}" type="pres">
      <dgm:prSet presAssocID="{3508B49E-F9AC-CD47-BDB4-5B4200FD3C3B}" presName="sibTrans" presStyleCnt="0"/>
      <dgm:spPr/>
    </dgm:pt>
    <dgm:pt modelId="{1EF2D90F-F27C-4A4A-B194-FD193AD3B59C}" type="pres">
      <dgm:prSet presAssocID="{EC14CD58-EC40-8244-B83E-7C1D7408E7D4}" presName="node" presStyleLbl="node1" presStyleIdx="9" presStyleCnt="10">
        <dgm:presLayoutVars>
          <dgm:bulletEnabled val="1"/>
        </dgm:presLayoutVars>
      </dgm:prSet>
      <dgm:spPr/>
    </dgm:pt>
  </dgm:ptLst>
  <dgm:cxnLst>
    <dgm:cxn modelId="{1CBDD10B-C324-1242-B104-7B78AA1B1023}" srcId="{814D1D4F-DBB6-284A-A816-988381B05DDB}" destId="{3AA0F1B3-A20A-4641-BF60-ADBD05A74A9A}" srcOrd="7" destOrd="0" parTransId="{92A59B9D-0D67-F143-8F78-B5E75F88D705}" sibTransId="{B989E3AA-CFFD-8548-9072-8B2A4284A96C}"/>
    <dgm:cxn modelId="{629A1520-64AA-5A45-8263-E52B299A9C15}" srcId="{814D1D4F-DBB6-284A-A816-988381B05DDB}" destId="{6E529E2E-451F-1A4C-8375-A88DCE8CFF05}" srcOrd="1" destOrd="0" parTransId="{1EE5146F-4E08-C848-B53E-5DD153BC65EE}" sibTransId="{654B2552-38A5-954B-8BC3-EA33D6990797}"/>
    <dgm:cxn modelId="{009BFC28-B08D-4250-B497-378A1304D2BB}" type="presOf" srcId="{AE879C67-8B14-684A-B7C3-327E9E589D4E}" destId="{BA8C3BC1-C906-D240-8664-DAE2D7F956BD}" srcOrd="0" destOrd="0" presId="urn:microsoft.com/office/officeart/2005/8/layout/default"/>
    <dgm:cxn modelId="{4185A02B-977E-415A-9E60-3C92782D7E4D}" type="presOf" srcId="{3AA0F1B3-A20A-4641-BF60-ADBD05A74A9A}" destId="{50CF2041-3C5E-7B41-90B6-BE325C34A549}" srcOrd="0" destOrd="0" presId="urn:microsoft.com/office/officeart/2005/8/layout/default"/>
    <dgm:cxn modelId="{AD9C932F-3EDB-4103-89AC-17ACCD2F5FE5}" type="presOf" srcId="{89D7EE56-0788-664B-8780-B99F0AA86B23}" destId="{F6987C0B-E133-2244-A071-CF7B1719C9BF}" srcOrd="0" destOrd="0" presId="urn:microsoft.com/office/officeart/2005/8/layout/default"/>
    <dgm:cxn modelId="{EED21534-F59D-4558-A6EE-B3EC819B85E7}" type="presOf" srcId="{814D1D4F-DBB6-284A-A816-988381B05DDB}" destId="{AE52F9E0-B841-134B-BBAF-A4CA2AEB03CD}" srcOrd="0" destOrd="0" presId="urn:microsoft.com/office/officeart/2005/8/layout/default"/>
    <dgm:cxn modelId="{8EBDE03D-9555-FA4B-B957-9C79E347D124}" srcId="{814D1D4F-DBB6-284A-A816-988381B05DDB}" destId="{89D7EE56-0788-664B-8780-B99F0AA86B23}" srcOrd="0" destOrd="0" parTransId="{2774EEEF-E6C4-D04B-9D40-52A5FBAE5245}" sibTransId="{52FC252D-0B31-6540-9543-BA545AAD3421}"/>
    <dgm:cxn modelId="{A8E74C3F-CBE5-4201-8E49-F3965F2CD315}" type="presOf" srcId="{40B141B1-D1F0-814E-8D85-F937667FA06D}" destId="{FC751205-DFDC-5949-8FCD-1DE9ED134929}" srcOrd="0" destOrd="0" presId="urn:microsoft.com/office/officeart/2005/8/layout/default"/>
    <dgm:cxn modelId="{644B1E40-5886-469D-9691-D1CDBE586D00}" type="presOf" srcId="{8BBA01F6-BBC8-8149-8275-B7D065EBE8D9}" destId="{39497545-F245-D34A-BA61-17A0C2C25839}" srcOrd="0" destOrd="0" presId="urn:microsoft.com/office/officeart/2005/8/layout/default"/>
    <dgm:cxn modelId="{08BE3A5E-27B0-DC4A-95CD-C065047BCFB4}" srcId="{814D1D4F-DBB6-284A-A816-988381B05DDB}" destId="{89BE0933-308F-9942-82F3-05B05FE24A0F}" srcOrd="3" destOrd="0" parTransId="{85A5A43D-D344-DB41-BEAE-2E0768BA6553}" sibTransId="{BCBF13F9-1707-8141-97B1-1F0524B8C227}"/>
    <dgm:cxn modelId="{36BF9465-62B5-ED4D-80B9-980D63AF7DD9}" srcId="{814D1D4F-DBB6-284A-A816-988381B05DDB}" destId="{AE879C67-8B14-684A-B7C3-327E9E589D4E}" srcOrd="4" destOrd="0" parTransId="{F90DFE95-6F59-5144-9175-944D16BE3BF1}" sibTransId="{7533B9FD-725A-634F-83D0-D85384732304}"/>
    <dgm:cxn modelId="{6C4E5778-7E63-4DCC-AC91-9ABA31793025}" type="presOf" srcId="{6E529E2E-451F-1A4C-8375-A88DCE8CFF05}" destId="{14E00941-A449-9049-B0A0-979023E0FC76}" srcOrd="0" destOrd="0" presId="urn:microsoft.com/office/officeart/2005/8/layout/default"/>
    <dgm:cxn modelId="{7D898F8B-B40C-4594-B580-36FC990B8FDE}" type="presOf" srcId="{EC14CD58-EC40-8244-B83E-7C1D7408E7D4}" destId="{1EF2D90F-F27C-4A4A-B194-FD193AD3B59C}" srcOrd="0" destOrd="0" presId="urn:microsoft.com/office/officeart/2005/8/layout/default"/>
    <dgm:cxn modelId="{F15C7294-B20A-4FC4-8577-E4241C505DB0}" type="presOf" srcId="{EC81F7CF-3F33-EC48-9AE3-BA8F6A2B9BE9}" destId="{70FA6915-8E7C-D742-8E74-5CD3A45D3302}" srcOrd="0" destOrd="0" presId="urn:microsoft.com/office/officeart/2005/8/layout/default"/>
    <dgm:cxn modelId="{8820FBA1-AD68-40F6-8FC4-A10A64157F45}" type="presOf" srcId="{11DF74B6-21CB-6C40-8C43-F00BA441ACD7}" destId="{0936F2EF-D7BF-4A4D-8B10-C0C8BEA93D76}" srcOrd="0" destOrd="0" presId="urn:microsoft.com/office/officeart/2005/8/layout/default"/>
    <dgm:cxn modelId="{03391EAA-5123-6E45-A8CD-4546C7A65E5D}" srcId="{814D1D4F-DBB6-284A-A816-988381B05DDB}" destId="{11DF74B6-21CB-6C40-8C43-F00BA441ACD7}" srcOrd="6" destOrd="0" parTransId="{5990918F-D081-CD43-B3C5-368DD297ED88}" sibTransId="{12FBC4BF-3116-EA4E-9C53-DBE8D328900D}"/>
    <dgm:cxn modelId="{457561AC-E583-BE42-893B-31F88E62574B}" srcId="{814D1D4F-DBB6-284A-A816-988381B05DDB}" destId="{EC81F7CF-3F33-EC48-9AE3-BA8F6A2B9BE9}" srcOrd="5" destOrd="0" parTransId="{5276842D-B5A5-7D44-B926-EFE50E4E04B3}" sibTransId="{0BDD52C7-3FB3-8B41-A2C0-6E86F307BE6A}"/>
    <dgm:cxn modelId="{71647CBE-6C71-4E4B-9B5A-0B9E60C99DD0}" srcId="{814D1D4F-DBB6-284A-A816-988381B05DDB}" destId="{40B141B1-D1F0-814E-8D85-F937667FA06D}" srcOrd="2" destOrd="0" parTransId="{4C68FDB6-B012-534E-8F69-28682AB88A08}" sibTransId="{8CD3A874-30C1-944B-9748-3F83C40160E1}"/>
    <dgm:cxn modelId="{A3F438EC-C5C3-BB40-A82F-C910F09BECF6}" srcId="{814D1D4F-DBB6-284A-A816-988381B05DDB}" destId="{EC14CD58-EC40-8244-B83E-7C1D7408E7D4}" srcOrd="9" destOrd="0" parTransId="{669CD209-4D9A-B646-B888-16D21F47FC97}" sibTransId="{13D20B2A-6A2D-1D48-82BD-E6F2BD48F698}"/>
    <dgm:cxn modelId="{5487E9EC-4DF5-444D-ABDD-A2A3337BD4B0}" type="presOf" srcId="{89BE0933-308F-9942-82F3-05B05FE24A0F}" destId="{1C86723C-B665-EE4A-956C-C8DC7392F540}" srcOrd="0" destOrd="0" presId="urn:microsoft.com/office/officeart/2005/8/layout/default"/>
    <dgm:cxn modelId="{A680EAF7-F7A8-DB4C-A64D-D86925FABB35}" srcId="{814D1D4F-DBB6-284A-A816-988381B05DDB}" destId="{8BBA01F6-BBC8-8149-8275-B7D065EBE8D9}" srcOrd="8" destOrd="0" parTransId="{26B9D6FA-162B-BF4A-B8C5-ABC1A271C069}" sibTransId="{3508B49E-F9AC-CD47-BDB4-5B4200FD3C3B}"/>
    <dgm:cxn modelId="{CD12BE28-6806-486D-AC23-206578B151DD}" type="presParOf" srcId="{AE52F9E0-B841-134B-BBAF-A4CA2AEB03CD}" destId="{F6987C0B-E133-2244-A071-CF7B1719C9BF}" srcOrd="0" destOrd="0" presId="urn:microsoft.com/office/officeart/2005/8/layout/default"/>
    <dgm:cxn modelId="{3B654B41-AAC6-480F-A1C0-C2AD53EF59A4}" type="presParOf" srcId="{AE52F9E0-B841-134B-BBAF-A4CA2AEB03CD}" destId="{72442C7A-FFFF-1D40-BC45-E9A828398365}" srcOrd="1" destOrd="0" presId="urn:microsoft.com/office/officeart/2005/8/layout/default"/>
    <dgm:cxn modelId="{7CBDC684-3EFB-4EAC-AD61-DA6934DAB5DA}" type="presParOf" srcId="{AE52F9E0-B841-134B-BBAF-A4CA2AEB03CD}" destId="{14E00941-A449-9049-B0A0-979023E0FC76}" srcOrd="2" destOrd="0" presId="urn:microsoft.com/office/officeart/2005/8/layout/default"/>
    <dgm:cxn modelId="{3A090437-C498-4686-9128-26E5EAA7E2FB}" type="presParOf" srcId="{AE52F9E0-B841-134B-BBAF-A4CA2AEB03CD}" destId="{51100AB2-2AD9-A74D-AFDD-A0FF37F18197}" srcOrd="3" destOrd="0" presId="urn:microsoft.com/office/officeart/2005/8/layout/default"/>
    <dgm:cxn modelId="{E3F01275-2AAC-4CF0-9981-A46B8BF5C1BE}" type="presParOf" srcId="{AE52F9E0-B841-134B-BBAF-A4CA2AEB03CD}" destId="{FC751205-DFDC-5949-8FCD-1DE9ED134929}" srcOrd="4" destOrd="0" presId="urn:microsoft.com/office/officeart/2005/8/layout/default"/>
    <dgm:cxn modelId="{A314C156-A541-447D-A13D-95698849A8FD}" type="presParOf" srcId="{AE52F9E0-B841-134B-BBAF-A4CA2AEB03CD}" destId="{4154C7B4-5D7B-154D-B672-BA20659F1434}" srcOrd="5" destOrd="0" presId="urn:microsoft.com/office/officeart/2005/8/layout/default"/>
    <dgm:cxn modelId="{56A9D4A5-508E-4BFE-944B-EBB3953F5280}" type="presParOf" srcId="{AE52F9E0-B841-134B-BBAF-A4CA2AEB03CD}" destId="{1C86723C-B665-EE4A-956C-C8DC7392F540}" srcOrd="6" destOrd="0" presId="urn:microsoft.com/office/officeart/2005/8/layout/default"/>
    <dgm:cxn modelId="{61FBE06A-A308-4385-8478-2BA6A9A3B4DC}" type="presParOf" srcId="{AE52F9E0-B841-134B-BBAF-A4CA2AEB03CD}" destId="{A6991926-33A5-364E-9DD4-F2DFFCA9A4CE}" srcOrd="7" destOrd="0" presId="urn:microsoft.com/office/officeart/2005/8/layout/default"/>
    <dgm:cxn modelId="{0102AC25-5A04-482D-BB09-674C65DAAD79}" type="presParOf" srcId="{AE52F9E0-B841-134B-BBAF-A4CA2AEB03CD}" destId="{BA8C3BC1-C906-D240-8664-DAE2D7F956BD}" srcOrd="8" destOrd="0" presId="urn:microsoft.com/office/officeart/2005/8/layout/default"/>
    <dgm:cxn modelId="{07ADABEC-390F-4407-B5FF-1A2CA82EE897}" type="presParOf" srcId="{AE52F9E0-B841-134B-BBAF-A4CA2AEB03CD}" destId="{21820C42-3594-4546-A482-ADD0E7472A1C}" srcOrd="9" destOrd="0" presId="urn:microsoft.com/office/officeart/2005/8/layout/default"/>
    <dgm:cxn modelId="{D5ED2062-2EA2-427E-A0D3-0EAD8352602E}" type="presParOf" srcId="{AE52F9E0-B841-134B-BBAF-A4CA2AEB03CD}" destId="{70FA6915-8E7C-D742-8E74-5CD3A45D3302}" srcOrd="10" destOrd="0" presId="urn:microsoft.com/office/officeart/2005/8/layout/default"/>
    <dgm:cxn modelId="{246B1632-D831-4C8B-AB2F-5F8A910421C9}" type="presParOf" srcId="{AE52F9E0-B841-134B-BBAF-A4CA2AEB03CD}" destId="{9DDC040B-B11B-6344-B01F-B077E7DD977F}" srcOrd="11" destOrd="0" presId="urn:microsoft.com/office/officeart/2005/8/layout/default"/>
    <dgm:cxn modelId="{F671F667-FB7A-4805-8CBE-BDC905C713C9}" type="presParOf" srcId="{AE52F9E0-B841-134B-BBAF-A4CA2AEB03CD}" destId="{0936F2EF-D7BF-4A4D-8B10-C0C8BEA93D76}" srcOrd="12" destOrd="0" presId="urn:microsoft.com/office/officeart/2005/8/layout/default"/>
    <dgm:cxn modelId="{F3C16913-CB4C-4CD3-BF00-4EAB93D6C4D2}" type="presParOf" srcId="{AE52F9E0-B841-134B-BBAF-A4CA2AEB03CD}" destId="{47BF3919-8E5F-7C4C-8B3C-34A3ED9B99D2}" srcOrd="13" destOrd="0" presId="urn:microsoft.com/office/officeart/2005/8/layout/default"/>
    <dgm:cxn modelId="{8630A166-D859-4C9F-9E1E-8E58E847A55A}" type="presParOf" srcId="{AE52F9E0-B841-134B-BBAF-A4CA2AEB03CD}" destId="{50CF2041-3C5E-7B41-90B6-BE325C34A549}" srcOrd="14" destOrd="0" presId="urn:microsoft.com/office/officeart/2005/8/layout/default"/>
    <dgm:cxn modelId="{861513E0-02BD-4974-98D3-9927A705D389}" type="presParOf" srcId="{AE52F9E0-B841-134B-BBAF-A4CA2AEB03CD}" destId="{2DC1C6E3-2842-A048-9489-8B71E6B686C6}" srcOrd="15" destOrd="0" presId="urn:microsoft.com/office/officeart/2005/8/layout/default"/>
    <dgm:cxn modelId="{55DA46FF-FD4F-4B22-B515-69F587CC67BF}" type="presParOf" srcId="{AE52F9E0-B841-134B-BBAF-A4CA2AEB03CD}" destId="{39497545-F245-D34A-BA61-17A0C2C25839}" srcOrd="16" destOrd="0" presId="urn:microsoft.com/office/officeart/2005/8/layout/default"/>
    <dgm:cxn modelId="{575BD8D8-1767-4BA8-B125-4183091DAE9F}" type="presParOf" srcId="{AE52F9E0-B841-134B-BBAF-A4CA2AEB03CD}" destId="{AF53F09C-B432-3E47-A719-0D3893735651}" srcOrd="17" destOrd="0" presId="urn:microsoft.com/office/officeart/2005/8/layout/default"/>
    <dgm:cxn modelId="{11254825-BC33-424E-A2A6-94AA8803E0D9}" type="presParOf" srcId="{AE52F9E0-B841-134B-BBAF-A4CA2AEB03CD}" destId="{1EF2D90F-F27C-4A4A-B194-FD193AD3B59C}"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4D1D4F-DBB6-284A-A816-988381B05DDB}" type="doc">
      <dgm:prSet loTypeId="urn:microsoft.com/office/officeart/2005/8/layout/default" loCatId="" qsTypeId="urn:microsoft.com/office/officeart/2005/8/quickstyle/simple1" qsCatId="simple" csTypeId="urn:microsoft.com/office/officeart/2005/8/colors/colorful1" csCatId="colorful" phldr="1"/>
      <dgm:spPr/>
      <dgm:t>
        <a:bodyPr/>
        <a:lstStyle/>
        <a:p>
          <a:endParaRPr lang="en-US"/>
        </a:p>
      </dgm:t>
    </dgm:pt>
    <dgm:pt modelId="{89D7EE56-0788-664B-8780-B99F0AA86B23}">
      <dgm:prSet phldrT="[Text]"/>
      <dgm:spPr/>
      <dgm:t>
        <a:bodyPr/>
        <a:lstStyle/>
        <a:p>
          <a:r>
            <a:rPr lang="id-ID" dirty="0"/>
            <a:t>Bijaksana (hikmah,welas asih-wise)</a:t>
          </a:r>
          <a:endParaRPr lang="en-US" dirty="0"/>
        </a:p>
      </dgm:t>
    </dgm:pt>
    <dgm:pt modelId="{2774EEEF-E6C4-D04B-9D40-52A5FBAE5245}" type="parTrans" cxnId="{8EBDE03D-9555-FA4B-B957-9C79E347D124}">
      <dgm:prSet/>
      <dgm:spPr/>
      <dgm:t>
        <a:bodyPr/>
        <a:lstStyle/>
        <a:p>
          <a:endParaRPr lang="en-US"/>
        </a:p>
      </dgm:t>
    </dgm:pt>
    <dgm:pt modelId="{52FC252D-0B31-6540-9543-BA545AAD3421}" type="sibTrans" cxnId="{8EBDE03D-9555-FA4B-B957-9C79E347D124}">
      <dgm:prSet/>
      <dgm:spPr/>
      <dgm:t>
        <a:bodyPr/>
        <a:lstStyle/>
        <a:p>
          <a:endParaRPr lang="en-US"/>
        </a:p>
      </dgm:t>
    </dgm:pt>
    <dgm:pt modelId="{6E529E2E-451F-1A4C-8375-A88DCE8CFF05}">
      <dgm:prSet phldrT="[Text]"/>
      <dgm:spPr/>
      <dgm:t>
        <a:bodyPr/>
        <a:lstStyle/>
        <a:p>
          <a:r>
            <a:rPr lang="id-ID" b="1" i="0" u="none" dirty="0"/>
            <a:t>Religius </a:t>
          </a:r>
        </a:p>
        <a:p>
          <a:r>
            <a:rPr lang="id-ID" b="1" i="0" u="none" dirty="0"/>
            <a:t>Tekun beribadah</a:t>
          </a:r>
          <a:endParaRPr lang="en-US" dirty="0"/>
        </a:p>
      </dgm:t>
    </dgm:pt>
    <dgm:pt modelId="{1EE5146F-4E08-C848-B53E-5DD153BC65EE}" type="parTrans" cxnId="{629A1520-64AA-5A45-8263-E52B299A9C15}">
      <dgm:prSet/>
      <dgm:spPr/>
      <dgm:t>
        <a:bodyPr/>
        <a:lstStyle/>
        <a:p>
          <a:endParaRPr lang="en-US"/>
        </a:p>
      </dgm:t>
    </dgm:pt>
    <dgm:pt modelId="{654B2552-38A5-954B-8BC3-EA33D6990797}" type="sibTrans" cxnId="{629A1520-64AA-5A45-8263-E52B299A9C15}">
      <dgm:prSet/>
      <dgm:spPr/>
      <dgm:t>
        <a:bodyPr/>
        <a:lstStyle/>
        <a:p>
          <a:endParaRPr lang="en-US"/>
        </a:p>
      </dgm:t>
    </dgm:pt>
    <dgm:pt modelId="{40B141B1-D1F0-814E-8D85-F937667FA06D}">
      <dgm:prSet phldrT="[Text]"/>
      <dgm:spPr/>
      <dgm:t>
        <a:bodyPr/>
        <a:lstStyle/>
        <a:p>
          <a:r>
            <a:rPr lang="id-ID" dirty="0"/>
            <a:t>Moderat- wasathiyyah  (inklusif-terbuka)</a:t>
          </a:r>
          <a:endParaRPr lang="en-US" dirty="0"/>
        </a:p>
      </dgm:t>
    </dgm:pt>
    <dgm:pt modelId="{4C68FDB6-B012-534E-8F69-28682AB88A08}" type="parTrans" cxnId="{71647CBE-6C71-4E4B-9B5A-0B9E60C99DD0}">
      <dgm:prSet/>
      <dgm:spPr/>
      <dgm:t>
        <a:bodyPr/>
        <a:lstStyle/>
        <a:p>
          <a:endParaRPr lang="en-US"/>
        </a:p>
      </dgm:t>
    </dgm:pt>
    <dgm:pt modelId="{8CD3A874-30C1-944B-9748-3F83C40160E1}" type="sibTrans" cxnId="{71647CBE-6C71-4E4B-9B5A-0B9E60C99DD0}">
      <dgm:prSet/>
      <dgm:spPr/>
      <dgm:t>
        <a:bodyPr/>
        <a:lstStyle/>
        <a:p>
          <a:endParaRPr lang="en-US"/>
        </a:p>
      </dgm:t>
    </dgm:pt>
    <dgm:pt modelId="{89BE0933-308F-9942-82F3-05B05FE24A0F}">
      <dgm:prSet phldrT="[Text]"/>
      <dgm:spPr/>
      <dgm:t>
        <a:bodyPr/>
        <a:lstStyle/>
        <a:p>
          <a:r>
            <a:rPr lang="id-ID" dirty="0"/>
            <a:t>Baik dan mebaikkan (salihah-muslihah)</a:t>
          </a:r>
          <a:endParaRPr lang="en-US" dirty="0"/>
        </a:p>
      </dgm:t>
    </dgm:pt>
    <dgm:pt modelId="{85A5A43D-D344-DB41-BEAE-2E0768BA6553}" type="parTrans" cxnId="{08BE3A5E-27B0-DC4A-95CD-C065047BCFB4}">
      <dgm:prSet/>
      <dgm:spPr/>
      <dgm:t>
        <a:bodyPr/>
        <a:lstStyle/>
        <a:p>
          <a:endParaRPr lang="en-US"/>
        </a:p>
      </dgm:t>
    </dgm:pt>
    <dgm:pt modelId="{BCBF13F9-1707-8141-97B1-1F0524B8C227}" type="sibTrans" cxnId="{08BE3A5E-27B0-DC4A-95CD-C065047BCFB4}">
      <dgm:prSet/>
      <dgm:spPr/>
      <dgm:t>
        <a:bodyPr/>
        <a:lstStyle/>
        <a:p>
          <a:endParaRPr lang="en-US"/>
        </a:p>
      </dgm:t>
    </dgm:pt>
    <dgm:pt modelId="{AE879C67-8B14-684A-B7C3-327E9E589D4E}">
      <dgm:prSet phldrT="[Text]"/>
      <dgm:spPr/>
      <dgm:t>
        <a:bodyPr/>
        <a:lstStyle/>
        <a:p>
          <a:r>
            <a:rPr lang="id-ID" b="1" i="0" u="none" dirty="0"/>
            <a:t> </a:t>
          </a:r>
          <a:r>
            <a:rPr lang="id-ID" dirty="0"/>
            <a:t>Bertanggungjawab (mas’uliyyah-responsibility)</a:t>
          </a:r>
          <a:endParaRPr lang="en-US" dirty="0"/>
        </a:p>
      </dgm:t>
    </dgm:pt>
    <dgm:pt modelId="{F90DFE95-6F59-5144-9175-944D16BE3BF1}" type="parTrans" cxnId="{36BF9465-62B5-ED4D-80B9-980D63AF7DD9}">
      <dgm:prSet/>
      <dgm:spPr/>
      <dgm:t>
        <a:bodyPr/>
        <a:lstStyle/>
        <a:p>
          <a:endParaRPr lang="en-US"/>
        </a:p>
      </dgm:t>
    </dgm:pt>
    <dgm:pt modelId="{7533B9FD-725A-634F-83D0-D85384732304}" type="sibTrans" cxnId="{36BF9465-62B5-ED4D-80B9-980D63AF7DD9}">
      <dgm:prSet/>
      <dgm:spPr/>
      <dgm:t>
        <a:bodyPr/>
        <a:lstStyle/>
        <a:p>
          <a:endParaRPr lang="en-US"/>
        </a:p>
      </dgm:t>
    </dgm:pt>
    <dgm:pt modelId="{EC81F7CF-3F33-EC48-9AE3-BA8F6A2B9BE9}">
      <dgm:prSet phldrT="[Text]"/>
      <dgm:spPr/>
      <dgm:t>
        <a:bodyPr/>
        <a:lstStyle/>
        <a:p>
          <a:r>
            <a:rPr lang="id-ID" dirty="0"/>
            <a:t>Semangat menge</a:t>
          </a:r>
          <a:r>
            <a:rPr lang="en-US" dirty="0"/>
            <a:t>m</a:t>
          </a:r>
          <a:r>
            <a:rPr lang="id-ID" dirty="0"/>
            <a:t>bangkan diri</a:t>
          </a:r>
        </a:p>
        <a:p>
          <a:r>
            <a:rPr lang="id-ID" dirty="0"/>
            <a:t>(tarbiyatu an-nafsi wa al</a:t>
          </a:r>
          <a:r>
            <a:rPr lang="en-US" dirty="0"/>
            <a:t>’</a:t>
          </a:r>
          <a:r>
            <a:rPr lang="id-ID" dirty="0"/>
            <a:t> aqli) </a:t>
          </a:r>
          <a:endParaRPr lang="en-US" dirty="0"/>
        </a:p>
      </dgm:t>
    </dgm:pt>
    <dgm:pt modelId="{5276842D-B5A5-7D44-B926-EFE50E4E04B3}" type="parTrans" cxnId="{457561AC-E583-BE42-893B-31F88E62574B}">
      <dgm:prSet/>
      <dgm:spPr/>
      <dgm:t>
        <a:bodyPr/>
        <a:lstStyle/>
        <a:p>
          <a:endParaRPr lang="en-US"/>
        </a:p>
      </dgm:t>
    </dgm:pt>
    <dgm:pt modelId="{0BDD52C7-3FB3-8B41-A2C0-6E86F307BE6A}" type="sibTrans" cxnId="{457561AC-E583-BE42-893B-31F88E62574B}">
      <dgm:prSet/>
      <dgm:spPr/>
      <dgm:t>
        <a:bodyPr/>
        <a:lstStyle/>
        <a:p>
          <a:endParaRPr lang="en-US"/>
        </a:p>
      </dgm:t>
    </dgm:pt>
    <dgm:pt modelId="{AE52F9E0-B841-134B-BBAF-A4CA2AEB03CD}" type="pres">
      <dgm:prSet presAssocID="{814D1D4F-DBB6-284A-A816-988381B05DDB}" presName="diagram" presStyleCnt="0">
        <dgm:presLayoutVars>
          <dgm:dir/>
          <dgm:resizeHandles val="exact"/>
        </dgm:presLayoutVars>
      </dgm:prSet>
      <dgm:spPr/>
    </dgm:pt>
    <dgm:pt modelId="{F6987C0B-E133-2244-A071-CF7B1719C9BF}" type="pres">
      <dgm:prSet presAssocID="{89D7EE56-0788-664B-8780-B99F0AA86B23}" presName="node" presStyleLbl="node1" presStyleIdx="0" presStyleCnt="6">
        <dgm:presLayoutVars>
          <dgm:bulletEnabled val="1"/>
        </dgm:presLayoutVars>
      </dgm:prSet>
      <dgm:spPr/>
    </dgm:pt>
    <dgm:pt modelId="{72442C7A-FFFF-1D40-BC45-E9A828398365}" type="pres">
      <dgm:prSet presAssocID="{52FC252D-0B31-6540-9543-BA545AAD3421}" presName="sibTrans" presStyleCnt="0"/>
      <dgm:spPr/>
    </dgm:pt>
    <dgm:pt modelId="{14E00941-A449-9049-B0A0-979023E0FC76}" type="pres">
      <dgm:prSet presAssocID="{6E529E2E-451F-1A4C-8375-A88DCE8CFF05}" presName="node" presStyleLbl="node1" presStyleIdx="1" presStyleCnt="6">
        <dgm:presLayoutVars>
          <dgm:bulletEnabled val="1"/>
        </dgm:presLayoutVars>
      </dgm:prSet>
      <dgm:spPr/>
    </dgm:pt>
    <dgm:pt modelId="{51100AB2-2AD9-A74D-AFDD-A0FF37F18197}" type="pres">
      <dgm:prSet presAssocID="{654B2552-38A5-954B-8BC3-EA33D6990797}" presName="sibTrans" presStyleCnt="0"/>
      <dgm:spPr/>
    </dgm:pt>
    <dgm:pt modelId="{FC751205-DFDC-5949-8FCD-1DE9ED134929}" type="pres">
      <dgm:prSet presAssocID="{40B141B1-D1F0-814E-8D85-F937667FA06D}" presName="node" presStyleLbl="node1" presStyleIdx="2" presStyleCnt="6" custLinFactNeighborX="-5000" custLinFactNeighborY="-2929">
        <dgm:presLayoutVars>
          <dgm:bulletEnabled val="1"/>
        </dgm:presLayoutVars>
      </dgm:prSet>
      <dgm:spPr/>
    </dgm:pt>
    <dgm:pt modelId="{4154C7B4-5D7B-154D-B672-BA20659F1434}" type="pres">
      <dgm:prSet presAssocID="{8CD3A874-30C1-944B-9748-3F83C40160E1}" presName="sibTrans" presStyleCnt="0"/>
      <dgm:spPr/>
    </dgm:pt>
    <dgm:pt modelId="{1C86723C-B665-EE4A-956C-C8DC7392F540}" type="pres">
      <dgm:prSet presAssocID="{89BE0933-308F-9942-82F3-05B05FE24A0F}" presName="node" presStyleLbl="node1" presStyleIdx="3" presStyleCnt="6">
        <dgm:presLayoutVars>
          <dgm:bulletEnabled val="1"/>
        </dgm:presLayoutVars>
      </dgm:prSet>
      <dgm:spPr/>
    </dgm:pt>
    <dgm:pt modelId="{A6991926-33A5-364E-9DD4-F2DFFCA9A4CE}" type="pres">
      <dgm:prSet presAssocID="{BCBF13F9-1707-8141-97B1-1F0524B8C227}" presName="sibTrans" presStyleCnt="0"/>
      <dgm:spPr/>
    </dgm:pt>
    <dgm:pt modelId="{BA8C3BC1-C906-D240-8664-DAE2D7F956BD}" type="pres">
      <dgm:prSet presAssocID="{AE879C67-8B14-684A-B7C3-327E9E589D4E}" presName="node" presStyleLbl="node1" presStyleIdx="4" presStyleCnt="6">
        <dgm:presLayoutVars>
          <dgm:bulletEnabled val="1"/>
        </dgm:presLayoutVars>
      </dgm:prSet>
      <dgm:spPr/>
    </dgm:pt>
    <dgm:pt modelId="{21820C42-3594-4546-A482-ADD0E7472A1C}" type="pres">
      <dgm:prSet presAssocID="{7533B9FD-725A-634F-83D0-D85384732304}" presName="sibTrans" presStyleCnt="0"/>
      <dgm:spPr/>
    </dgm:pt>
    <dgm:pt modelId="{70FA6915-8E7C-D742-8E74-5CD3A45D3302}" type="pres">
      <dgm:prSet presAssocID="{EC81F7CF-3F33-EC48-9AE3-BA8F6A2B9BE9}" presName="node" presStyleLbl="node1" presStyleIdx="5" presStyleCnt="6">
        <dgm:presLayoutVars>
          <dgm:bulletEnabled val="1"/>
        </dgm:presLayoutVars>
      </dgm:prSet>
      <dgm:spPr/>
    </dgm:pt>
  </dgm:ptLst>
  <dgm:cxnLst>
    <dgm:cxn modelId="{629A1520-64AA-5A45-8263-E52B299A9C15}" srcId="{814D1D4F-DBB6-284A-A816-988381B05DDB}" destId="{6E529E2E-451F-1A4C-8375-A88DCE8CFF05}" srcOrd="1" destOrd="0" parTransId="{1EE5146F-4E08-C848-B53E-5DD153BC65EE}" sibTransId="{654B2552-38A5-954B-8BC3-EA33D6990797}"/>
    <dgm:cxn modelId="{8EBDE03D-9555-FA4B-B957-9C79E347D124}" srcId="{814D1D4F-DBB6-284A-A816-988381B05DDB}" destId="{89D7EE56-0788-664B-8780-B99F0AA86B23}" srcOrd="0" destOrd="0" parTransId="{2774EEEF-E6C4-D04B-9D40-52A5FBAE5245}" sibTransId="{52FC252D-0B31-6540-9543-BA545AAD3421}"/>
    <dgm:cxn modelId="{B7BD7949-A49F-4F68-BD90-C44CFCB78390}" type="presOf" srcId="{89BE0933-308F-9942-82F3-05B05FE24A0F}" destId="{1C86723C-B665-EE4A-956C-C8DC7392F540}" srcOrd="0" destOrd="0" presId="urn:microsoft.com/office/officeart/2005/8/layout/default"/>
    <dgm:cxn modelId="{63F0934C-DB85-4608-85B2-4D82336B8B14}" type="presOf" srcId="{40B141B1-D1F0-814E-8D85-F937667FA06D}" destId="{FC751205-DFDC-5949-8FCD-1DE9ED134929}" srcOrd="0" destOrd="0" presId="urn:microsoft.com/office/officeart/2005/8/layout/default"/>
    <dgm:cxn modelId="{08BE3A5E-27B0-DC4A-95CD-C065047BCFB4}" srcId="{814D1D4F-DBB6-284A-A816-988381B05DDB}" destId="{89BE0933-308F-9942-82F3-05B05FE24A0F}" srcOrd="3" destOrd="0" parTransId="{85A5A43D-D344-DB41-BEAE-2E0768BA6553}" sibTransId="{BCBF13F9-1707-8141-97B1-1F0524B8C227}"/>
    <dgm:cxn modelId="{44D38162-3622-408F-BBD4-F76D3841FEBA}" type="presOf" srcId="{AE879C67-8B14-684A-B7C3-327E9E589D4E}" destId="{BA8C3BC1-C906-D240-8664-DAE2D7F956BD}" srcOrd="0" destOrd="0" presId="urn:microsoft.com/office/officeart/2005/8/layout/default"/>
    <dgm:cxn modelId="{36BF9465-62B5-ED4D-80B9-980D63AF7DD9}" srcId="{814D1D4F-DBB6-284A-A816-988381B05DDB}" destId="{AE879C67-8B14-684A-B7C3-327E9E589D4E}" srcOrd="4" destOrd="0" parTransId="{F90DFE95-6F59-5144-9175-944D16BE3BF1}" sibTransId="{7533B9FD-725A-634F-83D0-D85384732304}"/>
    <dgm:cxn modelId="{57358190-4170-40B5-817F-9B124FAF141B}" type="presOf" srcId="{814D1D4F-DBB6-284A-A816-988381B05DDB}" destId="{AE52F9E0-B841-134B-BBAF-A4CA2AEB03CD}" srcOrd="0" destOrd="0" presId="urn:microsoft.com/office/officeart/2005/8/layout/default"/>
    <dgm:cxn modelId="{457561AC-E583-BE42-893B-31F88E62574B}" srcId="{814D1D4F-DBB6-284A-A816-988381B05DDB}" destId="{EC81F7CF-3F33-EC48-9AE3-BA8F6A2B9BE9}" srcOrd="5" destOrd="0" parTransId="{5276842D-B5A5-7D44-B926-EFE50E4E04B3}" sibTransId="{0BDD52C7-3FB3-8B41-A2C0-6E86F307BE6A}"/>
    <dgm:cxn modelId="{9FBB24B0-4FB0-4E97-B3B0-A6B4738E22F5}" type="presOf" srcId="{6E529E2E-451F-1A4C-8375-A88DCE8CFF05}" destId="{14E00941-A449-9049-B0A0-979023E0FC76}" srcOrd="0" destOrd="0" presId="urn:microsoft.com/office/officeart/2005/8/layout/default"/>
    <dgm:cxn modelId="{71647CBE-6C71-4E4B-9B5A-0B9E60C99DD0}" srcId="{814D1D4F-DBB6-284A-A816-988381B05DDB}" destId="{40B141B1-D1F0-814E-8D85-F937667FA06D}" srcOrd="2" destOrd="0" parTransId="{4C68FDB6-B012-534E-8F69-28682AB88A08}" sibTransId="{8CD3A874-30C1-944B-9748-3F83C40160E1}"/>
    <dgm:cxn modelId="{FC650FD7-ADD0-47D8-A2D8-1873C89F99FA}" type="presOf" srcId="{EC81F7CF-3F33-EC48-9AE3-BA8F6A2B9BE9}" destId="{70FA6915-8E7C-D742-8E74-5CD3A45D3302}" srcOrd="0" destOrd="0" presId="urn:microsoft.com/office/officeart/2005/8/layout/default"/>
    <dgm:cxn modelId="{FD4B71E5-D485-4D01-97B8-A48A9F169F73}" type="presOf" srcId="{89D7EE56-0788-664B-8780-B99F0AA86B23}" destId="{F6987C0B-E133-2244-A071-CF7B1719C9BF}" srcOrd="0" destOrd="0" presId="urn:microsoft.com/office/officeart/2005/8/layout/default"/>
    <dgm:cxn modelId="{D3BB15E3-9294-4B60-A8A9-8FE5CCF92257}" type="presParOf" srcId="{AE52F9E0-B841-134B-BBAF-A4CA2AEB03CD}" destId="{F6987C0B-E133-2244-A071-CF7B1719C9BF}" srcOrd="0" destOrd="0" presId="urn:microsoft.com/office/officeart/2005/8/layout/default"/>
    <dgm:cxn modelId="{2368690A-C52A-4180-9C0A-6081711D8322}" type="presParOf" srcId="{AE52F9E0-B841-134B-BBAF-A4CA2AEB03CD}" destId="{72442C7A-FFFF-1D40-BC45-E9A828398365}" srcOrd="1" destOrd="0" presId="urn:microsoft.com/office/officeart/2005/8/layout/default"/>
    <dgm:cxn modelId="{75F8AEE3-1473-4A17-8029-09991C236463}" type="presParOf" srcId="{AE52F9E0-B841-134B-BBAF-A4CA2AEB03CD}" destId="{14E00941-A449-9049-B0A0-979023E0FC76}" srcOrd="2" destOrd="0" presId="urn:microsoft.com/office/officeart/2005/8/layout/default"/>
    <dgm:cxn modelId="{4AD16133-ED13-4303-B77F-56A33976DC55}" type="presParOf" srcId="{AE52F9E0-B841-134B-BBAF-A4CA2AEB03CD}" destId="{51100AB2-2AD9-A74D-AFDD-A0FF37F18197}" srcOrd="3" destOrd="0" presId="urn:microsoft.com/office/officeart/2005/8/layout/default"/>
    <dgm:cxn modelId="{63BC73B4-4173-4E21-83BE-FBA622C8B8E6}" type="presParOf" srcId="{AE52F9E0-B841-134B-BBAF-A4CA2AEB03CD}" destId="{FC751205-DFDC-5949-8FCD-1DE9ED134929}" srcOrd="4" destOrd="0" presId="urn:microsoft.com/office/officeart/2005/8/layout/default"/>
    <dgm:cxn modelId="{08ED1BB4-04FF-4315-971E-4B07199B519C}" type="presParOf" srcId="{AE52F9E0-B841-134B-BBAF-A4CA2AEB03CD}" destId="{4154C7B4-5D7B-154D-B672-BA20659F1434}" srcOrd="5" destOrd="0" presId="urn:microsoft.com/office/officeart/2005/8/layout/default"/>
    <dgm:cxn modelId="{A7B32A9E-9407-4B98-A9F1-F23B33E84D28}" type="presParOf" srcId="{AE52F9E0-B841-134B-BBAF-A4CA2AEB03CD}" destId="{1C86723C-B665-EE4A-956C-C8DC7392F540}" srcOrd="6" destOrd="0" presId="urn:microsoft.com/office/officeart/2005/8/layout/default"/>
    <dgm:cxn modelId="{21487CA9-DEE1-4CAF-8CE8-8DDEB2525F17}" type="presParOf" srcId="{AE52F9E0-B841-134B-BBAF-A4CA2AEB03CD}" destId="{A6991926-33A5-364E-9DD4-F2DFFCA9A4CE}" srcOrd="7" destOrd="0" presId="urn:microsoft.com/office/officeart/2005/8/layout/default"/>
    <dgm:cxn modelId="{DCBEC5E9-31D4-446A-9B48-2C9445FE39DD}" type="presParOf" srcId="{AE52F9E0-B841-134B-BBAF-A4CA2AEB03CD}" destId="{BA8C3BC1-C906-D240-8664-DAE2D7F956BD}" srcOrd="8" destOrd="0" presId="urn:microsoft.com/office/officeart/2005/8/layout/default"/>
    <dgm:cxn modelId="{62FC2964-D517-4B83-A45D-73AAA3A6B536}" type="presParOf" srcId="{AE52F9E0-B841-134B-BBAF-A4CA2AEB03CD}" destId="{21820C42-3594-4546-A482-ADD0E7472A1C}" srcOrd="9" destOrd="0" presId="urn:microsoft.com/office/officeart/2005/8/layout/default"/>
    <dgm:cxn modelId="{8F119683-A28E-45C0-94BA-05521E083789}" type="presParOf" srcId="{AE52F9E0-B841-134B-BBAF-A4CA2AEB03CD}" destId="{70FA6915-8E7C-D742-8E74-5CD3A45D3302}"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987C0B-E133-2244-A071-CF7B1719C9BF}">
      <dsp:nvSpPr>
        <dsp:cNvPr id="0" name=""/>
        <dsp:cNvSpPr/>
      </dsp:nvSpPr>
      <dsp:spPr>
        <a:xfrm>
          <a:off x="2277" y="219174"/>
          <a:ext cx="1806475" cy="108388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d-ID" sz="1500" b="1" i="0" u="none" kern="1200" dirty="0"/>
            <a:t>Bijaksana, </a:t>
          </a:r>
          <a:r>
            <a:rPr lang="id-ID" sz="1500" b="0" i="0" u="none" kern="1200" dirty="0"/>
            <a:t>sederhana dan santun</a:t>
          </a:r>
          <a:endParaRPr lang="en-US" sz="1500" kern="1200" dirty="0"/>
        </a:p>
      </dsp:txBody>
      <dsp:txXfrm>
        <a:off x="2277" y="219174"/>
        <a:ext cx="1806475" cy="1083885"/>
      </dsp:txXfrm>
    </dsp:sp>
    <dsp:sp modelId="{14E00941-A449-9049-B0A0-979023E0FC76}">
      <dsp:nvSpPr>
        <dsp:cNvPr id="0" name=""/>
        <dsp:cNvSpPr/>
      </dsp:nvSpPr>
      <dsp:spPr>
        <a:xfrm>
          <a:off x="1989400" y="219174"/>
          <a:ext cx="1806475" cy="108388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d-ID" sz="1500" b="1" i="0" u="none" kern="1200"/>
            <a:t>Welas asih, </a:t>
          </a:r>
          <a:r>
            <a:rPr lang="id-ID" sz="1500" b="0" i="0" u="none" kern="1200"/>
            <a:t>memberikan kebaikan dimanapun</a:t>
          </a:r>
          <a:endParaRPr lang="en-US" sz="1500" kern="1200" dirty="0"/>
        </a:p>
      </dsp:txBody>
      <dsp:txXfrm>
        <a:off x="1989400" y="219174"/>
        <a:ext cx="1806475" cy="1083885"/>
      </dsp:txXfrm>
    </dsp:sp>
    <dsp:sp modelId="{FC751205-DFDC-5949-8FCD-1DE9ED134929}">
      <dsp:nvSpPr>
        <dsp:cNvPr id="0" name=""/>
        <dsp:cNvSpPr/>
      </dsp:nvSpPr>
      <dsp:spPr>
        <a:xfrm>
          <a:off x="3976523" y="219174"/>
          <a:ext cx="1806475" cy="108388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d-ID" sz="1500" b="1" i="0" u="none" kern="1200" dirty="0"/>
            <a:t>Bersih hatinya</a:t>
          </a:r>
          <a:endParaRPr lang="en-US" sz="1500" kern="1200" dirty="0"/>
        </a:p>
      </dsp:txBody>
      <dsp:txXfrm>
        <a:off x="3976523" y="219174"/>
        <a:ext cx="1806475" cy="1083885"/>
      </dsp:txXfrm>
    </dsp:sp>
    <dsp:sp modelId="{1C86723C-B665-EE4A-956C-C8DC7392F540}">
      <dsp:nvSpPr>
        <dsp:cNvPr id="0" name=""/>
        <dsp:cNvSpPr/>
      </dsp:nvSpPr>
      <dsp:spPr>
        <a:xfrm>
          <a:off x="5963647" y="219174"/>
          <a:ext cx="1806475" cy="108388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d-ID" sz="1500" b="1" i="0" u="none" kern="1200" dirty="0" err="1"/>
            <a:t>Taqiya</a:t>
          </a:r>
          <a:r>
            <a:rPr lang="id-ID" sz="1500" b="1" i="0" u="none" kern="1200" dirty="0"/>
            <a:t>-punya daya tahan dan juang, </a:t>
          </a:r>
          <a:r>
            <a:rPr lang="id-ID" sz="1500" b="0" i="0" u="none" kern="1200" dirty="0"/>
            <a:t>belajar sungguh-sungguh, </a:t>
          </a:r>
          <a:endParaRPr lang="en-US" sz="1500" kern="1200" dirty="0"/>
        </a:p>
      </dsp:txBody>
      <dsp:txXfrm>
        <a:off x="5963647" y="219174"/>
        <a:ext cx="1806475" cy="1083885"/>
      </dsp:txXfrm>
    </dsp:sp>
    <dsp:sp modelId="{BA8C3BC1-C906-D240-8664-DAE2D7F956BD}">
      <dsp:nvSpPr>
        <dsp:cNvPr id="0" name=""/>
        <dsp:cNvSpPr/>
      </dsp:nvSpPr>
      <dsp:spPr>
        <a:xfrm>
          <a:off x="2277" y="1483707"/>
          <a:ext cx="1806475" cy="108388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d-ID" sz="1500" b="1" i="0" u="none" kern="1200" dirty="0"/>
            <a:t> Berbuat baik kepada orang tua sekalipun beda agama</a:t>
          </a:r>
          <a:endParaRPr lang="en-US" sz="1500" kern="1200" dirty="0"/>
        </a:p>
      </dsp:txBody>
      <dsp:txXfrm>
        <a:off x="2277" y="1483707"/>
        <a:ext cx="1806475" cy="1083885"/>
      </dsp:txXfrm>
    </dsp:sp>
    <dsp:sp modelId="{70FA6915-8E7C-D742-8E74-5CD3A45D3302}">
      <dsp:nvSpPr>
        <dsp:cNvPr id="0" name=""/>
        <dsp:cNvSpPr/>
      </dsp:nvSpPr>
      <dsp:spPr>
        <a:xfrm>
          <a:off x="1989400" y="1483707"/>
          <a:ext cx="1806475" cy="108388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d-ID" sz="1500" b="1" i="0" u="none" kern="1200" dirty="0"/>
            <a:t>Tidak sombong dan angkuh</a:t>
          </a:r>
          <a:endParaRPr lang="en-US" sz="1500" kern="1200" dirty="0"/>
        </a:p>
      </dsp:txBody>
      <dsp:txXfrm>
        <a:off x="1989400" y="1483707"/>
        <a:ext cx="1806475" cy="1083885"/>
      </dsp:txXfrm>
    </dsp:sp>
    <dsp:sp modelId="{0936F2EF-D7BF-4A4D-8B10-C0C8BEA93D76}">
      <dsp:nvSpPr>
        <dsp:cNvPr id="0" name=""/>
        <dsp:cNvSpPr/>
      </dsp:nvSpPr>
      <dsp:spPr>
        <a:xfrm>
          <a:off x="3976523" y="1483707"/>
          <a:ext cx="1806475" cy="108388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d-ID" sz="1500" b="0" i="0" u="none" kern="1200" dirty="0"/>
            <a:t>Menyadari sebagai hamba, tekun ibadah –</a:t>
          </a:r>
          <a:r>
            <a:rPr lang="id-ID" sz="1500" b="0" i="0" u="none" kern="1200" dirty="0" err="1"/>
            <a:t>shalat</a:t>
          </a:r>
          <a:r>
            <a:rPr lang="id-ID" sz="1500" b="0" i="0" u="none" kern="1200" dirty="0"/>
            <a:t> dan zakat</a:t>
          </a:r>
          <a:endParaRPr lang="en-ID" sz="1500" b="0" i="0" u="none" kern="1200" dirty="0"/>
        </a:p>
      </dsp:txBody>
      <dsp:txXfrm>
        <a:off x="3976523" y="1483707"/>
        <a:ext cx="1806475" cy="1083885"/>
      </dsp:txXfrm>
    </dsp:sp>
    <dsp:sp modelId="{50CF2041-3C5E-7B41-90B6-BE325C34A549}">
      <dsp:nvSpPr>
        <dsp:cNvPr id="0" name=""/>
        <dsp:cNvSpPr/>
      </dsp:nvSpPr>
      <dsp:spPr>
        <a:xfrm>
          <a:off x="5963647" y="1483707"/>
          <a:ext cx="1806475" cy="108388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d-ID" sz="1500" b="0" i="0" u="none" kern="1200" dirty="0"/>
            <a:t>Tidak menyekutukan </a:t>
          </a:r>
          <a:r>
            <a:rPr lang="en-US" sz="1500" b="0" i="0" u="none" kern="1200" dirty="0"/>
            <a:t>A</a:t>
          </a:r>
          <a:r>
            <a:rPr lang="id-ID" sz="1500" b="0" i="0" u="none" kern="1200" dirty="0"/>
            <a:t>llah</a:t>
          </a:r>
          <a:endParaRPr lang="en-ID" sz="1500" b="0" i="0" u="none" kern="1200" dirty="0"/>
        </a:p>
      </dsp:txBody>
      <dsp:txXfrm>
        <a:off x="5963647" y="1483707"/>
        <a:ext cx="1806475" cy="1083885"/>
      </dsp:txXfrm>
    </dsp:sp>
    <dsp:sp modelId="{39497545-F245-D34A-BA61-17A0C2C25839}">
      <dsp:nvSpPr>
        <dsp:cNvPr id="0" name=""/>
        <dsp:cNvSpPr/>
      </dsp:nvSpPr>
      <dsp:spPr>
        <a:xfrm>
          <a:off x="1989400" y="2748240"/>
          <a:ext cx="1806475" cy="108388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d-ID" sz="1500" b="0" i="0" u="none" kern="1200" dirty="0"/>
            <a:t>Bertanggungjawab atas </a:t>
          </a:r>
          <a:r>
            <a:rPr lang="id-ID" sz="1500" b="0" i="0" u="none" kern="1200" dirty="0" err="1"/>
            <a:t>apapun</a:t>
          </a:r>
          <a:r>
            <a:rPr lang="id-ID" sz="1500" b="0" i="0" u="none" kern="1200" dirty="0"/>
            <a:t> yang telah dilakukan</a:t>
          </a:r>
          <a:endParaRPr lang="en-ID" sz="1500" b="0" i="0" u="none" kern="1200" dirty="0"/>
        </a:p>
      </dsp:txBody>
      <dsp:txXfrm>
        <a:off x="1989400" y="2748240"/>
        <a:ext cx="1806475" cy="1083885"/>
      </dsp:txXfrm>
    </dsp:sp>
    <dsp:sp modelId="{1EF2D90F-F27C-4A4A-B194-FD193AD3B59C}">
      <dsp:nvSpPr>
        <dsp:cNvPr id="0" name=""/>
        <dsp:cNvSpPr/>
      </dsp:nvSpPr>
      <dsp:spPr>
        <a:xfrm>
          <a:off x="3976523" y="2748240"/>
          <a:ext cx="1806475" cy="108388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d-ID" sz="1500" b="0" i="0" u="none" kern="1200" dirty="0"/>
            <a:t>Berani menyuarakan kebenaran, sabar </a:t>
          </a:r>
          <a:endParaRPr lang="en-ID" sz="1500" b="0" i="0" u="none" kern="1200" dirty="0"/>
        </a:p>
      </dsp:txBody>
      <dsp:txXfrm>
        <a:off x="3976523" y="2748240"/>
        <a:ext cx="1806475" cy="10838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987C0B-E133-2244-A071-CF7B1719C9BF}">
      <dsp:nvSpPr>
        <dsp:cNvPr id="0" name=""/>
        <dsp:cNvSpPr/>
      </dsp:nvSpPr>
      <dsp:spPr>
        <a:xfrm>
          <a:off x="0" y="446881"/>
          <a:ext cx="2428875" cy="145732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d-ID" sz="1800" kern="1200" dirty="0"/>
            <a:t>Bijaksana (hikmah,welas asih-wise)</a:t>
          </a:r>
          <a:endParaRPr lang="en-US" sz="1800" kern="1200" dirty="0"/>
        </a:p>
      </dsp:txBody>
      <dsp:txXfrm>
        <a:off x="0" y="446881"/>
        <a:ext cx="2428875" cy="1457324"/>
      </dsp:txXfrm>
    </dsp:sp>
    <dsp:sp modelId="{14E00941-A449-9049-B0A0-979023E0FC76}">
      <dsp:nvSpPr>
        <dsp:cNvPr id="0" name=""/>
        <dsp:cNvSpPr/>
      </dsp:nvSpPr>
      <dsp:spPr>
        <a:xfrm>
          <a:off x="2671762" y="446881"/>
          <a:ext cx="2428875" cy="145732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d-ID" sz="1800" b="1" i="0" u="none" kern="1200" dirty="0"/>
            <a:t>Religius </a:t>
          </a:r>
        </a:p>
        <a:p>
          <a:pPr marL="0" lvl="0" indent="0" algn="ctr" defTabSz="800100">
            <a:lnSpc>
              <a:spcPct val="90000"/>
            </a:lnSpc>
            <a:spcBef>
              <a:spcPct val="0"/>
            </a:spcBef>
            <a:spcAft>
              <a:spcPct val="35000"/>
            </a:spcAft>
            <a:buNone/>
          </a:pPr>
          <a:r>
            <a:rPr lang="id-ID" sz="1800" b="1" i="0" u="none" kern="1200" dirty="0"/>
            <a:t>Tekun beribadah</a:t>
          </a:r>
          <a:endParaRPr lang="en-US" sz="1800" kern="1200" dirty="0"/>
        </a:p>
      </dsp:txBody>
      <dsp:txXfrm>
        <a:off x="2671762" y="446881"/>
        <a:ext cx="2428875" cy="1457324"/>
      </dsp:txXfrm>
    </dsp:sp>
    <dsp:sp modelId="{FC751205-DFDC-5949-8FCD-1DE9ED134929}">
      <dsp:nvSpPr>
        <dsp:cNvPr id="0" name=""/>
        <dsp:cNvSpPr/>
      </dsp:nvSpPr>
      <dsp:spPr>
        <a:xfrm>
          <a:off x="5222081" y="404196"/>
          <a:ext cx="2428875" cy="145732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d-ID" sz="1800" kern="1200" dirty="0"/>
            <a:t>Moderat- wasathiyyah  (inklusif-terbuka)</a:t>
          </a:r>
          <a:endParaRPr lang="en-US" sz="1800" kern="1200" dirty="0"/>
        </a:p>
      </dsp:txBody>
      <dsp:txXfrm>
        <a:off x="5222081" y="404196"/>
        <a:ext cx="2428875" cy="1457324"/>
      </dsp:txXfrm>
    </dsp:sp>
    <dsp:sp modelId="{1C86723C-B665-EE4A-956C-C8DC7392F540}">
      <dsp:nvSpPr>
        <dsp:cNvPr id="0" name=""/>
        <dsp:cNvSpPr/>
      </dsp:nvSpPr>
      <dsp:spPr>
        <a:xfrm>
          <a:off x="0" y="2147093"/>
          <a:ext cx="2428875" cy="145732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d-ID" sz="1800" kern="1200" dirty="0"/>
            <a:t>Baik dan mebaikkan (salihah-muslihah)</a:t>
          </a:r>
          <a:endParaRPr lang="en-US" sz="1800" kern="1200" dirty="0"/>
        </a:p>
      </dsp:txBody>
      <dsp:txXfrm>
        <a:off x="0" y="2147093"/>
        <a:ext cx="2428875" cy="1457324"/>
      </dsp:txXfrm>
    </dsp:sp>
    <dsp:sp modelId="{BA8C3BC1-C906-D240-8664-DAE2D7F956BD}">
      <dsp:nvSpPr>
        <dsp:cNvPr id="0" name=""/>
        <dsp:cNvSpPr/>
      </dsp:nvSpPr>
      <dsp:spPr>
        <a:xfrm>
          <a:off x="2671762" y="2147093"/>
          <a:ext cx="2428875" cy="145732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d-ID" sz="1800" b="1" i="0" u="none" kern="1200" dirty="0"/>
            <a:t> </a:t>
          </a:r>
          <a:r>
            <a:rPr lang="id-ID" sz="1800" kern="1200" dirty="0"/>
            <a:t>Bertanggungjawab (mas’uliyyah-responsibility)</a:t>
          </a:r>
          <a:endParaRPr lang="en-US" sz="1800" kern="1200" dirty="0"/>
        </a:p>
      </dsp:txBody>
      <dsp:txXfrm>
        <a:off x="2671762" y="2147093"/>
        <a:ext cx="2428875" cy="1457324"/>
      </dsp:txXfrm>
    </dsp:sp>
    <dsp:sp modelId="{70FA6915-8E7C-D742-8E74-5CD3A45D3302}">
      <dsp:nvSpPr>
        <dsp:cNvPr id="0" name=""/>
        <dsp:cNvSpPr/>
      </dsp:nvSpPr>
      <dsp:spPr>
        <a:xfrm>
          <a:off x="5343525" y="2147093"/>
          <a:ext cx="2428875" cy="145732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d-ID" sz="1800" kern="1200" dirty="0"/>
            <a:t>Semangat menge</a:t>
          </a:r>
          <a:r>
            <a:rPr lang="en-US" sz="1800" kern="1200" dirty="0"/>
            <a:t>m</a:t>
          </a:r>
          <a:r>
            <a:rPr lang="id-ID" sz="1800" kern="1200" dirty="0"/>
            <a:t>bangkan diri</a:t>
          </a:r>
        </a:p>
        <a:p>
          <a:pPr marL="0" lvl="0" indent="0" algn="ctr" defTabSz="800100">
            <a:lnSpc>
              <a:spcPct val="90000"/>
            </a:lnSpc>
            <a:spcBef>
              <a:spcPct val="0"/>
            </a:spcBef>
            <a:spcAft>
              <a:spcPct val="35000"/>
            </a:spcAft>
            <a:buNone/>
          </a:pPr>
          <a:r>
            <a:rPr lang="id-ID" sz="1800" kern="1200" dirty="0"/>
            <a:t>(tarbiyatu an-nafsi wa al</a:t>
          </a:r>
          <a:r>
            <a:rPr lang="en-US" sz="1800" kern="1200" dirty="0"/>
            <a:t>’</a:t>
          </a:r>
          <a:r>
            <a:rPr lang="id-ID" sz="1800" kern="1200" dirty="0"/>
            <a:t> aqli) </a:t>
          </a:r>
          <a:endParaRPr lang="en-US" sz="1800" kern="1200" dirty="0"/>
        </a:p>
      </dsp:txBody>
      <dsp:txXfrm>
        <a:off x="5343525" y="2147093"/>
        <a:ext cx="2428875" cy="145732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B1CBE1-6123-407C-BA45-511055B2E9F5}" type="datetimeFigureOut">
              <a:rPr lang="id-ID" smtClean="0"/>
              <a:t>14/02/23</a:t>
            </a:fld>
            <a:endParaRPr lang="id-ID"/>
          </a:p>
        </p:txBody>
      </p:sp>
      <p:sp>
        <p:nvSpPr>
          <p:cNvPr id="5" name="Footer Placeholder 4"/>
          <p:cNvSpPr>
            <a:spLocks noGrp="1"/>
          </p:cNvSpPr>
          <p:nvPr>
            <p:ph type="ftr" sz="quarter" idx="11"/>
          </p:nvPr>
        </p:nvSpPr>
        <p:spPr>
          <a:xfrm>
            <a:off x="812805" y="6272785"/>
            <a:ext cx="4745736" cy="365125"/>
          </a:xfrm>
        </p:spPr>
        <p:txBody>
          <a:bodyPr/>
          <a:lstStyle/>
          <a:p>
            <a:endParaRPr lang="id-ID"/>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D900889C-42A8-416F-A1BA-4EC1FA0D35C3}" type="slidenum">
              <a:rPr lang="id-ID" smtClean="0"/>
              <a:t>‹#›</a:t>
            </a:fld>
            <a:endParaRPr lang="id-ID"/>
          </a:p>
        </p:txBody>
      </p:sp>
    </p:spTree>
    <p:extLst>
      <p:ext uri="{BB962C8B-B14F-4D97-AF65-F5344CB8AC3E}">
        <p14:creationId xmlns:p14="http://schemas.microsoft.com/office/powerpoint/2010/main" val="2803739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B1CBE1-6123-407C-BA45-511055B2E9F5}" type="datetimeFigureOut">
              <a:rPr lang="id-ID" smtClean="0"/>
              <a:t>14/02/23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D900889C-42A8-416F-A1BA-4EC1FA0D35C3}" type="slidenum">
              <a:rPr lang="id-ID" smtClean="0"/>
              <a:t>‹#›</a:t>
            </a:fld>
            <a:endParaRPr lang="id-ID"/>
          </a:p>
        </p:txBody>
      </p:sp>
    </p:spTree>
    <p:extLst>
      <p:ext uri="{BB962C8B-B14F-4D97-AF65-F5344CB8AC3E}">
        <p14:creationId xmlns:p14="http://schemas.microsoft.com/office/powerpoint/2010/main" val="873436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BFB1CBE1-6123-407C-BA45-511055B2E9F5}" type="datetimeFigureOut">
              <a:rPr lang="id-ID" smtClean="0"/>
              <a:t>14/02/23</a:t>
            </a:fld>
            <a:endParaRPr lang="id-ID"/>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id-ID"/>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D900889C-42A8-416F-A1BA-4EC1FA0D35C3}" type="slidenum">
              <a:rPr lang="id-ID" smtClean="0"/>
              <a:t>‹#›</a:t>
            </a:fld>
            <a:endParaRPr lang="id-ID"/>
          </a:p>
        </p:txBody>
      </p:sp>
    </p:spTree>
    <p:extLst>
      <p:ext uri="{BB962C8B-B14F-4D97-AF65-F5344CB8AC3E}">
        <p14:creationId xmlns:p14="http://schemas.microsoft.com/office/powerpoint/2010/main" val="3652389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B1CBE1-6123-407C-BA45-511055B2E9F5}" type="datetimeFigureOut">
              <a:rPr lang="id-ID" smtClean="0"/>
              <a:t>14/02/23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D900889C-42A8-416F-A1BA-4EC1FA0D35C3}" type="slidenum">
              <a:rPr lang="id-ID" smtClean="0"/>
              <a:t>‹#›</a:t>
            </a:fld>
            <a:endParaRPr lang="id-ID"/>
          </a:p>
        </p:txBody>
      </p:sp>
    </p:spTree>
    <p:extLst>
      <p:ext uri="{BB962C8B-B14F-4D97-AF65-F5344CB8AC3E}">
        <p14:creationId xmlns:p14="http://schemas.microsoft.com/office/powerpoint/2010/main" val="1662924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B1CBE1-6123-407C-BA45-511055B2E9F5}" type="datetimeFigureOut">
              <a:rPr lang="id-ID" smtClean="0"/>
              <a:t>14/02/23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D900889C-42A8-416F-A1BA-4EC1FA0D35C3}" type="slidenum">
              <a:rPr lang="id-ID" smtClean="0"/>
              <a:t>‹#›</a:t>
            </a:fld>
            <a:endParaRPr lang="id-ID"/>
          </a:p>
        </p:txBody>
      </p:sp>
    </p:spTree>
    <p:extLst>
      <p:ext uri="{BB962C8B-B14F-4D97-AF65-F5344CB8AC3E}">
        <p14:creationId xmlns:p14="http://schemas.microsoft.com/office/powerpoint/2010/main" val="2077828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BFB1CBE1-6123-407C-BA45-511055B2E9F5}" type="datetimeFigureOut">
              <a:rPr lang="id-ID" smtClean="0"/>
              <a:t>14/02/23</a:t>
            </a:fld>
            <a:endParaRPr lang="id-ID"/>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id-ID"/>
          </a:p>
        </p:txBody>
      </p:sp>
      <p:sp>
        <p:nvSpPr>
          <p:cNvPr id="5" name="Slide Number Placeholder 4"/>
          <p:cNvSpPr>
            <a:spLocks noGrp="1"/>
          </p:cNvSpPr>
          <p:nvPr>
            <p:ph type="sldNum" sz="quarter" idx="12"/>
          </p:nvPr>
        </p:nvSpPr>
        <p:spPr/>
        <p:txBody>
          <a:bodyPr/>
          <a:lstStyle/>
          <a:p>
            <a:fld id="{D900889C-42A8-416F-A1BA-4EC1FA0D35C3}" type="slidenum">
              <a:rPr lang="id-ID" smtClean="0"/>
              <a:t>‹#›</a:t>
            </a:fld>
            <a:endParaRPr lang="id-ID"/>
          </a:p>
        </p:txBody>
      </p:sp>
    </p:spTree>
    <p:extLst>
      <p:ext uri="{BB962C8B-B14F-4D97-AF65-F5344CB8AC3E}">
        <p14:creationId xmlns:p14="http://schemas.microsoft.com/office/powerpoint/2010/main" val="805875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B1CBE1-6123-407C-BA45-511055B2E9F5}" type="datetimeFigureOut">
              <a:rPr lang="id-ID" smtClean="0"/>
              <a:t>14/02/23</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D900889C-42A8-416F-A1BA-4EC1FA0D35C3}" type="slidenum">
              <a:rPr lang="id-ID" smtClean="0"/>
              <a:t>‹#›</a:t>
            </a:fld>
            <a:endParaRPr lang="id-ID"/>
          </a:p>
        </p:txBody>
      </p:sp>
    </p:spTree>
    <p:extLst>
      <p:ext uri="{BB962C8B-B14F-4D97-AF65-F5344CB8AC3E}">
        <p14:creationId xmlns:p14="http://schemas.microsoft.com/office/powerpoint/2010/main" val="1708863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BFB1CBE1-6123-407C-BA45-511055B2E9F5}" type="datetimeFigureOut">
              <a:rPr lang="id-ID" smtClean="0"/>
              <a:t>14/02/23</a:t>
            </a:fld>
            <a:endParaRPr lang="id-ID"/>
          </a:p>
        </p:txBody>
      </p:sp>
      <p:sp>
        <p:nvSpPr>
          <p:cNvPr id="10" name="Footer Placeholder 9"/>
          <p:cNvSpPr>
            <a:spLocks noGrp="1"/>
          </p:cNvSpPr>
          <p:nvPr>
            <p:ph type="ftr" sz="quarter" idx="11"/>
          </p:nvPr>
        </p:nvSpPr>
        <p:spPr/>
        <p:txBody>
          <a:bodyPr/>
          <a:lstStyle/>
          <a:p>
            <a:endParaRPr lang="id-ID"/>
          </a:p>
        </p:txBody>
      </p:sp>
      <p:sp>
        <p:nvSpPr>
          <p:cNvPr id="11" name="Slide Number Placeholder 10"/>
          <p:cNvSpPr>
            <a:spLocks noGrp="1"/>
          </p:cNvSpPr>
          <p:nvPr>
            <p:ph type="sldNum" sz="quarter" idx="12"/>
          </p:nvPr>
        </p:nvSpPr>
        <p:spPr/>
        <p:txBody>
          <a:bodyPr/>
          <a:lstStyle/>
          <a:p>
            <a:fld id="{D900889C-42A8-416F-A1BA-4EC1FA0D35C3}" type="slidenum">
              <a:rPr lang="id-ID" smtClean="0"/>
              <a:t>‹#›</a:t>
            </a:fld>
            <a:endParaRPr lang="id-ID"/>
          </a:p>
        </p:txBody>
      </p:sp>
    </p:spTree>
    <p:extLst>
      <p:ext uri="{BB962C8B-B14F-4D97-AF65-F5344CB8AC3E}">
        <p14:creationId xmlns:p14="http://schemas.microsoft.com/office/powerpoint/2010/main" val="2525460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BFB1CBE1-6123-407C-BA45-511055B2E9F5}" type="datetimeFigureOut">
              <a:rPr lang="id-ID" smtClean="0"/>
              <a:t>14/02/23</a:t>
            </a:fld>
            <a:endParaRPr lang="id-ID"/>
          </a:p>
        </p:txBody>
      </p:sp>
      <p:sp>
        <p:nvSpPr>
          <p:cNvPr id="10" name="Slide Number Placeholder 9"/>
          <p:cNvSpPr>
            <a:spLocks noGrp="1"/>
          </p:cNvSpPr>
          <p:nvPr>
            <p:ph type="sldNum" sz="quarter" idx="12"/>
          </p:nvPr>
        </p:nvSpPr>
        <p:spPr/>
        <p:txBody>
          <a:bodyPr/>
          <a:lstStyle/>
          <a:p>
            <a:fld id="{D900889C-42A8-416F-A1BA-4EC1FA0D35C3}" type="slidenum">
              <a:rPr lang="id-ID" smtClean="0"/>
              <a:t>‹#›</a:t>
            </a:fld>
            <a:endParaRPr lang="id-ID"/>
          </a:p>
        </p:txBody>
      </p:sp>
    </p:spTree>
    <p:extLst>
      <p:ext uri="{BB962C8B-B14F-4D97-AF65-F5344CB8AC3E}">
        <p14:creationId xmlns:p14="http://schemas.microsoft.com/office/powerpoint/2010/main" val="3908857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B1CBE1-6123-407C-BA45-511055B2E9F5}" type="datetimeFigureOut">
              <a:rPr lang="id-ID" smtClean="0"/>
              <a:t>14/02/23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D900889C-42A8-416F-A1BA-4EC1FA0D35C3}" type="slidenum">
              <a:rPr lang="id-ID" smtClean="0"/>
              <a:t>‹#›</a:t>
            </a:fld>
            <a:endParaRPr lang="id-ID"/>
          </a:p>
        </p:txBody>
      </p:sp>
    </p:spTree>
    <p:extLst>
      <p:ext uri="{BB962C8B-B14F-4D97-AF65-F5344CB8AC3E}">
        <p14:creationId xmlns:p14="http://schemas.microsoft.com/office/powerpoint/2010/main" val="3169950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B1CBE1-6123-407C-BA45-511055B2E9F5}" type="datetimeFigureOut">
              <a:rPr lang="id-ID" smtClean="0"/>
              <a:t>14/02/23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D900889C-42A8-416F-A1BA-4EC1FA0D35C3}" type="slidenum">
              <a:rPr lang="id-ID" smtClean="0"/>
              <a:t>‹#›</a:t>
            </a:fld>
            <a:endParaRPr lang="id-ID"/>
          </a:p>
        </p:txBody>
      </p:sp>
    </p:spTree>
    <p:extLst>
      <p:ext uri="{BB962C8B-B14F-4D97-AF65-F5344CB8AC3E}">
        <p14:creationId xmlns:p14="http://schemas.microsoft.com/office/powerpoint/2010/main" val="3855764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BFB1CBE1-6123-407C-BA45-511055B2E9F5}" type="datetimeFigureOut">
              <a:rPr lang="id-ID" smtClean="0"/>
              <a:t>14/02/23</a:t>
            </a:fld>
            <a:endParaRPr lang="id-ID"/>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id-ID"/>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D900889C-42A8-416F-A1BA-4EC1FA0D35C3}" type="slidenum">
              <a:rPr lang="id-ID" smtClean="0"/>
              <a:t>‹#›</a:t>
            </a:fld>
            <a:endParaRPr lang="id-ID"/>
          </a:p>
        </p:txBody>
      </p:sp>
    </p:spTree>
    <p:extLst>
      <p:ext uri="{BB962C8B-B14F-4D97-AF65-F5344CB8AC3E}">
        <p14:creationId xmlns:p14="http://schemas.microsoft.com/office/powerpoint/2010/main" val="259689882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id-ID" dirty="0"/>
              <a:t>RQQ</a:t>
            </a:r>
            <a:r>
              <a:rPr lang="en-US" dirty="0"/>
              <a:t> </a:t>
            </a:r>
            <a:br>
              <a:rPr lang="en-US" dirty="0"/>
            </a:br>
            <a:r>
              <a:rPr lang="en-US" dirty="0"/>
              <a:t>(</a:t>
            </a:r>
            <a:r>
              <a:rPr lang="en-US" dirty="0" err="1"/>
              <a:t>Remaja</a:t>
            </a:r>
            <a:r>
              <a:rPr lang="en-US" dirty="0"/>
              <a:t> </a:t>
            </a:r>
            <a:r>
              <a:rPr lang="en-US" dirty="0" err="1"/>
              <a:t>Qeren</a:t>
            </a:r>
            <a:r>
              <a:rPr lang="en-US" dirty="0"/>
              <a:t> </a:t>
            </a:r>
            <a:r>
              <a:rPr lang="en-US" dirty="0" err="1"/>
              <a:t>Qur’ani</a:t>
            </a:r>
            <a:r>
              <a:rPr lang="en-US" dirty="0"/>
              <a:t>)</a:t>
            </a:r>
            <a:endParaRPr lang="id-ID" dirty="0"/>
          </a:p>
        </p:txBody>
      </p:sp>
      <p:sp>
        <p:nvSpPr>
          <p:cNvPr id="3" name="Subtitle 2"/>
          <p:cNvSpPr>
            <a:spLocks noGrp="1"/>
          </p:cNvSpPr>
          <p:nvPr>
            <p:ph type="subTitle" idx="1"/>
          </p:nvPr>
        </p:nvSpPr>
        <p:spPr/>
        <p:txBody>
          <a:bodyPr/>
          <a:lstStyle/>
          <a:p>
            <a:r>
              <a:rPr lang="en-US" dirty="0"/>
              <a:t>Tim </a:t>
            </a:r>
            <a:r>
              <a:rPr lang="en-US" dirty="0" err="1"/>
              <a:t>Instruktur</a:t>
            </a:r>
            <a:r>
              <a:rPr lang="en-US" dirty="0"/>
              <a:t> Nasional</a:t>
            </a:r>
            <a:endParaRPr lang="id-ID" dirty="0"/>
          </a:p>
        </p:txBody>
      </p:sp>
    </p:spTree>
    <p:extLst>
      <p:ext uri="{BB962C8B-B14F-4D97-AF65-F5344CB8AC3E}">
        <p14:creationId xmlns:p14="http://schemas.microsoft.com/office/powerpoint/2010/main" val="2291770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PEMBUKA (10 MENIT)</a:t>
            </a:r>
            <a:br>
              <a:rPr lang="id-ID" dirty="0"/>
            </a:br>
            <a:endParaRPr lang="id-ID" dirty="0"/>
          </a:p>
        </p:txBody>
      </p:sp>
      <p:sp>
        <p:nvSpPr>
          <p:cNvPr id="3" name="Content Placeholder 2"/>
          <p:cNvSpPr>
            <a:spLocks noGrp="1"/>
          </p:cNvSpPr>
          <p:nvPr>
            <p:ph idx="1"/>
          </p:nvPr>
        </p:nvSpPr>
        <p:spPr/>
        <p:txBody>
          <a:bodyPr/>
          <a:lstStyle/>
          <a:p>
            <a:pPr lvl="0"/>
            <a:r>
              <a:rPr lang="id-ID" dirty="0"/>
              <a:t>Mulailah dengan salam dan berilah semangat kepada para peserta</a:t>
            </a:r>
            <a:r>
              <a:rPr lang="en-US" dirty="0"/>
              <a:t>.</a:t>
            </a:r>
            <a:endParaRPr lang="id-ID" dirty="0"/>
          </a:p>
          <a:p>
            <a:pPr lvl="0"/>
            <a:r>
              <a:rPr lang="en-US" dirty="0" err="1"/>
              <a:t>Bisa</a:t>
            </a:r>
            <a:r>
              <a:rPr lang="en-US" dirty="0"/>
              <a:t> </a:t>
            </a:r>
            <a:r>
              <a:rPr lang="en-US" dirty="0" err="1"/>
              <a:t>dimulai</a:t>
            </a:r>
            <a:r>
              <a:rPr lang="en-US" dirty="0"/>
              <a:t> </a:t>
            </a:r>
            <a:r>
              <a:rPr lang="en-US" dirty="0" err="1"/>
              <a:t>dengan</a:t>
            </a:r>
            <a:r>
              <a:rPr lang="en-US" dirty="0"/>
              <a:t> </a:t>
            </a:r>
            <a:r>
              <a:rPr lang="en-US" i="1" dirty="0"/>
              <a:t>ice breaking</a:t>
            </a:r>
            <a:endParaRPr lang="id-ID" dirty="0"/>
          </a:p>
          <a:p>
            <a:pPr lvl="0"/>
            <a:r>
              <a:rPr lang="id-ID" dirty="0"/>
              <a:t>Ajak semua peserta untuk mengawali kegiatan dengan membaca </a:t>
            </a:r>
            <a:r>
              <a:rPr lang="en-US" dirty="0"/>
              <a:t>B</a:t>
            </a:r>
            <a:r>
              <a:rPr lang="id-ID" dirty="0"/>
              <a:t>asmallah bersama-sama. </a:t>
            </a:r>
          </a:p>
          <a:p>
            <a:pPr lvl="0"/>
            <a:r>
              <a:rPr lang="id-ID" dirty="0"/>
              <a:t>Jelaskan secara singkat tentang  tujuan umum sesi ini.</a:t>
            </a:r>
          </a:p>
          <a:p>
            <a:endParaRPr lang="id-ID" dirty="0"/>
          </a:p>
        </p:txBody>
      </p:sp>
    </p:spTree>
    <p:extLst>
      <p:ext uri="{BB962C8B-B14F-4D97-AF65-F5344CB8AC3E}">
        <p14:creationId xmlns:p14="http://schemas.microsoft.com/office/powerpoint/2010/main" val="565209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Latar Belakang</a:t>
            </a:r>
          </a:p>
        </p:txBody>
      </p:sp>
      <p:sp>
        <p:nvSpPr>
          <p:cNvPr id="3" name="Content Placeholder 2"/>
          <p:cNvSpPr>
            <a:spLocks noGrp="1"/>
          </p:cNvSpPr>
          <p:nvPr>
            <p:ph idx="1"/>
          </p:nvPr>
        </p:nvSpPr>
        <p:spPr/>
        <p:txBody>
          <a:bodyPr/>
          <a:lstStyle/>
          <a:p>
            <a:r>
              <a:rPr lang="id-ID" dirty="0"/>
              <a:t>Mengapa penting mengenali RQQ</a:t>
            </a:r>
          </a:p>
          <a:p>
            <a:r>
              <a:rPr lang="en-US" dirty="0" err="1"/>
              <a:t>Paham</a:t>
            </a:r>
            <a:r>
              <a:rPr lang="en-US" dirty="0"/>
              <a:t> r</a:t>
            </a:r>
            <a:r>
              <a:rPr lang="id-ID" dirty="0"/>
              <a:t>adikal</a:t>
            </a:r>
            <a:r>
              <a:rPr lang="en-US" dirty="0"/>
              <a:t> </a:t>
            </a:r>
            <a:r>
              <a:rPr lang="en-US" dirty="0" err="1"/>
              <a:t>atau</a:t>
            </a:r>
            <a:r>
              <a:rPr lang="en-US" dirty="0"/>
              <a:t> </a:t>
            </a:r>
            <a:r>
              <a:rPr lang="en-US" dirty="0" err="1"/>
              <a:t>paham</a:t>
            </a:r>
            <a:r>
              <a:rPr lang="en-US" dirty="0"/>
              <a:t> garis </a:t>
            </a:r>
            <a:r>
              <a:rPr lang="en-US" dirty="0" err="1"/>
              <a:t>keras</a:t>
            </a:r>
            <a:r>
              <a:rPr lang="en-US" dirty="0"/>
              <a:t>,</a:t>
            </a:r>
            <a:r>
              <a:rPr lang="id-ID" dirty="0"/>
              <a:t> di</a:t>
            </a:r>
            <a:r>
              <a:rPr lang="en-US" dirty="0"/>
              <a:t> </a:t>
            </a:r>
            <a:r>
              <a:rPr lang="id-ID" dirty="0"/>
              <a:t>kalangan remaja</a:t>
            </a:r>
          </a:p>
          <a:p>
            <a:r>
              <a:rPr lang="id-ID" dirty="0"/>
              <a:t>Kekosongan nilai-nilai </a:t>
            </a:r>
            <a:r>
              <a:rPr lang="en-US" dirty="0"/>
              <a:t>I</a:t>
            </a:r>
            <a:r>
              <a:rPr lang="id-ID" dirty="0"/>
              <a:t>slam pada diri remaja</a:t>
            </a:r>
          </a:p>
          <a:p>
            <a:r>
              <a:rPr lang="id-ID" dirty="0"/>
              <a:t>RQQ akan tumbuh sehat dalam keluarga yang Sakinah Mawaddah dan Rahmah </a:t>
            </a:r>
          </a:p>
        </p:txBody>
      </p:sp>
    </p:spTree>
    <p:extLst>
      <p:ext uri="{BB962C8B-B14F-4D97-AF65-F5344CB8AC3E}">
        <p14:creationId xmlns:p14="http://schemas.microsoft.com/office/powerpoint/2010/main" val="2951641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TUJUAN</a:t>
            </a:r>
            <a:r>
              <a:rPr lang="id-ID" b="1" dirty="0"/>
              <a:t> SESI RQQ</a:t>
            </a:r>
            <a:br>
              <a:rPr lang="id-ID" dirty="0"/>
            </a:br>
            <a:endParaRPr lang="id-ID" dirty="0"/>
          </a:p>
        </p:txBody>
      </p:sp>
      <p:sp>
        <p:nvSpPr>
          <p:cNvPr id="3" name="Content Placeholder 2"/>
          <p:cNvSpPr>
            <a:spLocks noGrp="1"/>
          </p:cNvSpPr>
          <p:nvPr>
            <p:ph idx="1"/>
          </p:nvPr>
        </p:nvSpPr>
        <p:spPr/>
        <p:txBody>
          <a:bodyPr>
            <a:normAutofit/>
          </a:bodyPr>
          <a:lstStyle/>
          <a:p>
            <a:pPr lvl="0"/>
            <a:r>
              <a:rPr lang="en-US" dirty="0" err="1"/>
              <a:t>Peserta</a:t>
            </a:r>
            <a:r>
              <a:rPr lang="en-US" dirty="0"/>
              <a:t> </a:t>
            </a:r>
            <a:r>
              <a:rPr lang="id-ID" dirty="0"/>
              <a:t>mengenali dan </a:t>
            </a:r>
            <a:r>
              <a:rPr lang="en-US" dirty="0" err="1"/>
              <a:t>memahami</a:t>
            </a:r>
            <a:r>
              <a:rPr lang="en-US" dirty="0"/>
              <a:t> </a:t>
            </a:r>
            <a:r>
              <a:rPr lang="en-US" dirty="0" err="1"/>
              <a:t>konsep</a:t>
            </a:r>
            <a:r>
              <a:rPr lang="en-US" dirty="0"/>
              <a:t> </a:t>
            </a:r>
            <a:r>
              <a:rPr lang="id-ID" dirty="0"/>
              <a:t>dan karakteristik  R</a:t>
            </a:r>
            <a:r>
              <a:rPr lang="en-US" dirty="0" err="1"/>
              <a:t>emaja</a:t>
            </a:r>
            <a:r>
              <a:rPr lang="en-US" dirty="0"/>
              <a:t> </a:t>
            </a:r>
            <a:r>
              <a:rPr lang="id-ID" dirty="0"/>
              <a:t>Q</a:t>
            </a:r>
            <a:r>
              <a:rPr lang="en-US" dirty="0" err="1"/>
              <a:t>eren</a:t>
            </a:r>
            <a:r>
              <a:rPr lang="en-US" dirty="0"/>
              <a:t> </a:t>
            </a:r>
            <a:r>
              <a:rPr lang="id-ID" dirty="0"/>
              <a:t>Q</a:t>
            </a:r>
            <a:r>
              <a:rPr lang="en-US" dirty="0" err="1"/>
              <a:t>urani</a:t>
            </a:r>
            <a:r>
              <a:rPr lang="en-US" dirty="0"/>
              <a:t> </a:t>
            </a:r>
            <a:endParaRPr lang="id-ID" dirty="0"/>
          </a:p>
          <a:p>
            <a:pPr lvl="0"/>
            <a:r>
              <a:rPr lang="en-US" dirty="0" err="1"/>
              <a:t>Peserta</a:t>
            </a:r>
            <a:r>
              <a:rPr lang="en-US" dirty="0"/>
              <a:t> </a:t>
            </a:r>
            <a:r>
              <a:rPr lang="en-US" dirty="0" err="1"/>
              <a:t>memahami</a:t>
            </a:r>
            <a:r>
              <a:rPr lang="en-US" dirty="0"/>
              <a:t> </a:t>
            </a:r>
            <a:r>
              <a:rPr lang="en-US" dirty="0" err="1"/>
              <a:t>prinsip-prinsip</a:t>
            </a:r>
            <a:r>
              <a:rPr lang="en-US" dirty="0"/>
              <a:t> dan </a:t>
            </a:r>
            <a:r>
              <a:rPr lang="id-ID" dirty="0"/>
              <a:t>pilar</a:t>
            </a:r>
            <a:r>
              <a:rPr lang="en-US" dirty="0"/>
              <a:t>-</a:t>
            </a:r>
            <a:r>
              <a:rPr lang="id-ID" dirty="0"/>
              <a:t>pilar </a:t>
            </a:r>
            <a:r>
              <a:rPr lang="en-US" dirty="0"/>
              <a:t> </a:t>
            </a:r>
            <a:r>
              <a:rPr lang="en-US" dirty="0" err="1"/>
              <a:t>untuk</a:t>
            </a:r>
            <a:r>
              <a:rPr lang="en-US" dirty="0"/>
              <a:t> </a:t>
            </a:r>
            <a:r>
              <a:rPr lang="en-US" dirty="0" err="1"/>
              <a:t>menjadi</a:t>
            </a:r>
            <a:r>
              <a:rPr lang="en-US" dirty="0"/>
              <a:t> </a:t>
            </a:r>
            <a:r>
              <a:rPr lang="en-US" dirty="0" err="1"/>
              <a:t>Remaja</a:t>
            </a:r>
            <a:r>
              <a:rPr lang="en-US" dirty="0"/>
              <a:t> </a:t>
            </a:r>
            <a:r>
              <a:rPr lang="en-US" dirty="0" err="1"/>
              <a:t>Qeren</a:t>
            </a:r>
            <a:r>
              <a:rPr lang="en-US" dirty="0"/>
              <a:t> </a:t>
            </a:r>
            <a:r>
              <a:rPr lang="en-US" dirty="0" err="1"/>
              <a:t>Qur’ani</a:t>
            </a:r>
            <a:endParaRPr lang="id-ID" dirty="0"/>
          </a:p>
          <a:p>
            <a:pPr lvl="0"/>
            <a:r>
              <a:rPr lang="id-ID" dirty="0"/>
              <a:t>Peserta mampu menginte</a:t>
            </a:r>
            <a:r>
              <a:rPr lang="en-US" dirty="0"/>
              <a:t>r</a:t>
            </a:r>
            <a:r>
              <a:rPr lang="id-ID" dirty="0"/>
              <a:t>nalisasikan  karateristik RQQ</a:t>
            </a:r>
          </a:p>
          <a:p>
            <a:pPr lvl="0"/>
            <a:r>
              <a:rPr lang="id-ID" dirty="0"/>
              <a:t>Peserta mampu menjabarkan Karakter RQQ dalam kehidupan keluarga dan masyarakat luas</a:t>
            </a:r>
          </a:p>
          <a:p>
            <a:endParaRPr lang="id-ID" dirty="0"/>
          </a:p>
        </p:txBody>
      </p:sp>
    </p:spTree>
    <p:extLst>
      <p:ext uri="{BB962C8B-B14F-4D97-AF65-F5344CB8AC3E}">
        <p14:creationId xmlns:p14="http://schemas.microsoft.com/office/powerpoint/2010/main" val="2706159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POKOK BAHASAN </a:t>
            </a:r>
            <a:br>
              <a:rPr lang="id-ID" dirty="0"/>
            </a:br>
            <a:endParaRPr lang="id-ID" dirty="0"/>
          </a:p>
        </p:txBody>
      </p:sp>
      <p:sp>
        <p:nvSpPr>
          <p:cNvPr id="3" name="Content Placeholder 2"/>
          <p:cNvSpPr>
            <a:spLocks noGrp="1"/>
          </p:cNvSpPr>
          <p:nvPr>
            <p:ph idx="1"/>
          </p:nvPr>
        </p:nvSpPr>
        <p:spPr/>
        <p:txBody>
          <a:bodyPr>
            <a:normAutofit/>
          </a:bodyPr>
          <a:lstStyle/>
          <a:p>
            <a:pPr lvl="1" algn="just">
              <a:buFont typeface="Arial" pitchFamily="34" charset="0"/>
              <a:buChar char="•"/>
            </a:pPr>
            <a:r>
              <a:rPr lang="en-US" sz="3000" dirty="0" err="1"/>
              <a:t>Karakteristik</a:t>
            </a:r>
            <a:r>
              <a:rPr lang="en-US" sz="3000" dirty="0"/>
              <a:t> RQQ</a:t>
            </a:r>
            <a:r>
              <a:rPr lang="id-ID" sz="3000" dirty="0"/>
              <a:t> dalam keteladanan para Nabi, khususnya Nabi Yahya, Isa, Ibrahim-Isma’il, </a:t>
            </a:r>
            <a:r>
              <a:rPr lang="en-US" sz="3000" dirty="0"/>
              <a:t>Yusuf, Musa, </a:t>
            </a:r>
            <a:r>
              <a:rPr lang="id-ID" sz="3000" dirty="0"/>
              <a:t>dan </a:t>
            </a:r>
            <a:r>
              <a:rPr lang="en-US" sz="3000" dirty="0"/>
              <a:t>Nabi </a:t>
            </a:r>
            <a:r>
              <a:rPr lang="id-ID" sz="3000" dirty="0"/>
              <a:t>Muhammad </a:t>
            </a:r>
            <a:r>
              <a:rPr lang="en-US" sz="3000" dirty="0"/>
              <a:t>SAW</a:t>
            </a:r>
            <a:r>
              <a:rPr lang="id-ID" sz="3000" dirty="0"/>
              <a:t>.</a:t>
            </a:r>
            <a:r>
              <a:rPr lang="en-US" sz="3000" dirty="0"/>
              <a:t> Juga </a:t>
            </a:r>
            <a:r>
              <a:rPr lang="en-US" sz="3000" dirty="0" err="1"/>
              <a:t>dari</a:t>
            </a:r>
            <a:r>
              <a:rPr lang="en-US" sz="3000" dirty="0"/>
              <a:t> </a:t>
            </a:r>
            <a:r>
              <a:rPr lang="en-US" sz="3000" dirty="0" err="1"/>
              <a:t>Luqman</a:t>
            </a:r>
            <a:r>
              <a:rPr lang="en-US" sz="3000" dirty="0"/>
              <a:t> al-Hakim</a:t>
            </a:r>
            <a:r>
              <a:rPr lang="id-ID" sz="3000" dirty="0"/>
              <a:t> </a:t>
            </a:r>
            <a:r>
              <a:rPr lang="en-US" sz="3000" dirty="0"/>
              <a:t>dan </a:t>
            </a:r>
            <a:r>
              <a:rPr lang="en-US" sz="3000" dirty="0" err="1"/>
              <a:t>Thalut</a:t>
            </a:r>
            <a:r>
              <a:rPr lang="en-US" sz="3000" dirty="0"/>
              <a:t>.</a:t>
            </a:r>
            <a:endParaRPr lang="id-ID" sz="3000" dirty="0"/>
          </a:p>
          <a:p>
            <a:pPr lvl="1">
              <a:buFont typeface="Arial" pitchFamily="34" charset="0"/>
              <a:buChar char="•"/>
            </a:pPr>
            <a:r>
              <a:rPr lang="en-US" sz="3000" dirty="0" err="1"/>
              <a:t>Konsep</a:t>
            </a:r>
            <a:r>
              <a:rPr lang="en-US" sz="3000" dirty="0"/>
              <a:t> </a:t>
            </a:r>
            <a:r>
              <a:rPr lang="en-US" sz="3000" dirty="0" err="1"/>
              <a:t>Remaja</a:t>
            </a:r>
            <a:r>
              <a:rPr lang="en-US" sz="3000" dirty="0"/>
              <a:t> Islam (RQQ)</a:t>
            </a:r>
            <a:endParaRPr lang="id-ID" sz="3000" dirty="0"/>
          </a:p>
          <a:p>
            <a:endParaRPr lang="id-ID" sz="3000" dirty="0"/>
          </a:p>
        </p:txBody>
      </p:sp>
    </p:spTree>
    <p:extLst>
      <p:ext uri="{BB962C8B-B14F-4D97-AF65-F5344CB8AC3E}">
        <p14:creationId xmlns:p14="http://schemas.microsoft.com/office/powerpoint/2010/main" val="754027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70186"/>
          </a:xfrm>
        </p:spPr>
        <p:txBody>
          <a:bodyPr>
            <a:normAutofit fontScale="90000"/>
          </a:bodyPr>
          <a:lstStyle/>
          <a:p>
            <a:r>
              <a:rPr lang="en-US" b="1" dirty="0"/>
              <a:t>LANGKAH : KONSEP REMAJA QEREN QUR’ANI (90 MENIT) </a:t>
            </a:r>
            <a:br>
              <a:rPr lang="id-ID" dirty="0"/>
            </a:br>
            <a:endParaRPr lang="id-ID" dirty="0"/>
          </a:p>
        </p:txBody>
      </p:sp>
      <p:sp>
        <p:nvSpPr>
          <p:cNvPr id="3" name="Content Placeholder 2"/>
          <p:cNvSpPr>
            <a:spLocks noGrp="1"/>
          </p:cNvSpPr>
          <p:nvPr>
            <p:ph idx="1"/>
          </p:nvPr>
        </p:nvSpPr>
        <p:spPr>
          <a:xfrm>
            <a:off x="457200" y="1927373"/>
            <a:ext cx="8229600" cy="4525963"/>
          </a:xfrm>
        </p:spPr>
        <p:txBody>
          <a:bodyPr>
            <a:normAutofit fontScale="85000" lnSpcReduction="20000"/>
          </a:bodyPr>
          <a:lstStyle/>
          <a:p>
            <a:pPr marL="514350" lvl="0" indent="-514350">
              <a:buFont typeface="+mj-lt"/>
              <a:buAutoNum type="arabicParenR"/>
            </a:pPr>
            <a:r>
              <a:rPr lang="en-US" dirty="0" err="1"/>
              <a:t>Fasiliator</a:t>
            </a:r>
            <a:r>
              <a:rPr lang="en-US" dirty="0"/>
              <a:t> </a:t>
            </a:r>
            <a:r>
              <a:rPr lang="en-US" dirty="0" err="1"/>
              <a:t>membuka</a:t>
            </a:r>
            <a:r>
              <a:rPr lang="en-US" dirty="0"/>
              <a:t> </a:t>
            </a:r>
            <a:r>
              <a:rPr lang="en-US" dirty="0" err="1"/>
              <a:t>dengan</a:t>
            </a:r>
            <a:r>
              <a:rPr lang="en-US" dirty="0"/>
              <a:t> </a:t>
            </a:r>
            <a:r>
              <a:rPr lang="en-US" dirty="0" err="1"/>
              <a:t>salam</a:t>
            </a:r>
            <a:r>
              <a:rPr lang="en-US" dirty="0"/>
              <a:t> </a:t>
            </a:r>
            <a:r>
              <a:rPr lang="en-US" dirty="0" err="1"/>
              <a:t>kepada</a:t>
            </a:r>
            <a:r>
              <a:rPr lang="en-US" dirty="0"/>
              <a:t> </a:t>
            </a:r>
            <a:r>
              <a:rPr lang="en-US" dirty="0" err="1"/>
              <a:t>peserta</a:t>
            </a:r>
            <a:r>
              <a:rPr lang="en-US" dirty="0"/>
              <a:t>. Dan </a:t>
            </a:r>
            <a:r>
              <a:rPr lang="en-US" dirty="0" err="1"/>
              <a:t>selanjutnya</a:t>
            </a:r>
            <a:r>
              <a:rPr lang="en-US" dirty="0"/>
              <a:t> </a:t>
            </a:r>
            <a:r>
              <a:rPr lang="en-US" dirty="0" err="1"/>
              <a:t>menjelaskan</a:t>
            </a:r>
            <a:r>
              <a:rPr lang="en-US" dirty="0"/>
              <a:t> </a:t>
            </a:r>
            <a:r>
              <a:rPr lang="en-US" dirty="0" err="1"/>
              <a:t>keterhubungan</a:t>
            </a:r>
            <a:r>
              <a:rPr lang="en-US" dirty="0"/>
              <a:t> </a:t>
            </a:r>
            <a:r>
              <a:rPr lang="en-US" dirty="0" err="1"/>
              <a:t>tema</a:t>
            </a:r>
            <a:r>
              <a:rPr lang="en-US" dirty="0"/>
              <a:t> </a:t>
            </a:r>
            <a:r>
              <a:rPr lang="en-US" dirty="0" err="1"/>
              <a:t>ini</a:t>
            </a:r>
            <a:r>
              <a:rPr lang="en-US" dirty="0"/>
              <a:t> </a:t>
            </a:r>
            <a:r>
              <a:rPr lang="en-US" dirty="0" err="1"/>
              <a:t>dengan</a:t>
            </a:r>
            <a:r>
              <a:rPr lang="en-US" dirty="0"/>
              <a:t> </a:t>
            </a:r>
            <a:r>
              <a:rPr lang="en-US" dirty="0" err="1"/>
              <a:t>tema-tema</a:t>
            </a:r>
            <a:r>
              <a:rPr lang="en-US" dirty="0"/>
              <a:t> </a:t>
            </a:r>
            <a:r>
              <a:rPr lang="en-US" dirty="0" err="1"/>
              <a:t>sebelumnya</a:t>
            </a:r>
            <a:r>
              <a:rPr lang="en-US" dirty="0"/>
              <a:t>.</a:t>
            </a:r>
            <a:endParaRPr lang="id-ID" dirty="0"/>
          </a:p>
          <a:p>
            <a:pPr marL="514350" lvl="0" indent="-514350">
              <a:buFont typeface="+mj-lt"/>
              <a:buAutoNum type="arabicParenR"/>
            </a:pPr>
            <a:r>
              <a:rPr lang="en-US" dirty="0" err="1"/>
              <a:t>Fasilitor</a:t>
            </a:r>
            <a:r>
              <a:rPr lang="en-US" dirty="0"/>
              <a:t> </a:t>
            </a:r>
            <a:r>
              <a:rPr lang="en-US" dirty="0" err="1"/>
              <a:t>menjelaskan</a:t>
            </a:r>
            <a:r>
              <a:rPr lang="en-US" dirty="0"/>
              <a:t> </a:t>
            </a:r>
            <a:r>
              <a:rPr lang="en-US" dirty="0" err="1"/>
              <a:t>bahwa</a:t>
            </a:r>
            <a:r>
              <a:rPr lang="en-US" dirty="0"/>
              <a:t> </a:t>
            </a:r>
            <a:r>
              <a:rPr lang="en-US" dirty="0" err="1"/>
              <a:t>banyak</a:t>
            </a:r>
            <a:r>
              <a:rPr lang="en-US" dirty="0"/>
              <a:t> </a:t>
            </a:r>
            <a:r>
              <a:rPr lang="en-US" dirty="0" err="1"/>
              <a:t>contoh-contoh</a:t>
            </a:r>
            <a:r>
              <a:rPr lang="en-US" dirty="0"/>
              <a:t> </a:t>
            </a:r>
            <a:r>
              <a:rPr lang="en-US" dirty="0" err="1"/>
              <a:t>teladan</a:t>
            </a:r>
            <a:r>
              <a:rPr lang="en-US" dirty="0"/>
              <a:t> </a:t>
            </a:r>
            <a:r>
              <a:rPr lang="en-US" dirty="0" err="1"/>
              <a:t>Remaja</a:t>
            </a:r>
            <a:r>
              <a:rPr lang="en-US" dirty="0"/>
              <a:t> </a:t>
            </a:r>
            <a:r>
              <a:rPr lang="en-US" dirty="0" err="1"/>
              <a:t>Qeren</a:t>
            </a:r>
            <a:r>
              <a:rPr lang="en-US" dirty="0"/>
              <a:t> dan </a:t>
            </a:r>
            <a:r>
              <a:rPr lang="en-US" dirty="0" err="1"/>
              <a:t>Qur’ani</a:t>
            </a:r>
            <a:r>
              <a:rPr lang="en-US" dirty="0"/>
              <a:t> di </a:t>
            </a:r>
            <a:r>
              <a:rPr lang="en-US" dirty="0" err="1"/>
              <a:t>dalam</a:t>
            </a:r>
            <a:r>
              <a:rPr lang="en-US" dirty="0"/>
              <a:t> kitab </a:t>
            </a:r>
            <a:r>
              <a:rPr lang="en-US" dirty="0" err="1"/>
              <a:t>Suci</a:t>
            </a:r>
            <a:r>
              <a:rPr lang="en-US" dirty="0"/>
              <a:t> al-Qur’an (Nabi Yahya as, Nabi Isa as, </a:t>
            </a:r>
            <a:r>
              <a:rPr lang="id-ID" dirty="0"/>
              <a:t>Ibrahim-Ismail,</a:t>
            </a:r>
            <a:r>
              <a:rPr lang="en-US" dirty="0"/>
              <a:t> Nabi Yusuf, Nabi Musa,</a:t>
            </a:r>
            <a:r>
              <a:rPr lang="id-ID" dirty="0"/>
              <a:t> </a:t>
            </a:r>
            <a:r>
              <a:rPr lang="en-US" dirty="0"/>
              <a:t>dan juga Nabi Muhammad SAW. </a:t>
            </a:r>
            <a:r>
              <a:rPr lang="en-US" dirty="0" err="1"/>
              <a:t>serta</a:t>
            </a:r>
            <a:r>
              <a:rPr lang="en-US" dirty="0"/>
              <a:t> </a:t>
            </a:r>
            <a:r>
              <a:rPr lang="en-US" dirty="0" err="1"/>
              <a:t>manusia</a:t>
            </a:r>
            <a:r>
              <a:rPr lang="en-US" dirty="0"/>
              <a:t> </a:t>
            </a:r>
            <a:r>
              <a:rPr lang="en-US" dirty="0" err="1"/>
              <a:t>shalih</a:t>
            </a:r>
            <a:r>
              <a:rPr lang="en-US" dirty="0"/>
              <a:t> </a:t>
            </a:r>
            <a:r>
              <a:rPr lang="en-US" dirty="0" err="1"/>
              <a:t>Luqman</a:t>
            </a:r>
            <a:r>
              <a:rPr lang="en-US" dirty="0"/>
              <a:t> al-Hakim)</a:t>
            </a:r>
            <a:endParaRPr lang="id-ID" dirty="0"/>
          </a:p>
          <a:p>
            <a:pPr marL="514350" lvl="0" indent="-514350">
              <a:buFont typeface="+mj-lt"/>
              <a:buAutoNum type="arabicParenR"/>
            </a:pPr>
            <a:r>
              <a:rPr lang="en-US" dirty="0" err="1"/>
              <a:t>Fasilitator</a:t>
            </a:r>
            <a:r>
              <a:rPr lang="en-US" dirty="0"/>
              <a:t> </a:t>
            </a:r>
            <a:r>
              <a:rPr lang="en-US" dirty="0" err="1"/>
              <a:t>mengajak</a:t>
            </a:r>
            <a:r>
              <a:rPr lang="en-US" dirty="0"/>
              <a:t> </a:t>
            </a:r>
            <a:r>
              <a:rPr lang="en-US" dirty="0" err="1"/>
              <a:t>peserta</a:t>
            </a:r>
            <a:r>
              <a:rPr lang="en-US" dirty="0"/>
              <a:t> </a:t>
            </a:r>
            <a:r>
              <a:rPr lang="en-US" dirty="0" err="1"/>
              <a:t>untuk</a:t>
            </a:r>
            <a:r>
              <a:rPr lang="en-US" dirty="0"/>
              <a:t> </a:t>
            </a:r>
            <a:r>
              <a:rPr lang="en-US" dirty="0" err="1"/>
              <a:t>mengidentifikasi</a:t>
            </a:r>
            <a:r>
              <a:rPr lang="en-US" dirty="0"/>
              <a:t> </a:t>
            </a:r>
            <a:r>
              <a:rPr lang="en-US" dirty="0" err="1"/>
              <a:t>tentang</a:t>
            </a:r>
            <a:r>
              <a:rPr lang="en-US" dirty="0"/>
              <a:t> </a:t>
            </a:r>
            <a:r>
              <a:rPr lang="en-US" dirty="0" err="1"/>
              <a:t>karakteristik</a:t>
            </a:r>
            <a:r>
              <a:rPr lang="en-US" dirty="0"/>
              <a:t> </a:t>
            </a:r>
            <a:r>
              <a:rPr lang="en-US" dirty="0" err="1"/>
              <a:t>remaja</a:t>
            </a:r>
            <a:r>
              <a:rPr lang="en-US" dirty="0"/>
              <a:t> yang </a:t>
            </a:r>
            <a:r>
              <a:rPr lang="en-US" dirty="0" err="1"/>
              <a:t>dimiliki</a:t>
            </a:r>
            <a:r>
              <a:rPr lang="en-US" dirty="0"/>
              <a:t> para Nabi dan </a:t>
            </a:r>
            <a:r>
              <a:rPr lang="en-US" dirty="0" err="1"/>
              <a:t>manusia</a:t>
            </a:r>
            <a:r>
              <a:rPr lang="en-US" dirty="0"/>
              <a:t> </a:t>
            </a:r>
            <a:r>
              <a:rPr lang="en-US" dirty="0" err="1"/>
              <a:t>shaleh</a:t>
            </a:r>
            <a:r>
              <a:rPr lang="en-US" dirty="0"/>
              <a:t> di</a:t>
            </a:r>
            <a:r>
              <a:rPr lang="id-ID" dirty="0"/>
              <a:t> </a:t>
            </a:r>
            <a:r>
              <a:rPr lang="en-US" dirty="0" err="1"/>
              <a:t>atas</a:t>
            </a:r>
            <a:r>
              <a:rPr lang="id-ID" dirty="0"/>
              <a:t>, dan membaginya menjadi 5 kelompok (sesuaikan dengan jumlah peserta)</a:t>
            </a:r>
          </a:p>
          <a:p>
            <a:pPr marL="514350" lvl="0" indent="-514350">
              <a:buFont typeface="+mj-lt"/>
              <a:buAutoNum type="arabicParenR"/>
            </a:pPr>
            <a:r>
              <a:rPr lang="id-ID" dirty="0"/>
              <a:t>Fasilitator mempersilahkan masing-masing kelompok untuk presentasi.</a:t>
            </a:r>
          </a:p>
          <a:p>
            <a:pPr marL="514350" lvl="0" indent="-514350">
              <a:buFont typeface="+mj-lt"/>
              <a:buAutoNum type="arabicParenR"/>
            </a:pPr>
            <a:r>
              <a:rPr lang="id-ID" dirty="0"/>
              <a:t>Fasilitator mendalami hasil presentasi dengan mempertayakan sifat-sifat apa yang ada dalam semua tokoh-tokoh, dan sifat apa yang spesifik pada masing-masing tokoh.</a:t>
            </a:r>
          </a:p>
          <a:p>
            <a:pPr marL="514350" lvl="0" indent="-514350">
              <a:buFont typeface="+mj-lt"/>
              <a:buAutoNum type="arabicParenR"/>
            </a:pPr>
            <a:r>
              <a:rPr lang="id-ID" dirty="0"/>
              <a:t>Fasilitator mengajak menyimpulkan seluruh karakter para tokoh dan menyimpulkan karakter yang paling  kuat dari masing-masing tokoh (untuk disimpulkan menjadi 6 pilar atau karakter RQQ.</a:t>
            </a:r>
          </a:p>
          <a:p>
            <a:pPr marL="514350" lvl="0" indent="-514350">
              <a:buFont typeface="+mj-lt"/>
              <a:buAutoNum type="arabicParenR"/>
            </a:pPr>
            <a:r>
              <a:rPr lang="id-ID" dirty="0"/>
              <a:t>Fasilitator mengajak peserta untuk menutup dengan doa (bayangkan doa doa besar dalam hidup) dan disertai dengan membaca al fatihah.</a:t>
            </a:r>
          </a:p>
          <a:p>
            <a:endParaRPr lang="id-ID" dirty="0"/>
          </a:p>
        </p:txBody>
      </p:sp>
    </p:spTree>
    <p:extLst>
      <p:ext uri="{BB962C8B-B14F-4D97-AF65-F5344CB8AC3E}">
        <p14:creationId xmlns:p14="http://schemas.microsoft.com/office/powerpoint/2010/main" val="116039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id-ID" dirty="0"/>
              <a:t>Inspirasi Nabi Yahya</a:t>
            </a:r>
            <a:r>
              <a:rPr lang="en-US" dirty="0"/>
              <a:t> AS.</a:t>
            </a:r>
            <a:endParaRPr lang="id-ID" dirty="0"/>
          </a:p>
        </p:txBody>
      </p:sp>
      <p:sp>
        <p:nvSpPr>
          <p:cNvPr id="3" name="Content Placeholder 2"/>
          <p:cNvSpPr>
            <a:spLocks noGrp="1"/>
          </p:cNvSpPr>
          <p:nvPr>
            <p:ph idx="1"/>
          </p:nvPr>
        </p:nvSpPr>
        <p:spPr>
          <a:xfrm>
            <a:off x="457200" y="1988840"/>
            <a:ext cx="8229600" cy="4137323"/>
          </a:xfrm>
        </p:spPr>
        <p:txBody>
          <a:bodyPr>
            <a:noAutofit/>
          </a:bodyPr>
          <a:lstStyle/>
          <a:p>
            <a:pPr marL="0" indent="0" algn="just" rtl="1">
              <a:buNone/>
            </a:pPr>
            <a:r>
              <a:rPr lang="ar-SA" sz="2500" dirty="0">
                <a:latin typeface="Traditional Arabic" pitchFamily="18" charset="-78"/>
                <a:cs typeface="Traditional Arabic" pitchFamily="18" charset="-78"/>
              </a:rPr>
              <a:t>يَازَكَرِيَّا إِنَّا نُبَشِّرُكَ بِغُلَامٍ اسْمُهُ يَحْيَى لَمْ نَجْعَلْ لَهُ مِنْ قَبْلُ سَمِيًّا</a:t>
            </a:r>
            <a:endParaRPr lang="id-ID" sz="2500" dirty="0">
              <a:latin typeface="Traditional Arabic" pitchFamily="18" charset="-78"/>
              <a:cs typeface="Traditional Arabic" pitchFamily="18" charset="-78"/>
            </a:endParaRPr>
          </a:p>
          <a:p>
            <a:pPr marL="0" indent="0" algn="just">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Wahai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Zakaria</a:t>
            </a:r>
            <a:r>
              <a:rPr lang="en-US" dirty="0">
                <a:latin typeface="Times New Roman" panose="02020603050405020304" pitchFamily="18" charset="0"/>
                <a:cs typeface="Times New Roman" panose="02020603050405020304" pitchFamily="18" charset="0"/>
              </a:rPr>
              <a:t>! Kami </a:t>
            </a:r>
            <a:r>
              <a:rPr lang="en-US" dirty="0" err="1">
                <a:latin typeface="Times New Roman" panose="02020603050405020304" pitchFamily="18" charset="0"/>
                <a:cs typeface="Times New Roman" panose="02020603050405020304" pitchFamily="18" charset="0"/>
              </a:rPr>
              <a:t>memberi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kabar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gembira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dengan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seorang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anak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laki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laki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namanya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Yahya</a:t>
            </a:r>
            <a:r>
              <a:rPr lang="en-US" dirty="0">
                <a:latin typeface="Times New Roman" panose="02020603050405020304" pitchFamily="18" charset="0"/>
                <a:cs typeface="Times New Roman" panose="02020603050405020304" pitchFamily="18" charset="0"/>
              </a:rPr>
              <a:t>, yang Kami </a:t>
            </a:r>
            <a:r>
              <a:rPr lang="en-US" dirty="0" err="1">
                <a:latin typeface="Times New Roman" panose="02020603050405020304" pitchFamily="18" charset="0"/>
                <a:cs typeface="Times New Roman" panose="02020603050405020304" pitchFamily="18" charset="0"/>
              </a:rPr>
              <a:t>belum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pernah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memberikan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nama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seperti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itu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sebelumnya</a:t>
            </a:r>
            <a:r>
              <a:rPr lang="en-US" dirty="0">
                <a:latin typeface="Times New Roman" panose="02020603050405020304" pitchFamily="18" charset="0"/>
                <a:cs typeface="Times New Roman" panose="02020603050405020304" pitchFamily="18" charset="0"/>
              </a:rPr>
              <a:t>."</a:t>
            </a:r>
            <a:endParaRPr lang="id-ID" dirty="0">
              <a:latin typeface="Times New Roman" panose="02020603050405020304" pitchFamily="18" charset="0"/>
              <a:cs typeface="Times New Roman" panose="02020603050405020304" pitchFamily="18" charset="0"/>
            </a:endParaRPr>
          </a:p>
          <a:p>
            <a:pPr marL="0" indent="0" algn="just" rtl="1">
              <a:buNone/>
            </a:pPr>
            <a:r>
              <a:rPr lang="ar-SA" sz="2500" dirty="0">
                <a:latin typeface="Traditional Arabic" pitchFamily="18" charset="-78"/>
                <a:cs typeface="Traditional Arabic" pitchFamily="18" charset="-78"/>
              </a:rPr>
              <a:t>يَايَحْيَى خُذِ الْكِتَابَ بِقُوَّةٍ وَآتَيْنَاهُ الْحُكْمَ صَبِيًّا (12) وَحَنَانًا مِنْ لَدُنَّا وَزَكَاةً وَكَانَ تَقِيًّا (13) وَبَرًّا بِوَالِدَيْهِ وَلَمْ يَكُنْ جَبَّارًا عَصِيًّا (14) وَسَلَامٌ عَلَيْهِ يَوْمَ وُلِدَ وَيَوْمَ يَمُوتُ وَيَوْمَ يُبْعَثُ حَيًّا</a:t>
            </a:r>
            <a:endParaRPr lang="id-ID" sz="2500" dirty="0">
              <a:latin typeface="Traditional Arabic" pitchFamily="18" charset="-78"/>
              <a:cs typeface="Traditional Arabic" pitchFamily="18" charset="-78"/>
            </a:endParaRPr>
          </a:p>
          <a:p>
            <a:pPr marL="0" indent="0" algn="just">
              <a:buNone/>
            </a:pPr>
            <a:r>
              <a:rPr lang="en-US" dirty="0" err="1">
                <a:latin typeface="Times New Roman" panose="02020603050405020304" pitchFamily="18" charset="0"/>
                <a:cs typeface="Times New Roman" panose="02020603050405020304" pitchFamily="18" charset="0"/>
              </a:rPr>
              <a:t>Wahai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Yahya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Ambillah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pelajarilah</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Kitab</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Taurat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itu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dengan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sungguh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sungguh</a:t>
            </a:r>
            <a:r>
              <a:rPr lang="en-US" dirty="0">
                <a:latin typeface="Times New Roman" panose="02020603050405020304" pitchFamily="18" charset="0"/>
                <a:cs typeface="Times New Roman" panose="02020603050405020304" pitchFamily="18" charset="0"/>
              </a:rPr>
              <a:t>." Dan Kami </a:t>
            </a:r>
            <a:r>
              <a:rPr lang="en-US" dirty="0" err="1">
                <a:latin typeface="Times New Roman" panose="02020603050405020304" pitchFamily="18" charset="0"/>
                <a:cs typeface="Times New Roman" panose="02020603050405020304" pitchFamily="18" charset="0"/>
              </a:rPr>
              <a:t>berikan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hikmah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Yahya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selagi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masih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kanak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kanak</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(Kami </a:t>
            </a:r>
            <a:r>
              <a:rPr lang="en-US" dirty="0" err="1">
                <a:latin typeface="Times New Roman" panose="02020603050405020304" pitchFamily="18" charset="0"/>
                <a:cs typeface="Times New Roman" panose="02020603050405020304" pitchFamily="18" charset="0"/>
              </a:rPr>
              <a:t>jadikan</a:t>
            </a:r>
            <a:r>
              <a:rPr lang="en-US" dirty="0">
                <a:latin typeface="Times New Roman" panose="02020603050405020304" pitchFamily="18" charset="0"/>
                <a:cs typeface="Times New Roman" panose="02020603050405020304" pitchFamily="18" charset="0"/>
              </a:rPr>
              <a:t>) rasa </a:t>
            </a:r>
            <a:r>
              <a:rPr lang="en-US" dirty="0" err="1">
                <a:latin typeface="Times New Roman" panose="02020603050405020304" pitchFamily="18" charset="0"/>
                <a:cs typeface="Times New Roman" panose="02020603050405020304" pitchFamily="18" charset="0"/>
              </a:rPr>
              <a:t>kasih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sayang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sesama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dari</a:t>
            </a:r>
            <a:r>
              <a:rPr lang="en-US" dirty="0">
                <a:latin typeface="Times New Roman" panose="02020603050405020304" pitchFamily="18" charset="0"/>
                <a:cs typeface="Times New Roman" panose="02020603050405020304" pitchFamily="18" charset="0"/>
              </a:rPr>
              <a:t> Kami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bersih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dosa</a:t>
            </a:r>
            <a:r>
              <a:rPr lang="en-US" dirty="0">
                <a:latin typeface="Times New Roman" panose="02020603050405020304" pitchFamily="18" charset="0"/>
                <a:cs typeface="Times New Roman" panose="02020603050405020304" pitchFamily="18" charset="0"/>
              </a:rPr>
              <a:t>). Dan </a:t>
            </a:r>
            <a:r>
              <a:rPr lang="en-US" dirty="0" err="1">
                <a:latin typeface="Times New Roman" panose="02020603050405020304" pitchFamily="18" charset="0"/>
                <a:cs typeface="Times New Roman" panose="02020603050405020304" pitchFamily="18" charset="0"/>
              </a:rPr>
              <a:t>dia</a:t>
            </a:r>
            <a:r>
              <a:rPr lang="en-US" dirty="0">
                <a:latin typeface="Times New Roman" panose="02020603050405020304" pitchFamily="18" charset="0"/>
                <a:cs typeface="Times New Roman" panose="02020603050405020304" pitchFamily="18" charset="0"/>
              </a:rPr>
              <a:t> pun </a:t>
            </a:r>
            <a:r>
              <a:rPr lang="en-US" dirty="0" err="1">
                <a:latin typeface="Times New Roman" panose="02020603050405020304" pitchFamily="18" charset="0"/>
                <a:cs typeface="Times New Roman" panose="02020603050405020304" pitchFamily="18" charset="0"/>
              </a:rPr>
              <a:t>seorang</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bertakwa</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sangat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berbakti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a:t>
            </a:r>
            <a:r>
              <a:rPr lang="en-US" dirty="0">
                <a:latin typeface="Times New Roman" panose="02020603050405020304" pitchFamily="18" charset="0"/>
                <a:cs typeface="Times New Roman" panose="02020603050405020304" pitchFamily="18" charset="0"/>
              </a:rPr>
              <a:t> orang </a:t>
            </a:r>
            <a:r>
              <a:rPr lang="en-US" dirty="0" err="1">
                <a:latin typeface="Times New Roman" panose="02020603050405020304" pitchFamily="18" charset="0"/>
                <a:cs typeface="Times New Roman" panose="02020603050405020304" pitchFamily="18" charset="0"/>
              </a:rPr>
              <a:t>tuanya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bukan</a:t>
            </a:r>
            <a:r>
              <a:rPr lang="en-US" dirty="0">
                <a:latin typeface="Times New Roman" panose="02020603050405020304" pitchFamily="18" charset="0"/>
                <a:cs typeface="Times New Roman" panose="02020603050405020304" pitchFamily="18" charset="0"/>
              </a:rPr>
              <a:t> orang yang </a:t>
            </a:r>
            <a:r>
              <a:rPr lang="en-US" dirty="0" err="1">
                <a:latin typeface="Times New Roman" panose="02020603050405020304" pitchFamily="18" charset="0"/>
                <a:cs typeface="Times New Roman" panose="02020603050405020304" pitchFamily="18" charset="0"/>
              </a:rPr>
              <a:t>sombong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bukan</a:t>
            </a:r>
            <a:r>
              <a:rPr lang="en-US" dirty="0">
                <a:latin typeface="Times New Roman" panose="02020603050405020304" pitchFamily="18" charset="0"/>
                <a:cs typeface="Times New Roman" panose="02020603050405020304" pitchFamily="18" charset="0"/>
              </a:rPr>
              <a:t> pula) orang yang </a:t>
            </a:r>
            <a:r>
              <a:rPr lang="en-US" dirty="0" err="1">
                <a:latin typeface="Times New Roman" panose="02020603050405020304" pitchFamily="18" charset="0"/>
                <a:cs typeface="Times New Roman" panose="02020603050405020304" pitchFamily="18" charset="0"/>
              </a:rPr>
              <a:t>durhaka</a:t>
            </a:r>
            <a:r>
              <a:rPr lang="en-US" dirty="0">
                <a:latin typeface="Times New Roman" panose="02020603050405020304" pitchFamily="18" charset="0"/>
                <a:cs typeface="Times New Roman" panose="02020603050405020304" pitchFamily="18" charset="0"/>
              </a:rPr>
              <a:t>.  Dan </a:t>
            </a:r>
            <a:r>
              <a:rPr lang="en-US" dirty="0" err="1">
                <a:latin typeface="Times New Roman" panose="02020603050405020304" pitchFamily="18" charset="0"/>
                <a:cs typeface="Times New Roman" panose="02020603050405020304" pitchFamily="18" charset="0"/>
              </a:rPr>
              <a:t>kesejahteraan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bagi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dirinya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lahirnya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wafatnya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dibangkitkan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hidup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kembali</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(Qs. Maryam 12-15)</a:t>
            </a:r>
          </a:p>
        </p:txBody>
      </p:sp>
    </p:spTree>
    <p:extLst>
      <p:ext uri="{BB962C8B-B14F-4D97-AF65-F5344CB8AC3E}">
        <p14:creationId xmlns:p14="http://schemas.microsoft.com/office/powerpoint/2010/main" val="4265088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id-ID" dirty="0"/>
              <a:t>Pelajaran dari Kisah Nabi Yahya </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id-ID" dirty="0"/>
              <a:t>Nama yang baik. </a:t>
            </a:r>
          </a:p>
          <a:p>
            <a:pPr>
              <a:buFont typeface="Wingdings" panose="05000000000000000000" pitchFamily="2" charset="2"/>
              <a:buChar char="v"/>
            </a:pPr>
            <a:r>
              <a:rPr lang="id-ID" dirty="0"/>
              <a:t>Tekun dan gigih belajar. </a:t>
            </a:r>
          </a:p>
          <a:p>
            <a:pPr>
              <a:buFont typeface="Wingdings" panose="05000000000000000000" pitchFamily="2" charset="2"/>
              <a:buChar char="v"/>
            </a:pPr>
            <a:r>
              <a:rPr lang="id-ID" dirty="0"/>
              <a:t>Belajar bijak sejak remaja. </a:t>
            </a:r>
          </a:p>
          <a:p>
            <a:pPr>
              <a:buFont typeface="Wingdings" panose="05000000000000000000" pitchFamily="2" charset="2"/>
              <a:buChar char="v"/>
            </a:pPr>
            <a:r>
              <a:rPr lang="id-ID" dirty="0"/>
              <a:t>Welas asih. </a:t>
            </a:r>
          </a:p>
          <a:p>
            <a:pPr>
              <a:buFont typeface="Wingdings" panose="05000000000000000000" pitchFamily="2" charset="2"/>
              <a:buChar char="v"/>
            </a:pPr>
            <a:r>
              <a:rPr lang="id-ID" dirty="0"/>
              <a:t>Bersih Hati. </a:t>
            </a:r>
          </a:p>
          <a:p>
            <a:pPr>
              <a:buFont typeface="Wingdings" panose="05000000000000000000" pitchFamily="2" charset="2"/>
              <a:buChar char="v"/>
            </a:pPr>
            <a:r>
              <a:rPr lang="id-ID" dirty="0"/>
              <a:t>Daya tahan. </a:t>
            </a:r>
          </a:p>
          <a:p>
            <a:pPr>
              <a:buFont typeface="Wingdings" panose="05000000000000000000" pitchFamily="2" charset="2"/>
              <a:buChar char="v"/>
            </a:pPr>
            <a:r>
              <a:rPr lang="id-ID" dirty="0"/>
              <a:t>Berbakti pada Orang Tua.  </a:t>
            </a:r>
          </a:p>
          <a:p>
            <a:pPr>
              <a:buFont typeface="Wingdings" panose="05000000000000000000" pitchFamily="2" charset="2"/>
              <a:buChar char="v"/>
            </a:pPr>
            <a:r>
              <a:rPr lang="id-ID" dirty="0"/>
              <a:t>Tidak Sombong. </a:t>
            </a:r>
          </a:p>
          <a:p>
            <a:pPr>
              <a:buFont typeface="Wingdings" panose="05000000000000000000" pitchFamily="2" charset="2"/>
              <a:buChar char="v"/>
            </a:pPr>
            <a:r>
              <a:rPr lang="id-ID" dirty="0"/>
              <a:t>Berfikir masa lalu, masa kini dan masa depan. </a:t>
            </a:r>
            <a:endParaRPr lang="en-US" dirty="0"/>
          </a:p>
        </p:txBody>
      </p:sp>
    </p:spTree>
    <p:extLst>
      <p:ext uri="{BB962C8B-B14F-4D97-AF65-F5344CB8AC3E}">
        <p14:creationId xmlns:p14="http://schemas.microsoft.com/office/powerpoint/2010/main" val="3958849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id-ID" sz="3000" dirty="0"/>
              <a:t>Inspirasi </a:t>
            </a:r>
            <a:r>
              <a:rPr lang="en-US" sz="3000" dirty="0" err="1"/>
              <a:t>Nabi</a:t>
            </a:r>
            <a:r>
              <a:rPr lang="en-US" sz="3000" dirty="0"/>
              <a:t> </a:t>
            </a:r>
            <a:r>
              <a:rPr lang="id-ID" sz="3000" dirty="0"/>
              <a:t>Ibrahim </a:t>
            </a:r>
            <a:r>
              <a:rPr lang="en-US" sz="3000" dirty="0"/>
              <a:t>AS.</a:t>
            </a:r>
            <a:r>
              <a:rPr lang="id-ID" sz="3000" dirty="0"/>
              <a:t> </a:t>
            </a:r>
            <a:r>
              <a:rPr lang="en-US" sz="3000" dirty="0"/>
              <a:t>&amp; Ismail AS.</a:t>
            </a:r>
            <a:br>
              <a:rPr lang="en-US" sz="3000" dirty="0"/>
            </a:br>
            <a:endParaRPr lang="id-ID" sz="3000" dirty="0"/>
          </a:p>
        </p:txBody>
      </p:sp>
      <p:sp>
        <p:nvSpPr>
          <p:cNvPr id="3" name="Content Placeholder 2"/>
          <p:cNvSpPr>
            <a:spLocks noGrp="1"/>
          </p:cNvSpPr>
          <p:nvPr>
            <p:ph idx="1"/>
          </p:nvPr>
        </p:nvSpPr>
        <p:spPr/>
        <p:txBody>
          <a:bodyPr>
            <a:normAutofit fontScale="85000" lnSpcReduction="20000"/>
          </a:bodyPr>
          <a:lstStyle/>
          <a:p>
            <a:pPr marL="0" indent="0" algn="just" rtl="1">
              <a:buNone/>
            </a:pPr>
            <a:r>
              <a:rPr lang="ar-SA" sz="2700" dirty="0">
                <a:latin typeface="Traditional Arabic" pitchFamily="18" charset="-78"/>
                <a:cs typeface="Traditional Arabic" pitchFamily="18" charset="-78"/>
              </a:rPr>
              <a:t>وَاذْكُرْ فِي الْكِتَابِ إِبْرَاهِيمَ إِنَّهُ كَانَ صِدِّيقًا نَبِيًّا (41) إِذْ قَالَ لِأَبِيهِ يَاأَبَتِ لِمَ تَعْبُدُ مَا لَا يَسْمَعُ وَلَا يُبْصِرُ وَلَا يُغْنِي عَنْكَ شَيْئًا (42) يَاأَبَتِ إِنِّي قَدْ جَاءَنِي مِنَ الْعِلْمِ مَا لَمْ يَأْتِكَ فَاتَّبِعْنِي أَهْدِكَ صِرَاطًا سَوِيًّا (43) يَاأَبَتِ لَا تَعْبُدِ الشَّيْطَانَ إِنَّ الشَّيْطَانَ كَانَ لِلرَّحْمَنِ عَصِيًّا (44) يَاأَبَتِ إِنِّي أَخَافُ أَنْ يَمَسَّكَ عَذَابٌ مِنَ الرَّحْمَنِ فَتَكُونَ لِلشَّيْطَانِ وَلِيًّا (45) قَالَ أَرَاغِبٌ أَنْتَ عَنْ آلِهَتِي يَاإِبْرَاهِيمُ لَئِنْ لَمْ تَنْتَهِ لَأَرْجُمَنَّكَ وَاهْجُرْنِي مَلِيًّا (46) قَالَ سَلَامٌ عَلَيْكَ سَأَسْتَغْفِرُ لَكَ رَبِّي إِنَّهُ كَانَ بِي حَفِيًّا</a:t>
            </a:r>
            <a:endParaRPr lang="id-ID" sz="2700" dirty="0">
              <a:latin typeface="Traditional Arabic" pitchFamily="18" charset="-78"/>
              <a:cs typeface="Traditional Arabic" pitchFamily="18" charset="-78"/>
            </a:endParaRPr>
          </a:p>
          <a:p>
            <a:pPr marL="0" indent="0" algn="just">
              <a:buNone/>
            </a:pPr>
            <a:r>
              <a:rPr lang="en-US" dirty="0">
                <a:latin typeface="Times New Roman" panose="02020603050405020304" pitchFamily="18" charset="0"/>
                <a:cs typeface="Times New Roman" panose="02020603050405020304" pitchFamily="18" charset="0"/>
              </a:rPr>
              <a:t>Dan </a:t>
            </a:r>
            <a:r>
              <a:rPr lang="en-US" dirty="0" err="1">
                <a:latin typeface="Times New Roman" panose="02020603050405020304" pitchFamily="18" charset="0"/>
                <a:cs typeface="Times New Roman" panose="02020603050405020304" pitchFamily="18" charset="0"/>
              </a:rPr>
              <a:t>ceritakanlah</a:t>
            </a:r>
            <a:r>
              <a:rPr lang="en-US" dirty="0">
                <a:latin typeface="Times New Roman" panose="02020603050405020304" pitchFamily="18" charset="0"/>
                <a:cs typeface="Times New Roman" panose="02020603050405020304" pitchFamily="18" charset="0"/>
              </a:rPr>
              <a:t> (Muhammad) </a:t>
            </a:r>
            <a:r>
              <a:rPr lang="en-US" dirty="0" err="1">
                <a:latin typeface="Times New Roman" panose="02020603050405020304" pitchFamily="18" charset="0"/>
                <a:cs typeface="Times New Roman" panose="02020603050405020304" pitchFamily="18" charset="0"/>
              </a:rPr>
              <a:t>kisah</a:t>
            </a:r>
            <a:r>
              <a:rPr lang="en-US" dirty="0">
                <a:latin typeface="Times New Roman" panose="02020603050405020304" pitchFamily="18" charset="0"/>
                <a:cs typeface="Times New Roman" panose="02020603050405020304" pitchFamily="18" charset="0"/>
              </a:rPr>
              <a:t> Ibrahim di </a:t>
            </a:r>
            <a:r>
              <a:rPr lang="en-US" dirty="0" err="1">
                <a:latin typeface="Times New Roman" panose="02020603050405020304" pitchFamily="18" charset="0"/>
                <a:cs typeface="Times New Roman" panose="02020603050405020304" pitchFamily="18" charset="0"/>
              </a:rPr>
              <a:t>dalam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Kitab</a:t>
            </a:r>
            <a:r>
              <a:rPr lang="en-US" dirty="0">
                <a:latin typeface="Times New Roman" panose="02020603050405020304" pitchFamily="18" charset="0"/>
                <a:cs typeface="Times New Roman" panose="02020603050405020304" pitchFamily="18" charset="0"/>
              </a:rPr>
              <a:t> (Al-Quran), </a:t>
            </a:r>
            <a:r>
              <a:rPr lang="en-US" dirty="0" err="1">
                <a:latin typeface="Times New Roman" panose="02020603050405020304" pitchFamily="18" charset="0"/>
                <a:cs typeface="Times New Roman" panose="02020603050405020304" pitchFamily="18" charset="0"/>
              </a:rPr>
              <a:t>sesungguhnya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seorang</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sangat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mencintai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kebenaran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seorang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nabi</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Ingatlah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ketika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dia</a:t>
            </a:r>
            <a:r>
              <a:rPr lang="en-US" dirty="0">
                <a:latin typeface="Times New Roman" panose="02020603050405020304" pitchFamily="18" charset="0"/>
                <a:cs typeface="Times New Roman" panose="02020603050405020304" pitchFamily="18" charset="0"/>
              </a:rPr>
              <a:t> (Ibrahim) </a:t>
            </a:r>
            <a:r>
              <a:rPr lang="en-US" dirty="0" err="1">
                <a:latin typeface="Times New Roman" panose="02020603050405020304" pitchFamily="18" charset="0"/>
                <a:cs typeface="Times New Roman" panose="02020603050405020304" pitchFamily="18" charset="0"/>
              </a:rPr>
              <a:t>berkata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ayahnya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Wahai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ayahku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Mengapa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engkau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menyembah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sesuatu</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tidak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dapat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mendengar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tidak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melihat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tidak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dapat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menolongmu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sedikit</a:t>
            </a:r>
            <a:r>
              <a:rPr lang="en-US" dirty="0">
                <a:latin typeface="Times New Roman" panose="02020603050405020304" pitchFamily="18" charset="0"/>
                <a:cs typeface="Times New Roman" panose="02020603050405020304" pitchFamily="18" charset="0"/>
              </a:rPr>
              <a:t> pun?</a:t>
            </a:r>
            <a:r>
              <a:rPr lang="id-ID"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Wahai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ayahku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Sungguh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sampai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sebagian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ilmu</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tidak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diberikan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ikutilah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niscaya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menunjukkan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jalan</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lurus</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Wahai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ayahku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Janganlah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engkau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menyembah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setan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Sungguh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setan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itu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durhaka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Tuhan</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Maha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Pengasih</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Wahai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ayahku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sungguh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khawatir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engkau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ditimpa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azab</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Tuhan</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Maha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Pengasih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sehingga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engkau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menjadi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teman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bagi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setan</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ayahnya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berkata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Bencikah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engkau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tuhan-tuhanku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wahai</a:t>
            </a:r>
            <a:r>
              <a:rPr lang="en-US" dirty="0">
                <a:latin typeface="Times New Roman" panose="02020603050405020304" pitchFamily="18" charset="0"/>
                <a:cs typeface="Times New Roman" panose="02020603050405020304" pitchFamily="18" charset="0"/>
              </a:rPr>
              <a:t> Ibrahim? </a:t>
            </a:r>
            <a:r>
              <a:rPr lang="en-US" dirty="0" err="1">
                <a:latin typeface="Times New Roman" panose="02020603050405020304" pitchFamily="18" charset="0"/>
                <a:cs typeface="Times New Roman" panose="02020603050405020304" pitchFamily="18" charset="0"/>
              </a:rPr>
              <a:t>Jika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engkau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tidak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berhenti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pasti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engkau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kurajam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tinggalkanlah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untuk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waktu</a:t>
            </a:r>
            <a:r>
              <a:rPr lang="en-US" dirty="0">
                <a:latin typeface="Times New Roman" panose="02020603050405020304" pitchFamily="18" charset="0"/>
                <a:cs typeface="Times New Roman" panose="02020603050405020304" pitchFamily="18" charset="0"/>
              </a:rPr>
              <a:t> yang lama.“</a:t>
            </a:r>
            <a:r>
              <a:rPr lang="id-ID" dirty="0">
                <a:latin typeface="Times New Roman" panose="02020603050405020304" pitchFamily="18" charset="0"/>
                <a:cs typeface="Times New Roman" panose="02020603050405020304" pitchFamily="18" charset="0"/>
              </a:rPr>
              <a:t> (Qs. Maryam 41-47)</a:t>
            </a:r>
          </a:p>
        </p:txBody>
      </p:sp>
    </p:spTree>
    <p:extLst>
      <p:ext uri="{BB962C8B-B14F-4D97-AF65-F5344CB8AC3E}">
        <p14:creationId xmlns:p14="http://schemas.microsoft.com/office/powerpoint/2010/main" val="1267422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Lanjutan </a:t>
            </a:r>
            <a:endParaRPr lang="en-US" dirty="0"/>
          </a:p>
        </p:txBody>
      </p:sp>
      <p:sp>
        <p:nvSpPr>
          <p:cNvPr id="3" name="Content Placeholder 2"/>
          <p:cNvSpPr>
            <a:spLocks noGrp="1"/>
          </p:cNvSpPr>
          <p:nvPr>
            <p:ph idx="1"/>
          </p:nvPr>
        </p:nvSpPr>
        <p:spPr/>
        <p:txBody>
          <a:bodyPr>
            <a:normAutofit fontScale="92500"/>
          </a:bodyPr>
          <a:lstStyle/>
          <a:p>
            <a:pPr marL="0" indent="0" algn="just" rtl="1">
              <a:buNone/>
            </a:pPr>
            <a:r>
              <a:rPr lang="ar-SA" sz="2700" dirty="0">
                <a:latin typeface="Traditional Arabic" pitchFamily="18" charset="-78"/>
                <a:cs typeface="Traditional Arabic" pitchFamily="18" charset="-78"/>
              </a:rPr>
              <a:t>وَقَالَ إِنِّي ذَاهِبٌ إِلَى رَبِّي سَيَهْدِينِ (99) رَبِّ هَبْ لِي مِنَ الصَّالِحِينَ (100) فَبَشَّرْنَاهُ بِغُلَامٍ حَلِيمٍ (101) فَلَمَّا بَلَغَ مَعَهُ السَّعْيَ قَالَ يَابُنَيَّ إِنِّي أَرَى فِي الْمَنَامِ أَنِّي أَذْبَحُكَ فَانْظُرْ مَاذَا تَرَى قَالَ يَاأَبَتِ افْعَلْ مَا تُؤْمَرُ سَتَجِدُنِي إِنْ شَاءَ اللَّهُ مِنَ الصَّابِرِينَ</a:t>
            </a:r>
            <a:endParaRPr lang="id-ID" sz="2700" dirty="0">
              <a:latin typeface="Traditional Arabic" pitchFamily="18" charset="-78"/>
              <a:cs typeface="Traditional Arabic" pitchFamily="18" charset="-78"/>
            </a:endParaRPr>
          </a:p>
          <a:p>
            <a:pPr marL="0" indent="0" algn="r">
              <a:buNone/>
            </a:pPr>
            <a:endParaRPr lang="id-ID" dirty="0">
              <a:latin typeface="Traditional Arabic" pitchFamily="18" charset="-78"/>
              <a:cs typeface="Traditional Arabic" pitchFamily="18" charset="-78"/>
            </a:endParaRPr>
          </a:p>
          <a:p>
            <a:pPr marL="0" indent="0" algn="just">
              <a:buNone/>
            </a:pPr>
            <a:r>
              <a:rPr lang="en-US" dirty="0">
                <a:latin typeface="Times New Roman" panose="02020603050405020304" pitchFamily="18" charset="0"/>
                <a:cs typeface="Times New Roman" panose="02020603050405020304" pitchFamily="18" charset="0"/>
              </a:rPr>
              <a:t>Dan Ibrahim </a:t>
            </a:r>
            <a:r>
              <a:rPr lang="en-US" dirty="0" err="1">
                <a:latin typeface="Times New Roman" panose="02020603050405020304" pitchFamily="18" charset="0"/>
                <a:cs typeface="Times New Roman" panose="02020603050405020304" pitchFamily="18" charset="0"/>
              </a:rPr>
              <a:t>berkata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Sesungguhnya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pergi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menghadap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Tuhanku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memberi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petunjuk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kepadaku</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a:t>
            </a:r>
            <a:r>
              <a:rPr lang="nn-NO" dirty="0">
                <a:latin typeface="Times New Roman" panose="02020603050405020304" pitchFamily="18" charset="0"/>
                <a:cs typeface="Times New Roman" panose="02020603050405020304" pitchFamily="18" charset="0"/>
              </a:rPr>
              <a:t>Ya Tuhanku, anugrahkanlah kepadaku (seorang anak) yang termasuk orang-orang yang saleh.</a:t>
            </a:r>
            <a:r>
              <a:rPr lang="id-ID"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Maka</a:t>
            </a:r>
            <a:r>
              <a:rPr lang="en-US" dirty="0">
                <a:latin typeface="Times New Roman" panose="02020603050405020304" pitchFamily="18" charset="0"/>
                <a:cs typeface="Times New Roman" panose="02020603050405020304" pitchFamily="18" charset="0"/>
              </a:rPr>
              <a:t> Kami </a:t>
            </a:r>
            <a:r>
              <a:rPr lang="en-US" dirty="0" err="1">
                <a:latin typeface="Times New Roman" panose="02020603050405020304" pitchFamily="18" charset="0"/>
                <a:cs typeface="Times New Roman" panose="02020603050405020304" pitchFamily="18" charset="0"/>
              </a:rPr>
              <a:t>beri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khabar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gembira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dengan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seorang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anak</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amat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sabar</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tatkala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anak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itu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sampai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umur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sanggup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berusaha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bersama-sama</a:t>
            </a:r>
            <a:r>
              <a:rPr lang="en-US" dirty="0">
                <a:latin typeface="Times New Roman" panose="02020603050405020304" pitchFamily="18" charset="0"/>
                <a:cs typeface="Times New Roman" panose="02020603050405020304" pitchFamily="18" charset="0"/>
              </a:rPr>
              <a:t> Ibrahim, Ibrahim </a:t>
            </a:r>
            <a:r>
              <a:rPr lang="en-US" dirty="0" err="1">
                <a:latin typeface="Times New Roman" panose="02020603050405020304" pitchFamily="18" charset="0"/>
                <a:cs typeface="Times New Roman" panose="02020603050405020304" pitchFamily="18" charset="0"/>
              </a:rPr>
              <a:t>berkata</a:t>
            </a:r>
            <a:r>
              <a:rPr lang="en-US" dirty="0">
                <a:latin typeface="Times New Roman" panose="02020603050405020304" pitchFamily="18" charset="0"/>
                <a:cs typeface="Times New Roman" panose="02020603050405020304" pitchFamily="18" charset="0"/>
              </a:rPr>
              <a:t>: "Hai </a:t>
            </a:r>
            <a:r>
              <a:rPr lang="en-US" dirty="0" err="1">
                <a:latin typeface="Times New Roman" panose="02020603050405020304" pitchFamily="18" charset="0"/>
                <a:cs typeface="Times New Roman" panose="02020603050405020304" pitchFamily="18" charset="0"/>
              </a:rPr>
              <a:t>anakku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sesungguhnya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melihat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dalam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mimpi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bahwa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menyembelihmu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fikirkanlah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apa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pendapatmu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menjawab</a:t>
            </a:r>
            <a:r>
              <a:rPr lang="en-US" dirty="0">
                <a:latin typeface="Times New Roman" panose="02020603050405020304" pitchFamily="18" charset="0"/>
                <a:cs typeface="Times New Roman" panose="02020603050405020304" pitchFamily="18" charset="0"/>
              </a:rPr>
              <a:t>: "Hai </a:t>
            </a:r>
            <a:r>
              <a:rPr lang="en-US" dirty="0" err="1">
                <a:latin typeface="Times New Roman" panose="02020603050405020304" pitchFamily="18" charset="0"/>
                <a:cs typeface="Times New Roman" panose="02020603050405020304" pitchFamily="18" charset="0"/>
              </a:rPr>
              <a:t>bapakku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kerjakanlah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apa</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diperintahkan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insya</a:t>
            </a:r>
            <a:r>
              <a:rPr lang="en-US" dirty="0">
                <a:latin typeface="Times New Roman" panose="02020603050405020304" pitchFamily="18" charset="0"/>
                <a:cs typeface="Times New Roman" panose="02020603050405020304" pitchFamily="18" charset="0"/>
              </a:rPr>
              <a:t> Allah </a:t>
            </a:r>
            <a:r>
              <a:rPr lang="en-US" dirty="0" err="1">
                <a:latin typeface="Times New Roman" panose="02020603050405020304" pitchFamily="18" charset="0"/>
                <a:cs typeface="Times New Roman" panose="02020603050405020304" pitchFamily="18" charset="0"/>
              </a:rPr>
              <a:t>kamu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mendapatiku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termasuk</a:t>
            </a:r>
            <a:r>
              <a:rPr lang="en-US" dirty="0">
                <a:latin typeface="Times New Roman" panose="02020603050405020304" pitchFamily="18" charset="0"/>
                <a:cs typeface="Times New Roman" panose="02020603050405020304" pitchFamily="18" charset="0"/>
              </a:rPr>
              <a:t> orang-orang yang </a:t>
            </a:r>
            <a:r>
              <a:rPr lang="en-US" dirty="0" err="1">
                <a:latin typeface="Times New Roman" panose="02020603050405020304" pitchFamily="18" charset="0"/>
                <a:cs typeface="Times New Roman" panose="02020603050405020304" pitchFamily="18" charset="0"/>
              </a:rPr>
              <a:t>sabar</a:t>
            </a:r>
            <a:r>
              <a:rPr lang="en-US" dirty="0">
                <a:latin typeface="Times New Roman" panose="02020603050405020304" pitchFamily="18" charset="0"/>
                <a:cs typeface="Times New Roman" panose="02020603050405020304" pitchFamily="18" charset="0"/>
              </a:rPr>
              <a:t>". </a:t>
            </a:r>
            <a:r>
              <a:rPr lang="id-ID" dirty="0">
                <a:latin typeface="Times New Roman" panose="02020603050405020304" pitchFamily="18" charset="0"/>
                <a:cs typeface="Times New Roman" panose="02020603050405020304" pitchFamily="18" charset="0"/>
              </a:rPr>
              <a:t>(Qs. Al-Shaffat 99-102)</a:t>
            </a:r>
          </a:p>
          <a:p>
            <a:pPr marL="0" indent="0" algn="r">
              <a:buNone/>
            </a:pPr>
            <a:endParaRPr lang="en-US" dirty="0"/>
          </a:p>
        </p:txBody>
      </p:sp>
    </p:spTree>
    <p:extLst>
      <p:ext uri="{BB962C8B-B14F-4D97-AF65-F5344CB8AC3E}">
        <p14:creationId xmlns:p14="http://schemas.microsoft.com/office/powerpoint/2010/main" val="837859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Poin dan Pesan Utama </a:t>
            </a:r>
            <a:endParaRPr lang="en-US" dirty="0"/>
          </a:p>
        </p:txBody>
      </p:sp>
      <p:sp>
        <p:nvSpPr>
          <p:cNvPr id="3" name="Content Placeholder 2"/>
          <p:cNvSpPr>
            <a:spLocks noGrp="1"/>
          </p:cNvSpPr>
          <p:nvPr>
            <p:ph sz="half" idx="1"/>
          </p:nvPr>
        </p:nvSpPr>
        <p:spPr/>
        <p:txBody>
          <a:bodyPr>
            <a:normAutofit/>
          </a:bodyPr>
          <a:lstStyle/>
          <a:p>
            <a:pPr algn="just"/>
            <a:r>
              <a:rPr lang="id-ID" sz="3000" dirty="0">
                <a:latin typeface="Traditional Arabic" pitchFamily="18" charset="-78"/>
                <a:cs typeface="Traditional Arabic" pitchFamily="18" charset="-78"/>
              </a:rPr>
              <a:t>Jujur, </a:t>
            </a:r>
          </a:p>
          <a:p>
            <a:pPr algn="just"/>
            <a:r>
              <a:rPr lang="id-ID" sz="3000" dirty="0">
                <a:latin typeface="Traditional Arabic" pitchFamily="18" charset="-78"/>
                <a:cs typeface="Traditional Arabic" pitchFamily="18" charset="-78"/>
              </a:rPr>
              <a:t>Agen informasi, </a:t>
            </a:r>
          </a:p>
          <a:p>
            <a:pPr algn="just"/>
            <a:r>
              <a:rPr lang="id-ID" sz="3000" dirty="0">
                <a:latin typeface="Traditional Arabic" pitchFamily="18" charset="-78"/>
                <a:cs typeface="Traditional Arabic" pitchFamily="18" charset="-78"/>
              </a:rPr>
              <a:t>Mengajak, mendakwah dengan santun, </a:t>
            </a:r>
          </a:p>
          <a:p>
            <a:pPr algn="just"/>
            <a:endParaRPr lang="en-US" sz="3000" dirty="0"/>
          </a:p>
        </p:txBody>
      </p:sp>
      <p:sp>
        <p:nvSpPr>
          <p:cNvPr id="4" name="Content Placeholder 3"/>
          <p:cNvSpPr>
            <a:spLocks noGrp="1"/>
          </p:cNvSpPr>
          <p:nvPr>
            <p:ph sz="half" idx="2"/>
          </p:nvPr>
        </p:nvSpPr>
        <p:spPr/>
        <p:txBody>
          <a:bodyPr>
            <a:normAutofit/>
          </a:bodyPr>
          <a:lstStyle/>
          <a:p>
            <a:pPr algn="just"/>
            <a:r>
              <a:rPr lang="id-ID" sz="3000" dirty="0">
                <a:latin typeface="Traditional Arabic" pitchFamily="18" charset="-78"/>
                <a:cs typeface="Traditional Arabic" pitchFamily="18" charset="-78"/>
              </a:rPr>
              <a:t>Moderat dalam beragama, </a:t>
            </a:r>
          </a:p>
          <a:p>
            <a:pPr algn="just"/>
            <a:r>
              <a:rPr lang="id-ID" sz="3000" dirty="0">
                <a:latin typeface="Traditional Arabic" pitchFamily="18" charset="-78"/>
                <a:cs typeface="Traditional Arabic" pitchFamily="18" charset="-78"/>
              </a:rPr>
              <a:t>Selalu memohon generasi yang shalih.</a:t>
            </a:r>
          </a:p>
          <a:p>
            <a:endParaRPr lang="en-US" sz="3000" dirty="0"/>
          </a:p>
        </p:txBody>
      </p:sp>
    </p:spTree>
    <p:extLst>
      <p:ext uri="{BB962C8B-B14F-4D97-AF65-F5344CB8AC3E}">
        <p14:creationId xmlns:p14="http://schemas.microsoft.com/office/powerpoint/2010/main" val="2182857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id-ID" sz="3000" dirty="0"/>
              <a:t>Inspirasi </a:t>
            </a:r>
            <a:r>
              <a:rPr lang="en-US" sz="3000" dirty="0" err="1"/>
              <a:t>Nabi</a:t>
            </a:r>
            <a:r>
              <a:rPr lang="en-US" sz="3000" dirty="0"/>
              <a:t> Musa AS (</a:t>
            </a:r>
            <a:r>
              <a:rPr lang="id-ID" sz="3000" dirty="0"/>
              <a:t>Integritas dan Kapabilitas)</a:t>
            </a:r>
            <a:r>
              <a:rPr lang="en-US" sz="3000" dirty="0"/>
              <a:t> </a:t>
            </a:r>
          </a:p>
        </p:txBody>
      </p:sp>
      <p:sp>
        <p:nvSpPr>
          <p:cNvPr id="3" name="Content Placeholder 2"/>
          <p:cNvSpPr>
            <a:spLocks noGrp="1"/>
          </p:cNvSpPr>
          <p:nvPr>
            <p:ph idx="1"/>
          </p:nvPr>
        </p:nvSpPr>
        <p:spPr/>
        <p:txBody>
          <a:bodyPr>
            <a:normAutofit/>
          </a:bodyPr>
          <a:lstStyle/>
          <a:p>
            <a:pPr marL="0" indent="0" algn="just" rtl="1">
              <a:buNone/>
            </a:pPr>
            <a:r>
              <a:rPr lang="ar-SA" sz="3000" dirty="0">
                <a:latin typeface="Traditional Arabic" panose="02020603050405020304" pitchFamily="18" charset="-78"/>
                <a:cs typeface="Traditional Arabic" panose="02020603050405020304" pitchFamily="18" charset="-78"/>
              </a:rPr>
              <a:t>قَالَتْ إِحْدَاهُمَا يَاأَبَتِ اسْتَأْجِرْهُ إِنَّ خَيْرَ مَنِ اسْتَأْجَرْتَ الْقَوِيُّ الْأَمِينُ</a:t>
            </a:r>
            <a:endParaRPr lang="id-ID" sz="3000" dirty="0">
              <a:latin typeface="Traditional Arabic" panose="02020603050405020304" pitchFamily="18" charset="-78"/>
              <a:cs typeface="Traditional Arabic" panose="02020603050405020304" pitchFamily="18" charset="-78"/>
            </a:endParaRPr>
          </a:p>
          <a:p>
            <a:pPr marL="0" indent="0" algn="just">
              <a:buNone/>
            </a:pPr>
            <a:endParaRPr lang="id-ID" sz="2500" dirty="0">
              <a:latin typeface="Times New Roman" panose="02020603050405020304" pitchFamily="18" charset="0"/>
              <a:cs typeface="Times New Roman" panose="02020603050405020304" pitchFamily="18" charset="0"/>
            </a:endParaRPr>
          </a:p>
          <a:p>
            <a:pPr marL="0" indent="0" algn="just">
              <a:buNone/>
            </a:pPr>
            <a:endParaRPr lang="id-ID" sz="2500" dirty="0">
              <a:latin typeface="Times New Roman" panose="02020603050405020304" pitchFamily="18" charset="0"/>
              <a:cs typeface="Times New Roman" panose="02020603050405020304" pitchFamily="18" charset="0"/>
            </a:endParaRPr>
          </a:p>
          <a:p>
            <a:pPr marL="0" indent="0" algn="just">
              <a:buNone/>
            </a:pPr>
            <a:r>
              <a:rPr lang="en-US" sz="2500" dirty="0">
                <a:latin typeface="Times New Roman" panose="02020603050405020304" pitchFamily="18" charset="0"/>
                <a:cs typeface="Times New Roman" panose="02020603050405020304" pitchFamily="18" charset="0"/>
              </a:rPr>
              <a:t>Salah </a:t>
            </a:r>
            <a:r>
              <a:rPr lang="en-US" sz="2500" dirty="0" err="1">
                <a:latin typeface="Times New Roman" panose="02020603050405020304" pitchFamily="18" charset="0"/>
                <a:cs typeface="Times New Roman" panose="02020603050405020304" pitchFamily="18" charset="0"/>
              </a:rPr>
              <a:t>seorang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dari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kedua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wanita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itu</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berkata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Ya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bapakku</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ambillah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ia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sebagai</a:t>
            </a:r>
            <a:r>
              <a:rPr lang="en-US" sz="2500" dirty="0">
                <a:latin typeface="Times New Roman" panose="02020603050405020304" pitchFamily="18" charset="0"/>
                <a:cs typeface="Times New Roman" panose="02020603050405020304" pitchFamily="18" charset="0"/>
              </a:rPr>
              <a:t> orang yang </a:t>
            </a:r>
            <a:r>
              <a:rPr lang="en-US" sz="2500" dirty="0" err="1">
                <a:latin typeface="Times New Roman" panose="02020603050405020304" pitchFamily="18" charset="0"/>
                <a:cs typeface="Times New Roman" panose="02020603050405020304" pitchFamily="18" charset="0"/>
              </a:rPr>
              <a:t>bekerja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pada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kita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karena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sesungguhnya</a:t>
            </a:r>
            <a:r>
              <a:rPr lang="en-US" sz="2500" dirty="0">
                <a:latin typeface="Times New Roman" panose="02020603050405020304" pitchFamily="18" charset="0"/>
                <a:cs typeface="Times New Roman" panose="02020603050405020304" pitchFamily="18" charset="0"/>
              </a:rPr>
              <a:t> orang yang paling </a:t>
            </a:r>
            <a:r>
              <a:rPr lang="en-US" sz="2500" dirty="0" err="1">
                <a:latin typeface="Times New Roman" panose="02020603050405020304" pitchFamily="18" charset="0"/>
                <a:cs typeface="Times New Roman" panose="02020603050405020304" pitchFamily="18" charset="0"/>
              </a:rPr>
              <a:t>baik</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kamu</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ambil</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untuk</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bekerja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pada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kita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ialah</a:t>
            </a:r>
            <a:r>
              <a:rPr lang="en-US" sz="2500" dirty="0">
                <a:latin typeface="Times New Roman" panose="02020603050405020304" pitchFamily="18" charset="0"/>
                <a:cs typeface="Times New Roman" panose="02020603050405020304" pitchFamily="18" charset="0"/>
              </a:rPr>
              <a:t> orang yang </a:t>
            </a:r>
            <a:r>
              <a:rPr lang="en-US" sz="2500" dirty="0" err="1">
                <a:latin typeface="Times New Roman" panose="02020603050405020304" pitchFamily="18" charset="0"/>
                <a:cs typeface="Times New Roman" panose="02020603050405020304" pitchFamily="18" charset="0"/>
              </a:rPr>
              <a:t>kuat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lagi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dapat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dipercaya</a:t>
            </a:r>
            <a:r>
              <a:rPr lang="en-US" sz="2500" dirty="0">
                <a:latin typeface="Times New Roman" panose="02020603050405020304" pitchFamily="18" charset="0"/>
                <a:cs typeface="Times New Roman" panose="02020603050405020304" pitchFamily="18" charset="0"/>
              </a:rPr>
              <a:t>“</a:t>
            </a:r>
            <a:r>
              <a:rPr lang="id-ID" sz="2500" dirty="0">
                <a:latin typeface="Times New Roman" panose="02020603050405020304" pitchFamily="18" charset="0"/>
                <a:cs typeface="Times New Roman" panose="02020603050405020304" pitchFamily="18" charset="0"/>
              </a:rPr>
              <a:t>. (Qs. Al-Qashash 26)</a:t>
            </a: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7067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id-ID" dirty="0"/>
              <a:t>Inspirasi </a:t>
            </a:r>
            <a:r>
              <a:rPr lang="en-US" dirty="0" err="1"/>
              <a:t>Nabi</a:t>
            </a:r>
            <a:r>
              <a:rPr lang="en-US" dirty="0"/>
              <a:t> Yusuf AS:</a:t>
            </a:r>
            <a:br>
              <a:rPr lang="en-US" dirty="0"/>
            </a:br>
            <a:r>
              <a:rPr lang="en-US" dirty="0" err="1"/>
              <a:t>Sabar</a:t>
            </a:r>
            <a:r>
              <a:rPr lang="en-US" dirty="0"/>
              <a:t>, </a:t>
            </a:r>
            <a:r>
              <a:rPr lang="en-US" dirty="0" err="1"/>
              <a:t>Ihsan</a:t>
            </a:r>
            <a:r>
              <a:rPr lang="en-US" dirty="0"/>
              <a:t>, Makin, Amin.</a:t>
            </a:r>
          </a:p>
        </p:txBody>
      </p:sp>
      <p:sp>
        <p:nvSpPr>
          <p:cNvPr id="3" name="Content Placeholder 2"/>
          <p:cNvSpPr>
            <a:spLocks noGrp="1"/>
          </p:cNvSpPr>
          <p:nvPr>
            <p:ph idx="1"/>
          </p:nvPr>
        </p:nvSpPr>
        <p:spPr/>
        <p:txBody>
          <a:bodyPr>
            <a:noAutofit/>
          </a:bodyPr>
          <a:lstStyle/>
          <a:p>
            <a:pPr marL="0" indent="0" algn="just" rtl="1">
              <a:buNone/>
            </a:pPr>
            <a:r>
              <a:rPr lang="ar-SA" sz="2500" dirty="0">
                <a:latin typeface="Traditional Arabic" panose="02020603050405020304" pitchFamily="18" charset="-78"/>
                <a:cs typeface="Traditional Arabic" panose="02020603050405020304" pitchFamily="18" charset="-78"/>
              </a:rPr>
              <a:t>وَقَالَ الْمَلِكُ ائْتُونِي بِهِ فَلَمَّا جَاءَهُ الرَّسُولُ قَالَ ارْجِعْ إِلَى رَبِّكَ فَاسْأَلْهُ مَا بَالُ النِّسْوَةِ اللَّاتِي قَطَّعْنَ أَيْدِيَهُنَّ إِنَّ رَبِّي بِكَيْدِهِنَّ عَلِيمٌ</a:t>
            </a:r>
          </a:p>
          <a:p>
            <a:pPr marL="0" indent="0" algn="just">
              <a:buNone/>
            </a:pPr>
            <a:r>
              <a:rPr lang="en-US" sz="1900" dirty="0"/>
              <a:t>Dan raja </a:t>
            </a:r>
            <a:r>
              <a:rPr lang="en-US" sz="1900" dirty="0" err="1"/>
              <a:t>berkata</a:t>
            </a:r>
            <a:r>
              <a:rPr lang="en-US" sz="1900" dirty="0"/>
              <a:t>, "</a:t>
            </a:r>
            <a:r>
              <a:rPr lang="en-US" sz="1900" dirty="0" err="1"/>
              <a:t>Bawalah</a:t>
            </a:r>
            <a:r>
              <a:rPr lang="en-US" sz="1900" dirty="0"/>
              <a:t> </a:t>
            </a:r>
            <a:r>
              <a:rPr lang="en-US" sz="1900" dirty="0" err="1"/>
              <a:t>dia</a:t>
            </a:r>
            <a:r>
              <a:rPr lang="en-US" sz="1900" dirty="0"/>
              <a:t> </a:t>
            </a:r>
            <a:r>
              <a:rPr lang="en-US" sz="1900" dirty="0" err="1"/>
              <a:t>kepadaku</a:t>
            </a:r>
            <a:r>
              <a:rPr lang="en-US" sz="1900" dirty="0"/>
              <a:t>." </a:t>
            </a:r>
            <a:r>
              <a:rPr lang="en-US" sz="1900" dirty="0" err="1"/>
              <a:t>Ketika</a:t>
            </a:r>
            <a:r>
              <a:rPr lang="en-US" sz="1900" dirty="0"/>
              <a:t> </a:t>
            </a:r>
            <a:r>
              <a:rPr lang="en-US" sz="1900" dirty="0" err="1"/>
              <a:t>utusan</a:t>
            </a:r>
            <a:r>
              <a:rPr lang="en-US" sz="1900" dirty="0"/>
              <a:t> </a:t>
            </a:r>
            <a:r>
              <a:rPr lang="en-US" sz="1900" dirty="0" err="1"/>
              <a:t>itu</a:t>
            </a:r>
            <a:r>
              <a:rPr lang="en-US" sz="1900" dirty="0"/>
              <a:t> </a:t>
            </a:r>
            <a:r>
              <a:rPr lang="en-US" sz="1900" dirty="0" err="1"/>
              <a:t>datang</a:t>
            </a:r>
            <a:r>
              <a:rPr lang="en-US" sz="1900" dirty="0"/>
              <a:t> </a:t>
            </a:r>
            <a:r>
              <a:rPr lang="en-US" sz="1900" dirty="0" err="1"/>
              <a:t>kepadanya</a:t>
            </a:r>
            <a:r>
              <a:rPr lang="en-US" sz="1900" dirty="0"/>
              <a:t>, </a:t>
            </a:r>
            <a:r>
              <a:rPr lang="en-US" sz="1900" dirty="0" err="1"/>
              <a:t>dia</a:t>
            </a:r>
            <a:r>
              <a:rPr lang="en-US" sz="1900" dirty="0"/>
              <a:t> (Yusuf) </a:t>
            </a:r>
            <a:r>
              <a:rPr lang="en-US" sz="1900" dirty="0" err="1"/>
              <a:t>berkata</a:t>
            </a:r>
            <a:r>
              <a:rPr lang="en-US" sz="1900" dirty="0"/>
              <a:t>, "</a:t>
            </a:r>
            <a:r>
              <a:rPr lang="en-US" sz="1900" dirty="0" err="1"/>
              <a:t>Kembalilah</a:t>
            </a:r>
            <a:r>
              <a:rPr lang="en-US" sz="1900" dirty="0"/>
              <a:t> </a:t>
            </a:r>
            <a:r>
              <a:rPr lang="en-US" sz="1900" dirty="0" err="1"/>
              <a:t>kepada</a:t>
            </a:r>
            <a:r>
              <a:rPr lang="en-US" sz="1900" dirty="0"/>
              <a:t> </a:t>
            </a:r>
            <a:r>
              <a:rPr lang="en-US" sz="1900" dirty="0" err="1"/>
              <a:t>tuanmu</a:t>
            </a:r>
            <a:r>
              <a:rPr lang="en-US" sz="1900" dirty="0"/>
              <a:t> </a:t>
            </a:r>
            <a:r>
              <a:rPr lang="en-US" sz="1900" dirty="0" err="1"/>
              <a:t>dan</a:t>
            </a:r>
            <a:r>
              <a:rPr lang="en-US" sz="1900" dirty="0"/>
              <a:t> </a:t>
            </a:r>
            <a:r>
              <a:rPr lang="en-US" sz="1900" dirty="0" err="1"/>
              <a:t>tanyakan</a:t>
            </a:r>
            <a:r>
              <a:rPr lang="en-US" sz="1900" dirty="0"/>
              <a:t> </a:t>
            </a:r>
            <a:r>
              <a:rPr lang="en-US" sz="1900" dirty="0" err="1"/>
              <a:t>kepadanya</a:t>
            </a:r>
            <a:r>
              <a:rPr lang="en-US" sz="1900" dirty="0"/>
              <a:t> </a:t>
            </a:r>
            <a:r>
              <a:rPr lang="en-US" sz="1900" dirty="0" err="1"/>
              <a:t>bagaimana</a:t>
            </a:r>
            <a:r>
              <a:rPr lang="en-US" sz="1900" dirty="0"/>
              <a:t> </a:t>
            </a:r>
            <a:r>
              <a:rPr lang="en-US" sz="1900" dirty="0" err="1"/>
              <a:t>halnya</a:t>
            </a:r>
            <a:r>
              <a:rPr lang="en-US" sz="1900" dirty="0"/>
              <a:t> </a:t>
            </a:r>
            <a:r>
              <a:rPr lang="en-US" sz="1900" dirty="0" err="1"/>
              <a:t>perempuan-perempuan</a:t>
            </a:r>
            <a:r>
              <a:rPr lang="en-US" sz="1900" dirty="0"/>
              <a:t> yang </a:t>
            </a:r>
            <a:r>
              <a:rPr lang="en-US" sz="1900" dirty="0" err="1"/>
              <a:t>telah</a:t>
            </a:r>
            <a:r>
              <a:rPr lang="en-US" sz="1900" dirty="0"/>
              <a:t> </a:t>
            </a:r>
            <a:r>
              <a:rPr lang="en-US" sz="1900" dirty="0" err="1"/>
              <a:t>melukai</a:t>
            </a:r>
            <a:r>
              <a:rPr lang="en-US" sz="1900" dirty="0"/>
              <a:t> </a:t>
            </a:r>
            <a:r>
              <a:rPr lang="en-US" sz="1900" dirty="0" err="1"/>
              <a:t>tanganya</a:t>
            </a:r>
            <a:r>
              <a:rPr lang="en-US" sz="1900" dirty="0"/>
              <a:t>. </a:t>
            </a:r>
            <a:r>
              <a:rPr lang="en-US" sz="1900" dirty="0" err="1"/>
              <a:t>SUngguh</a:t>
            </a:r>
            <a:r>
              <a:rPr lang="en-US" sz="1900" dirty="0"/>
              <a:t>, </a:t>
            </a:r>
            <a:r>
              <a:rPr lang="en-US" sz="1900" dirty="0" err="1"/>
              <a:t>Tuhanku</a:t>
            </a:r>
            <a:r>
              <a:rPr lang="en-US" sz="1900" dirty="0"/>
              <a:t> </a:t>
            </a:r>
            <a:r>
              <a:rPr lang="en-US" sz="1900" dirty="0" err="1"/>
              <a:t>Maha</a:t>
            </a:r>
            <a:r>
              <a:rPr lang="en-US" sz="1900" dirty="0"/>
              <a:t> </a:t>
            </a:r>
            <a:r>
              <a:rPr lang="en-US" sz="1900" dirty="0" err="1"/>
              <a:t>Mengetahui</a:t>
            </a:r>
            <a:r>
              <a:rPr lang="en-US" sz="1900" dirty="0"/>
              <a:t> </a:t>
            </a:r>
            <a:r>
              <a:rPr lang="en-US" sz="1900" dirty="0" err="1"/>
              <a:t>tipu</a:t>
            </a:r>
            <a:r>
              <a:rPr lang="en-US" sz="1900" dirty="0"/>
              <a:t> </a:t>
            </a:r>
            <a:r>
              <a:rPr lang="en-US" sz="1900" dirty="0" err="1"/>
              <a:t>daya</a:t>
            </a:r>
            <a:r>
              <a:rPr lang="en-US" sz="1900" dirty="0"/>
              <a:t> </a:t>
            </a:r>
            <a:r>
              <a:rPr lang="en-US" sz="1900" dirty="0" err="1"/>
              <a:t>mereka</a:t>
            </a:r>
            <a:r>
              <a:rPr lang="en-US" sz="1900" dirty="0"/>
              <a:t>.“</a:t>
            </a:r>
            <a:r>
              <a:rPr lang="id-ID" sz="1900" dirty="0"/>
              <a:t> (Qs. Yusuf 50)</a:t>
            </a:r>
            <a:endParaRPr lang="ar-SA" sz="1900" dirty="0">
              <a:latin typeface="Traditional Arabic" panose="02020603050405020304" pitchFamily="18" charset="-78"/>
            </a:endParaRPr>
          </a:p>
          <a:p>
            <a:pPr marL="0" indent="0" algn="just" rtl="1">
              <a:buNone/>
            </a:pPr>
            <a:r>
              <a:rPr lang="ar-SA" sz="2500" dirty="0">
                <a:latin typeface="Traditional Arabic" panose="02020603050405020304" pitchFamily="18" charset="-78"/>
                <a:cs typeface="Traditional Arabic" panose="02020603050405020304" pitchFamily="18" charset="-78"/>
              </a:rPr>
              <a:t>قَالَ بَلْ سَوَّلَتْ لَكُمْ أَنْفُسُكُمْ أَمْرًا فَصَبْرٌ جَمِيلٌ عَسَى اللَّهُ أَنْ يَأْتِيَنِي بِهِمْ جَمِيعًا إِنَّهُ هُوَ الْعَلِيمُ الْحَكِيمُ</a:t>
            </a:r>
          </a:p>
          <a:p>
            <a:pPr marL="0" indent="0" algn="just">
              <a:buNone/>
            </a:pPr>
            <a:r>
              <a:rPr lang="en-US" sz="1900" dirty="0" err="1">
                <a:latin typeface="Times New Roman" panose="02020603050405020304" pitchFamily="18" charset="0"/>
                <a:cs typeface="Times New Roman" panose="02020603050405020304" pitchFamily="18" charset="0"/>
              </a:rPr>
              <a:t>Dia</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Yakub</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berkata</a:t>
            </a:r>
            <a:r>
              <a:rPr lang="en-US" sz="1900" dirty="0">
                <a:latin typeface="Times New Roman" panose="02020603050405020304" pitchFamily="18" charset="0"/>
                <a:cs typeface="Times New Roman" panose="02020603050405020304" pitchFamily="18" charset="0"/>
              </a:rPr>
              <a:t>,"</a:t>
            </a:r>
            <a:r>
              <a:rPr lang="en-US" sz="1900" dirty="0" err="1">
                <a:latin typeface="Times New Roman" panose="02020603050405020304" pitchFamily="18" charset="0"/>
                <a:cs typeface="Times New Roman" panose="02020603050405020304" pitchFamily="18" charset="0"/>
              </a:rPr>
              <a:t>Sebenarnya</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hanya</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dirimu</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sendri</a:t>
            </a:r>
            <a:r>
              <a:rPr lang="en-US" sz="1900" dirty="0">
                <a:latin typeface="Times New Roman" panose="02020603050405020304" pitchFamily="18" charset="0"/>
                <a:cs typeface="Times New Roman" panose="02020603050405020304" pitchFamily="18" charset="0"/>
              </a:rPr>
              <a:t> yang </a:t>
            </a:r>
            <a:r>
              <a:rPr lang="en-US" sz="1900" dirty="0" err="1">
                <a:latin typeface="Times New Roman" panose="02020603050405020304" pitchFamily="18" charset="0"/>
                <a:cs typeface="Times New Roman" panose="02020603050405020304" pitchFamily="18" charset="0"/>
              </a:rPr>
              <a:t>memandang</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baik</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urusan</a:t>
            </a:r>
            <a:r>
              <a:rPr lang="en-US" sz="1900" dirty="0">
                <a:latin typeface="Times New Roman" panose="02020603050405020304" pitchFamily="18" charset="0"/>
                <a:cs typeface="Times New Roman" panose="02020603050405020304" pitchFamily="18" charset="0"/>
              </a:rPr>
              <a:t> (yang </a:t>
            </a:r>
            <a:r>
              <a:rPr lang="en-US" sz="1900" dirty="0" err="1">
                <a:latin typeface="Times New Roman" panose="02020603050405020304" pitchFamily="18" charset="0"/>
                <a:cs typeface="Times New Roman" panose="02020603050405020304" pitchFamily="18" charset="0"/>
              </a:rPr>
              <a:t>buruk</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itu</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Maka</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kesabaranku</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adalah</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kesabaran</a:t>
            </a:r>
            <a:r>
              <a:rPr lang="en-US" sz="1900" dirty="0">
                <a:latin typeface="Times New Roman" panose="02020603050405020304" pitchFamily="18" charset="0"/>
                <a:cs typeface="Times New Roman" panose="02020603050405020304" pitchFamily="18" charset="0"/>
              </a:rPr>
              <a:t> yang </a:t>
            </a:r>
            <a:r>
              <a:rPr lang="en-US" sz="1900" dirty="0" err="1">
                <a:latin typeface="Times New Roman" panose="02020603050405020304" pitchFamily="18" charset="0"/>
                <a:cs typeface="Times New Roman" panose="02020603050405020304" pitchFamily="18" charset="0"/>
              </a:rPr>
              <a:t>baik</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Mudah-mudahan</a:t>
            </a:r>
            <a:r>
              <a:rPr lang="en-US" sz="1900" dirty="0">
                <a:latin typeface="Times New Roman" panose="02020603050405020304" pitchFamily="18" charset="0"/>
                <a:cs typeface="Times New Roman" panose="02020603050405020304" pitchFamily="18" charset="0"/>
              </a:rPr>
              <a:t> Allah </a:t>
            </a:r>
            <a:r>
              <a:rPr lang="en-US" sz="1900" dirty="0" err="1">
                <a:latin typeface="Times New Roman" panose="02020603050405020304" pitchFamily="18" charset="0"/>
                <a:cs typeface="Times New Roman" panose="02020603050405020304" pitchFamily="18" charset="0"/>
              </a:rPr>
              <a:t>mendatangkan</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mereka</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semua</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kepadaku</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Sungguh</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Dialah</a:t>
            </a:r>
            <a:r>
              <a:rPr lang="en-US" sz="1900" dirty="0">
                <a:latin typeface="Times New Roman" panose="02020603050405020304" pitchFamily="18" charset="0"/>
                <a:cs typeface="Times New Roman" panose="02020603050405020304" pitchFamily="18" charset="0"/>
              </a:rPr>
              <a:t> Yang </a:t>
            </a:r>
            <a:r>
              <a:rPr lang="en-US" sz="1900" dirty="0" err="1">
                <a:latin typeface="Times New Roman" panose="02020603050405020304" pitchFamily="18" charset="0"/>
                <a:cs typeface="Times New Roman" panose="02020603050405020304" pitchFamily="18" charset="0"/>
              </a:rPr>
              <a:t>Maha</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Mengetahui</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Mahabijaksana</a:t>
            </a:r>
            <a:r>
              <a:rPr lang="en-US" sz="1900" dirty="0">
                <a:latin typeface="Times New Roman" panose="02020603050405020304" pitchFamily="18" charset="0"/>
                <a:cs typeface="Times New Roman" panose="02020603050405020304" pitchFamily="18" charset="0"/>
              </a:rPr>
              <a:t>.“</a:t>
            </a:r>
            <a:r>
              <a:rPr lang="id-ID" sz="1900" dirty="0">
                <a:latin typeface="Times New Roman" panose="02020603050405020304" pitchFamily="18" charset="0"/>
                <a:cs typeface="Times New Roman" panose="02020603050405020304" pitchFamily="18" charset="0"/>
              </a:rPr>
              <a:t> (Qs. Yusuf 83)</a:t>
            </a:r>
            <a:endParaRPr lang="ar-SA"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2195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Lanjutan </a:t>
            </a:r>
            <a:endParaRPr lang="en-US" dirty="0"/>
          </a:p>
        </p:txBody>
      </p:sp>
      <p:sp>
        <p:nvSpPr>
          <p:cNvPr id="3" name="Content Placeholder 2"/>
          <p:cNvSpPr>
            <a:spLocks noGrp="1"/>
          </p:cNvSpPr>
          <p:nvPr>
            <p:ph idx="1"/>
          </p:nvPr>
        </p:nvSpPr>
        <p:spPr/>
        <p:txBody>
          <a:bodyPr>
            <a:normAutofit/>
          </a:bodyPr>
          <a:lstStyle/>
          <a:p>
            <a:pPr marL="0" indent="0" algn="r">
              <a:buNone/>
            </a:pPr>
            <a:r>
              <a:rPr lang="ar-SA" sz="2700" dirty="0">
                <a:latin typeface="Traditional Arabic" panose="02020603050405020304" pitchFamily="18" charset="-78"/>
                <a:cs typeface="Traditional Arabic" panose="02020603050405020304" pitchFamily="18" charset="-78"/>
              </a:rPr>
              <a:t>وَلَمَّا بَلَغَ أَشُدَّهُ آتَيْنَاهُ حُكْمًا وَعِلْمًا وَكَذَلِكَ نَجْزِي الْمُحْسِنِينَ</a:t>
            </a:r>
            <a:endParaRPr lang="id-ID" dirty="0">
              <a:latin typeface="Traditional Arabic" panose="02020603050405020304" pitchFamily="18" charset="-78"/>
              <a:cs typeface="Traditional Arabic" panose="02020603050405020304" pitchFamily="18" charset="-78"/>
            </a:endParaRPr>
          </a:p>
          <a:p>
            <a:pPr marL="0" indent="0" algn="just">
              <a:buNone/>
            </a:pPr>
            <a:r>
              <a:rPr lang="id-ID" dirty="0"/>
              <a:t>“</a:t>
            </a:r>
            <a:r>
              <a:rPr lang="en-US" dirty="0"/>
              <a:t>Dan </a:t>
            </a:r>
            <a:r>
              <a:rPr lang="en-US" dirty="0" err="1"/>
              <a:t>ketika</a:t>
            </a:r>
            <a:r>
              <a:rPr lang="en-US" dirty="0"/>
              <a:t> </a:t>
            </a:r>
            <a:r>
              <a:rPr lang="en-US" dirty="0" err="1"/>
              <a:t>dia</a:t>
            </a:r>
            <a:r>
              <a:rPr lang="en-US" dirty="0"/>
              <a:t> </a:t>
            </a:r>
            <a:r>
              <a:rPr lang="en-US" dirty="0" err="1"/>
              <a:t>telah</a:t>
            </a:r>
            <a:r>
              <a:rPr lang="en-US" dirty="0"/>
              <a:t> </a:t>
            </a:r>
            <a:r>
              <a:rPr lang="en-US" dirty="0" err="1"/>
              <a:t>cukup</a:t>
            </a:r>
            <a:r>
              <a:rPr lang="en-US" dirty="0"/>
              <a:t> </a:t>
            </a:r>
            <a:r>
              <a:rPr lang="en-US" dirty="0" err="1"/>
              <a:t>dewasa</a:t>
            </a:r>
            <a:r>
              <a:rPr lang="en-US" dirty="0"/>
              <a:t> Kami </a:t>
            </a:r>
            <a:r>
              <a:rPr lang="en-US" dirty="0" err="1"/>
              <a:t>berikan</a:t>
            </a:r>
            <a:r>
              <a:rPr lang="en-US" dirty="0"/>
              <a:t> </a:t>
            </a:r>
            <a:r>
              <a:rPr lang="en-US" dirty="0" err="1"/>
              <a:t>kepadanya</a:t>
            </a:r>
            <a:r>
              <a:rPr lang="en-US" dirty="0"/>
              <a:t> </a:t>
            </a:r>
            <a:r>
              <a:rPr lang="en-US" dirty="0" err="1"/>
              <a:t>kekuasaan</a:t>
            </a:r>
            <a:r>
              <a:rPr lang="en-US" dirty="0"/>
              <a:t> </a:t>
            </a:r>
            <a:r>
              <a:rPr lang="en-US" dirty="0" err="1"/>
              <a:t>dan</a:t>
            </a:r>
            <a:r>
              <a:rPr lang="en-US" dirty="0"/>
              <a:t> </a:t>
            </a:r>
            <a:r>
              <a:rPr lang="en-US" dirty="0" err="1"/>
              <a:t>ilmu</a:t>
            </a:r>
            <a:r>
              <a:rPr lang="en-US" dirty="0"/>
              <a:t>. </a:t>
            </a:r>
            <a:r>
              <a:rPr lang="en-US" dirty="0" err="1"/>
              <a:t>Demikianlah</a:t>
            </a:r>
            <a:r>
              <a:rPr lang="en-US" dirty="0"/>
              <a:t> Kami </a:t>
            </a:r>
            <a:r>
              <a:rPr lang="en-US" dirty="0" err="1"/>
              <a:t>memberi</a:t>
            </a:r>
            <a:r>
              <a:rPr lang="en-US" dirty="0"/>
              <a:t> </a:t>
            </a:r>
            <a:r>
              <a:rPr lang="en-US" dirty="0" err="1"/>
              <a:t>balasan</a:t>
            </a:r>
            <a:r>
              <a:rPr lang="en-US" dirty="0"/>
              <a:t> </a:t>
            </a:r>
            <a:r>
              <a:rPr lang="en-US" dirty="0" err="1"/>
              <a:t>kepada</a:t>
            </a:r>
            <a:r>
              <a:rPr lang="en-US" dirty="0"/>
              <a:t> orang-orang yang </a:t>
            </a:r>
            <a:r>
              <a:rPr lang="en-US" dirty="0" err="1"/>
              <a:t>berbuat</a:t>
            </a:r>
            <a:r>
              <a:rPr lang="en-US" dirty="0"/>
              <a:t> </a:t>
            </a:r>
            <a:r>
              <a:rPr lang="en-US" dirty="0" err="1"/>
              <a:t>baik</a:t>
            </a:r>
            <a:r>
              <a:rPr lang="id-ID" dirty="0"/>
              <a:t>”</a:t>
            </a:r>
            <a:r>
              <a:rPr lang="en-US" dirty="0"/>
              <a:t>.</a:t>
            </a:r>
            <a:r>
              <a:rPr lang="id-ID" dirty="0"/>
              <a:t> (Qs. Yusuf 22)</a:t>
            </a:r>
            <a:endParaRPr lang="ar-SA" dirty="0">
              <a:latin typeface="Traditional Arabic" panose="02020603050405020304" pitchFamily="18" charset="-78"/>
              <a:cs typeface="Traditional Arabic" panose="02020603050405020304" pitchFamily="18" charset="-78"/>
            </a:endParaRPr>
          </a:p>
          <a:p>
            <a:pPr marL="0" indent="0" algn="r">
              <a:buNone/>
            </a:pPr>
            <a:endParaRPr lang="ar-SA" dirty="0">
              <a:latin typeface="Traditional Arabic" panose="02020603050405020304" pitchFamily="18" charset="-78"/>
              <a:cs typeface="Traditional Arabic" panose="02020603050405020304" pitchFamily="18" charset="-78"/>
            </a:endParaRPr>
          </a:p>
          <a:p>
            <a:pPr marL="0" indent="0" algn="r">
              <a:buNone/>
            </a:pPr>
            <a:r>
              <a:rPr lang="ar-SA" sz="2700" dirty="0">
                <a:latin typeface="Traditional Arabic" panose="02020603050405020304" pitchFamily="18" charset="-78"/>
                <a:cs typeface="Traditional Arabic" panose="02020603050405020304" pitchFamily="18" charset="-78"/>
              </a:rPr>
              <a:t>وَقَالَ الْمَلِكُ ائْتُونِي بِهِ أَسْتَخْلِصْهُ لِنَفْسِي فَلَمَّا كَلَّمَهُ قَالَ إِنَّكَ الْيَوْمَ لَدَيْنَا مَكِينٌ أَمِينٌ</a:t>
            </a:r>
            <a:endParaRPr lang="en-US" sz="2700" dirty="0">
              <a:latin typeface="Traditional Arabic" panose="02020603050405020304" pitchFamily="18" charset="-78"/>
              <a:cs typeface="Traditional Arabic" panose="02020603050405020304" pitchFamily="18" charset="-78"/>
            </a:endParaRPr>
          </a:p>
          <a:p>
            <a:pPr marL="0" indent="0" algn="just">
              <a:buNone/>
            </a:pPr>
            <a:r>
              <a:rPr lang="id-ID" dirty="0"/>
              <a:t>“</a:t>
            </a:r>
            <a:r>
              <a:rPr lang="en-US" dirty="0"/>
              <a:t>Dan raja </a:t>
            </a:r>
            <a:r>
              <a:rPr lang="en-US" dirty="0" err="1"/>
              <a:t>berkata</a:t>
            </a:r>
            <a:r>
              <a:rPr lang="en-US" dirty="0"/>
              <a:t>, "</a:t>
            </a:r>
            <a:r>
              <a:rPr lang="en-US" dirty="0" err="1"/>
              <a:t>Bawalah</a:t>
            </a:r>
            <a:r>
              <a:rPr lang="en-US" dirty="0"/>
              <a:t> </a:t>
            </a:r>
            <a:r>
              <a:rPr lang="en-US" dirty="0" err="1"/>
              <a:t>dia</a:t>
            </a:r>
            <a:r>
              <a:rPr lang="en-US" dirty="0"/>
              <a:t> (Yusuf) </a:t>
            </a:r>
            <a:r>
              <a:rPr lang="en-US" dirty="0" err="1"/>
              <a:t>kepadaku</a:t>
            </a:r>
            <a:r>
              <a:rPr lang="en-US" dirty="0"/>
              <a:t>, agar </a:t>
            </a:r>
            <a:r>
              <a:rPr lang="en-US" dirty="0" err="1"/>
              <a:t>aku</a:t>
            </a:r>
            <a:r>
              <a:rPr lang="en-US" dirty="0"/>
              <a:t> </a:t>
            </a:r>
            <a:r>
              <a:rPr lang="en-US" dirty="0" err="1"/>
              <a:t>memilih</a:t>
            </a:r>
            <a:r>
              <a:rPr lang="en-US" dirty="0"/>
              <a:t> </a:t>
            </a:r>
            <a:r>
              <a:rPr lang="en-US" dirty="0" err="1"/>
              <a:t>dia</a:t>
            </a:r>
            <a:r>
              <a:rPr lang="en-US" dirty="0"/>
              <a:t> (</a:t>
            </a:r>
            <a:r>
              <a:rPr lang="en-US" dirty="0" err="1"/>
              <a:t>sebagai</a:t>
            </a:r>
            <a:r>
              <a:rPr lang="en-US" dirty="0"/>
              <a:t> orang yang </a:t>
            </a:r>
            <a:r>
              <a:rPr lang="en-US" dirty="0" err="1"/>
              <a:t>dekat</a:t>
            </a:r>
            <a:r>
              <a:rPr lang="en-US" dirty="0"/>
              <a:t>) </a:t>
            </a:r>
            <a:r>
              <a:rPr lang="en-US" dirty="0" err="1"/>
              <a:t>kepadaku</a:t>
            </a:r>
            <a:r>
              <a:rPr lang="en-US" dirty="0"/>
              <a:t>." </a:t>
            </a:r>
            <a:r>
              <a:rPr lang="en-US" dirty="0" err="1"/>
              <a:t>Ketika</a:t>
            </a:r>
            <a:r>
              <a:rPr lang="en-US" dirty="0"/>
              <a:t> </a:t>
            </a:r>
            <a:r>
              <a:rPr lang="en-US" dirty="0" err="1"/>
              <a:t>dia</a:t>
            </a:r>
            <a:r>
              <a:rPr lang="en-US" dirty="0"/>
              <a:t> (raja) </a:t>
            </a:r>
            <a:r>
              <a:rPr lang="en-US" dirty="0" err="1"/>
              <a:t>telah</a:t>
            </a:r>
            <a:r>
              <a:rPr lang="en-US" dirty="0"/>
              <a:t> </a:t>
            </a:r>
            <a:r>
              <a:rPr lang="en-US" dirty="0" err="1"/>
              <a:t>bercakap-cakap</a:t>
            </a:r>
            <a:r>
              <a:rPr lang="en-US" dirty="0"/>
              <a:t> </a:t>
            </a:r>
            <a:r>
              <a:rPr lang="en-US" dirty="0" err="1"/>
              <a:t>dengan</a:t>
            </a:r>
            <a:r>
              <a:rPr lang="en-US" dirty="0"/>
              <a:t> </a:t>
            </a:r>
            <a:r>
              <a:rPr lang="en-US" dirty="0" err="1"/>
              <a:t>dia</a:t>
            </a:r>
            <a:r>
              <a:rPr lang="en-US" dirty="0"/>
              <a:t>, </a:t>
            </a:r>
            <a:r>
              <a:rPr lang="en-US" dirty="0" err="1"/>
              <a:t>dia</a:t>
            </a:r>
            <a:r>
              <a:rPr lang="en-US" dirty="0"/>
              <a:t> (raja) </a:t>
            </a:r>
            <a:r>
              <a:rPr lang="en-US" dirty="0" err="1"/>
              <a:t>berkata</a:t>
            </a:r>
            <a:r>
              <a:rPr lang="en-US" dirty="0"/>
              <a:t>, "</a:t>
            </a:r>
            <a:r>
              <a:rPr lang="en-US" dirty="0" err="1"/>
              <a:t>Sesungguhnya</a:t>
            </a:r>
            <a:r>
              <a:rPr lang="en-US" dirty="0"/>
              <a:t> </a:t>
            </a:r>
            <a:r>
              <a:rPr lang="en-US" dirty="0" err="1"/>
              <a:t>kamu</a:t>
            </a:r>
            <a:r>
              <a:rPr lang="en-US" dirty="0"/>
              <a:t> (</a:t>
            </a:r>
            <a:r>
              <a:rPr lang="en-US" dirty="0" err="1"/>
              <a:t>mulai</a:t>
            </a:r>
            <a:r>
              <a:rPr lang="en-US" dirty="0"/>
              <a:t>) </a:t>
            </a:r>
            <a:r>
              <a:rPr lang="en-US" dirty="0" err="1"/>
              <a:t>hari</a:t>
            </a:r>
            <a:r>
              <a:rPr lang="en-US" dirty="0"/>
              <a:t> </a:t>
            </a:r>
            <a:r>
              <a:rPr lang="en-US" dirty="0" err="1"/>
              <a:t>ini</a:t>
            </a:r>
            <a:r>
              <a:rPr lang="en-US" dirty="0"/>
              <a:t> </a:t>
            </a:r>
            <a:r>
              <a:rPr lang="en-US" dirty="0" err="1"/>
              <a:t>menjadi</a:t>
            </a:r>
            <a:r>
              <a:rPr lang="en-US" dirty="0"/>
              <a:t> </a:t>
            </a:r>
            <a:r>
              <a:rPr lang="en-US" dirty="0" err="1"/>
              <a:t>seorang</a:t>
            </a:r>
            <a:r>
              <a:rPr lang="en-US" dirty="0"/>
              <a:t> yang </a:t>
            </a:r>
            <a:r>
              <a:rPr lang="en-US" dirty="0" err="1"/>
              <a:t>berkedudukan</a:t>
            </a:r>
            <a:r>
              <a:rPr lang="en-US" dirty="0"/>
              <a:t> </a:t>
            </a:r>
            <a:r>
              <a:rPr lang="en-US" dirty="0" err="1"/>
              <a:t>tinggi</a:t>
            </a:r>
            <a:r>
              <a:rPr lang="en-US" dirty="0"/>
              <a:t> di </a:t>
            </a:r>
            <a:r>
              <a:rPr lang="en-US" dirty="0" err="1"/>
              <a:t>lingkungan</a:t>
            </a:r>
            <a:r>
              <a:rPr lang="en-US" dirty="0"/>
              <a:t> kami </a:t>
            </a:r>
            <a:r>
              <a:rPr lang="en-US" dirty="0" err="1"/>
              <a:t>dan</a:t>
            </a:r>
            <a:r>
              <a:rPr lang="en-US" dirty="0"/>
              <a:t> </a:t>
            </a:r>
            <a:r>
              <a:rPr lang="en-US" dirty="0" err="1"/>
              <a:t>dipercaya</a:t>
            </a:r>
            <a:r>
              <a:rPr lang="en-US" dirty="0"/>
              <a:t>.“</a:t>
            </a:r>
            <a:r>
              <a:rPr lang="id-ID" dirty="0"/>
              <a:t> (Yusuf 54)</a:t>
            </a:r>
            <a:endParaRPr lang="en-US" dirty="0"/>
          </a:p>
        </p:txBody>
      </p:sp>
    </p:spTree>
    <p:extLst>
      <p:ext uri="{BB962C8B-B14F-4D97-AF65-F5344CB8AC3E}">
        <p14:creationId xmlns:p14="http://schemas.microsoft.com/office/powerpoint/2010/main" val="3627957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d-ID" sz="2500" dirty="0"/>
              <a:t>Inspirasi</a:t>
            </a:r>
            <a:r>
              <a:rPr lang="en-US" sz="2500" dirty="0"/>
              <a:t> </a:t>
            </a:r>
            <a:r>
              <a:rPr lang="id-ID" sz="2500" dirty="0"/>
              <a:t>Siti </a:t>
            </a:r>
            <a:r>
              <a:rPr lang="en-US" sz="2500" dirty="0"/>
              <a:t>Maryam </a:t>
            </a:r>
            <a:r>
              <a:rPr lang="en-US" sz="2500" dirty="0" err="1"/>
              <a:t>ibunda</a:t>
            </a:r>
            <a:r>
              <a:rPr lang="en-US" sz="2500" dirty="0"/>
              <a:t> </a:t>
            </a:r>
            <a:r>
              <a:rPr lang="en-US" sz="2500" dirty="0" err="1"/>
              <a:t>Nabi</a:t>
            </a:r>
            <a:r>
              <a:rPr lang="en-US" sz="2500" dirty="0"/>
              <a:t> Isa AS</a:t>
            </a:r>
          </a:p>
        </p:txBody>
      </p:sp>
      <p:sp>
        <p:nvSpPr>
          <p:cNvPr id="3" name="Content Placeholder 2"/>
          <p:cNvSpPr>
            <a:spLocks noGrp="1"/>
          </p:cNvSpPr>
          <p:nvPr>
            <p:ph idx="1"/>
          </p:nvPr>
        </p:nvSpPr>
        <p:spPr/>
        <p:txBody>
          <a:bodyPr>
            <a:normAutofit fontScale="77500" lnSpcReduction="20000"/>
          </a:bodyPr>
          <a:lstStyle/>
          <a:p>
            <a:pPr marL="0" indent="0" algn="just" rtl="1">
              <a:buNone/>
            </a:pPr>
            <a:r>
              <a:rPr lang="ar-SA" sz="3200" dirty="0">
                <a:latin typeface="Traditional Arabic" panose="02020603050405020304" pitchFamily="18" charset="-78"/>
                <a:cs typeface="Traditional Arabic" panose="02020603050405020304" pitchFamily="18" charset="-78"/>
              </a:rPr>
              <a:t> وَاذْكُرْ فِي الْكِتَابِ مَرْيَمَ إِذِ انْتَبَذَتْ مِنْ أَهْلِهَا مَكَانًا شَرْقِيًّا (16) فَاتَّخَذَتْ مِنْ دُونِهِمْ حِجَابًا فَأَرْسَلْنَا إِلَيْهَا رُوحَنَا فَتَمَثَّلَ لَهَا بَشَرًا سَوِيًّا (17) قَالَتْ إِنِّي أَعُوذُ بِالرَّحْمَنِ مِنْكَ إِنْ كُنْتَ تَقِيًّا (18) قَالَ إِنَّمَا أَنَا رَسُولُ رَبِّكِ لِأَهَبَ لَكِ غُلَامًا زَكِيًّا (19) قَالَتْ أَنَّى يَكُونُ لِي غُلَامٌ وَلَمْ يَمْسَسْنِي بَشَرٌ وَلَمْ أَكُ بَغِيًّا</a:t>
            </a:r>
            <a:endParaRPr lang="id-ID" sz="3200" dirty="0">
              <a:latin typeface="Traditional Arabic" panose="02020603050405020304" pitchFamily="18" charset="-78"/>
              <a:cs typeface="Traditional Arabic" panose="02020603050405020304" pitchFamily="18" charset="-78"/>
            </a:endParaRPr>
          </a:p>
          <a:p>
            <a:pPr marL="0" indent="0" algn="r">
              <a:buNone/>
            </a:pPr>
            <a:endParaRPr lang="ar-SA" dirty="0">
              <a:latin typeface="Traditional Arabic" panose="02020603050405020304" pitchFamily="18" charset="-78"/>
              <a:cs typeface="Traditional Arabic" panose="02020603050405020304" pitchFamily="18" charset="-78"/>
            </a:endParaRPr>
          </a:p>
          <a:p>
            <a:pPr marL="0" indent="0" algn="just">
              <a:buNone/>
            </a:pPr>
            <a:r>
              <a:rPr lang="id-ID" sz="2300"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Dan </a:t>
            </a:r>
            <a:r>
              <a:rPr lang="en-US" sz="2300" dirty="0" err="1">
                <a:latin typeface="Times New Roman" panose="02020603050405020304" pitchFamily="18" charset="0"/>
                <a:cs typeface="Times New Roman" panose="02020603050405020304" pitchFamily="18" charset="0"/>
              </a:rPr>
              <a:t>ceritakanlah</a:t>
            </a:r>
            <a:r>
              <a:rPr lang="en-US" sz="2300" dirty="0">
                <a:latin typeface="Times New Roman" panose="02020603050405020304" pitchFamily="18" charset="0"/>
                <a:cs typeface="Times New Roman" panose="02020603050405020304" pitchFamily="18" charset="0"/>
              </a:rPr>
              <a:t> ( Muhammad) </a:t>
            </a:r>
            <a:r>
              <a:rPr lang="en-US" sz="2300" dirty="0" err="1">
                <a:latin typeface="Times New Roman" panose="02020603050405020304" pitchFamily="18" charset="0"/>
                <a:cs typeface="Times New Roman" panose="02020603050405020304" pitchFamily="18" charset="0"/>
              </a:rPr>
              <a:t>kisah</a:t>
            </a:r>
            <a:r>
              <a:rPr lang="en-US" sz="2300" dirty="0">
                <a:latin typeface="Times New Roman" panose="02020603050405020304" pitchFamily="18" charset="0"/>
                <a:cs typeface="Times New Roman" panose="02020603050405020304" pitchFamily="18" charset="0"/>
              </a:rPr>
              <a:t> Maryam di </a:t>
            </a:r>
            <a:r>
              <a:rPr lang="en-US" sz="2300" dirty="0" err="1">
                <a:latin typeface="Times New Roman" panose="02020603050405020304" pitchFamily="18" charset="0"/>
                <a:cs typeface="Times New Roman" panose="02020603050405020304" pitchFamily="18" charset="0"/>
              </a:rPr>
              <a:t>dalam</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Kitab</a:t>
            </a:r>
            <a:r>
              <a:rPr lang="en-US" sz="2300" dirty="0">
                <a:latin typeface="Times New Roman" panose="02020603050405020304" pitchFamily="18" charset="0"/>
                <a:cs typeface="Times New Roman" panose="02020603050405020304" pitchFamily="18" charset="0"/>
              </a:rPr>
              <a:t> (Al-Quran), (</a:t>
            </a:r>
            <a:r>
              <a:rPr lang="en-US" sz="2300" dirty="0" err="1">
                <a:latin typeface="Times New Roman" panose="02020603050405020304" pitchFamily="18" charset="0"/>
                <a:cs typeface="Times New Roman" panose="02020603050405020304" pitchFamily="18" charset="0"/>
              </a:rPr>
              <a:t>yaitu</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ketika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dia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mengasingkan</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diri</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dari</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keluarganya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ke</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suatu</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tempat</a:t>
            </a:r>
            <a:r>
              <a:rPr lang="en-US" sz="2300" dirty="0">
                <a:latin typeface="Times New Roman" panose="02020603050405020304" pitchFamily="18" charset="0"/>
                <a:cs typeface="Times New Roman" panose="02020603050405020304" pitchFamily="18" charset="0"/>
              </a:rPr>
              <a:t> di </a:t>
            </a:r>
            <a:r>
              <a:rPr lang="en-US" sz="2300" dirty="0" err="1">
                <a:latin typeface="Times New Roman" panose="02020603050405020304" pitchFamily="18" charset="0"/>
                <a:cs typeface="Times New Roman" panose="02020603050405020304" pitchFamily="18" charset="0"/>
              </a:rPr>
              <a:t>sebelah</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timur</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Baitulmaqdis</a:t>
            </a:r>
            <a:r>
              <a:rPr lang="en-US" sz="2300" dirty="0">
                <a:latin typeface="Times New Roman" panose="02020603050405020304" pitchFamily="18" charset="0"/>
                <a:cs typeface="Times New Roman" panose="02020603050405020304" pitchFamily="18" charset="0"/>
              </a:rPr>
              <a:t>),</a:t>
            </a:r>
            <a:r>
              <a:rPr lang="id-ID"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lalu</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dia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memasang</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tabir</a:t>
            </a:r>
            <a:r>
              <a:rPr lang="en-US" sz="2300" dirty="0">
                <a:latin typeface="Times New Roman" panose="02020603050405020304" pitchFamily="18" charset="0"/>
                <a:cs typeface="Times New Roman" panose="02020603050405020304" pitchFamily="18" charset="0"/>
              </a:rPr>
              <a:t> (yang </a:t>
            </a:r>
            <a:r>
              <a:rPr lang="en-US" sz="2300" dirty="0" err="1">
                <a:latin typeface="Times New Roman" panose="02020603050405020304" pitchFamily="18" charset="0"/>
                <a:cs typeface="Times New Roman" panose="02020603050405020304" pitchFamily="18" charset="0"/>
              </a:rPr>
              <a:t>melindunginya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dari</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mereka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lalu</a:t>
            </a:r>
            <a:r>
              <a:rPr lang="en-US" sz="2300" dirty="0">
                <a:latin typeface="Times New Roman" panose="02020603050405020304" pitchFamily="18" charset="0"/>
                <a:cs typeface="Times New Roman" panose="02020603050405020304" pitchFamily="18" charset="0"/>
              </a:rPr>
              <a:t> Kami </a:t>
            </a:r>
            <a:r>
              <a:rPr lang="en-US" sz="2300" dirty="0" err="1">
                <a:latin typeface="Times New Roman" panose="02020603050405020304" pitchFamily="18" charset="0"/>
                <a:cs typeface="Times New Roman" panose="02020603050405020304" pitchFamily="18" charset="0"/>
              </a:rPr>
              <a:t>mengutus</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roh</a:t>
            </a:r>
            <a:r>
              <a:rPr lang="en-US" sz="2300" dirty="0">
                <a:latin typeface="Times New Roman" panose="02020603050405020304" pitchFamily="18" charset="0"/>
                <a:cs typeface="Times New Roman" panose="02020603050405020304" pitchFamily="18" charset="0"/>
              </a:rPr>
              <a:t> Kami (</a:t>
            </a:r>
            <a:r>
              <a:rPr lang="en-US" sz="2300" dirty="0" err="1">
                <a:latin typeface="Times New Roman" panose="02020603050405020304" pitchFamily="18" charset="0"/>
                <a:cs typeface="Times New Roman" panose="02020603050405020304" pitchFamily="18" charset="0"/>
              </a:rPr>
              <a:t>Jibril</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kepadanya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maka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dia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menampakkan</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diri</a:t>
            </a:r>
            <a:r>
              <a:rPr lang="en-US" sz="2300" dirty="0">
                <a:latin typeface="Times New Roman" panose="02020603050405020304" pitchFamily="18" charset="0"/>
                <a:cs typeface="Times New Roman" panose="02020603050405020304" pitchFamily="18" charset="0"/>
              </a:rPr>
              <a:t> di </a:t>
            </a:r>
            <a:r>
              <a:rPr lang="en-US" sz="2300" dirty="0" err="1">
                <a:latin typeface="Times New Roman" panose="02020603050405020304" pitchFamily="18" charset="0"/>
                <a:cs typeface="Times New Roman" panose="02020603050405020304" pitchFamily="18" charset="0"/>
              </a:rPr>
              <a:t>hadapannya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dalam</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bentuk</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manusia</a:t>
            </a:r>
            <a:r>
              <a:rPr lang="en-US" sz="2300" dirty="0">
                <a:latin typeface="Times New Roman" panose="02020603050405020304" pitchFamily="18" charset="0"/>
                <a:cs typeface="Times New Roman" panose="02020603050405020304" pitchFamily="18" charset="0"/>
              </a:rPr>
              <a:t> yang </a:t>
            </a:r>
            <a:r>
              <a:rPr lang="en-US" sz="2300" dirty="0" err="1">
                <a:latin typeface="Times New Roman" panose="02020603050405020304" pitchFamily="18" charset="0"/>
                <a:cs typeface="Times New Roman" panose="02020603050405020304" pitchFamily="18" charset="0"/>
              </a:rPr>
              <a:t>sempurna</a:t>
            </a:r>
            <a:r>
              <a:rPr lang="en-US" sz="2300" dirty="0">
                <a:latin typeface="Times New Roman" panose="02020603050405020304" pitchFamily="18" charset="0"/>
                <a:cs typeface="Times New Roman" panose="02020603050405020304" pitchFamily="18" charset="0"/>
              </a:rPr>
              <a:t>.</a:t>
            </a:r>
            <a:r>
              <a:rPr lang="id-ID"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Dia</a:t>
            </a:r>
            <a:r>
              <a:rPr lang="en-US" sz="2300" dirty="0">
                <a:latin typeface="Times New Roman" panose="02020603050405020304" pitchFamily="18" charset="0"/>
                <a:cs typeface="Times New Roman" panose="02020603050405020304" pitchFamily="18" charset="0"/>
              </a:rPr>
              <a:t> (Maryam) </a:t>
            </a:r>
            <a:r>
              <a:rPr lang="en-US" sz="2300" dirty="0" err="1">
                <a:latin typeface="Times New Roman" panose="02020603050405020304" pitchFamily="18" charset="0"/>
                <a:cs typeface="Times New Roman" panose="02020603050405020304" pitchFamily="18" charset="0"/>
              </a:rPr>
              <a:t>berkata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Sungguh</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aku</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berlindung</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kepada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Tuhan</a:t>
            </a:r>
            <a:r>
              <a:rPr lang="en-US" sz="2300" dirty="0">
                <a:latin typeface="Times New Roman" panose="02020603050405020304" pitchFamily="18" charset="0"/>
                <a:cs typeface="Times New Roman" panose="02020603050405020304" pitchFamily="18" charset="0"/>
              </a:rPr>
              <a:t> Yang </a:t>
            </a:r>
            <a:r>
              <a:rPr lang="en-US" sz="2300" dirty="0" err="1">
                <a:latin typeface="Times New Roman" panose="02020603050405020304" pitchFamily="18" charset="0"/>
                <a:cs typeface="Times New Roman" panose="02020603050405020304" pitchFamily="18" charset="0"/>
              </a:rPr>
              <a:t>Maha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Pengasih</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terhadapmu</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jika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engkau</a:t>
            </a:r>
            <a:r>
              <a:rPr lang="en-US" sz="2300" dirty="0">
                <a:latin typeface="Times New Roman" panose="02020603050405020304" pitchFamily="18" charset="0"/>
                <a:cs typeface="Times New Roman" panose="02020603050405020304" pitchFamily="18" charset="0"/>
              </a:rPr>
              <a:t> orang yang </a:t>
            </a:r>
            <a:r>
              <a:rPr lang="en-US" sz="2300" dirty="0" err="1">
                <a:latin typeface="Times New Roman" panose="02020603050405020304" pitchFamily="18" charset="0"/>
                <a:cs typeface="Times New Roman" panose="02020603050405020304" pitchFamily="18" charset="0"/>
              </a:rPr>
              <a:t>bertakwa</a:t>
            </a:r>
            <a:r>
              <a:rPr lang="en-US" sz="2300" dirty="0">
                <a:latin typeface="Times New Roman" panose="02020603050405020304" pitchFamily="18" charset="0"/>
                <a:cs typeface="Times New Roman" panose="02020603050405020304" pitchFamily="18" charset="0"/>
              </a:rPr>
              <a:t>.“</a:t>
            </a:r>
            <a:r>
              <a:rPr lang="en-US" sz="2300" dirty="0" err="1">
                <a:latin typeface="Times New Roman" panose="02020603050405020304" pitchFamily="18" charset="0"/>
                <a:cs typeface="Times New Roman" panose="02020603050405020304" pitchFamily="18" charset="0"/>
              </a:rPr>
              <a:t>Dia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Jibril</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berkata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Sesungguhnya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aku</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hanyalah</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utusan</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Tuhanmu</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untuk</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menyampaikan</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anugerah</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kepadamu</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seorang</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anak</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laki-laki</a:t>
            </a:r>
            <a:r>
              <a:rPr lang="en-US" sz="2300" dirty="0">
                <a:latin typeface="Times New Roman" panose="02020603050405020304" pitchFamily="18" charset="0"/>
                <a:cs typeface="Times New Roman" panose="02020603050405020304" pitchFamily="18" charset="0"/>
              </a:rPr>
              <a:t> yang </a:t>
            </a:r>
            <a:r>
              <a:rPr lang="en-US" sz="2300" dirty="0" err="1">
                <a:latin typeface="Times New Roman" panose="02020603050405020304" pitchFamily="18" charset="0"/>
                <a:cs typeface="Times New Roman" panose="02020603050405020304" pitchFamily="18" charset="0"/>
              </a:rPr>
              <a:t>suci</a:t>
            </a:r>
            <a:r>
              <a:rPr lang="en-US" sz="2300" dirty="0">
                <a:latin typeface="Times New Roman" panose="02020603050405020304" pitchFamily="18" charset="0"/>
                <a:cs typeface="Times New Roman" panose="02020603050405020304" pitchFamily="18" charset="0"/>
              </a:rPr>
              <a:t>.</a:t>
            </a:r>
            <a:r>
              <a:rPr lang="id-ID"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Dia</a:t>
            </a:r>
            <a:r>
              <a:rPr lang="en-US" sz="2300" dirty="0">
                <a:latin typeface="Times New Roman" panose="02020603050405020304" pitchFamily="18" charset="0"/>
                <a:cs typeface="Times New Roman" panose="02020603050405020304" pitchFamily="18" charset="0"/>
              </a:rPr>
              <a:t> (Maryam) </a:t>
            </a:r>
            <a:r>
              <a:rPr lang="en-US" sz="2300" dirty="0" err="1">
                <a:latin typeface="Times New Roman" panose="02020603050405020304" pitchFamily="18" charset="0"/>
                <a:cs typeface="Times New Roman" panose="02020603050405020304" pitchFamily="18" charset="0"/>
              </a:rPr>
              <a:t>berkata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Bagaimana</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mungkin</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aku</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mempunyai</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anak</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laki-laki</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padahal</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tidak</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pernah</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ada</a:t>
            </a:r>
            <a:r>
              <a:rPr lang="en-US" sz="2300" dirty="0">
                <a:latin typeface="Times New Roman" panose="02020603050405020304" pitchFamily="18" charset="0"/>
                <a:cs typeface="Times New Roman" panose="02020603050405020304" pitchFamily="18" charset="0"/>
              </a:rPr>
              <a:t> orang (</a:t>
            </a:r>
            <a:r>
              <a:rPr lang="en-US" sz="2300" dirty="0" err="1">
                <a:latin typeface="Times New Roman" panose="02020603050405020304" pitchFamily="18" charset="0"/>
                <a:cs typeface="Times New Roman" panose="02020603050405020304" pitchFamily="18" charset="0"/>
              </a:rPr>
              <a:t>laki-laki</a:t>
            </a:r>
            <a:r>
              <a:rPr lang="en-US" sz="2300" dirty="0">
                <a:latin typeface="Times New Roman" panose="02020603050405020304" pitchFamily="18" charset="0"/>
                <a:cs typeface="Times New Roman" panose="02020603050405020304" pitchFamily="18" charset="0"/>
              </a:rPr>
              <a:t>) yang </a:t>
            </a:r>
            <a:r>
              <a:rPr lang="en-US" sz="2300" dirty="0" err="1">
                <a:latin typeface="Times New Roman" panose="02020603050405020304" pitchFamily="18" charset="0"/>
                <a:cs typeface="Times New Roman" panose="02020603050405020304" pitchFamily="18" charset="0"/>
              </a:rPr>
              <a:t>menyentuhku</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dan</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aku</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bukan</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seorang</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pezina</a:t>
            </a:r>
            <a:r>
              <a:rPr lang="en-US" sz="2300" dirty="0">
                <a:latin typeface="Times New Roman" panose="02020603050405020304" pitchFamily="18" charset="0"/>
                <a:cs typeface="Times New Roman" panose="02020603050405020304" pitchFamily="18" charset="0"/>
              </a:rPr>
              <a:t>!“</a:t>
            </a:r>
            <a:r>
              <a:rPr lang="id-ID" sz="2300" dirty="0">
                <a:latin typeface="Times New Roman" panose="02020603050405020304" pitchFamily="18" charset="0"/>
                <a:cs typeface="Times New Roman" panose="02020603050405020304" pitchFamily="18" charset="0"/>
              </a:rPr>
              <a:t> (Qs. Maryam 16-20)</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5868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Lanjutan </a:t>
            </a:r>
            <a:endParaRPr lang="en-US" dirty="0"/>
          </a:p>
        </p:txBody>
      </p:sp>
      <p:sp>
        <p:nvSpPr>
          <p:cNvPr id="3" name="Content Placeholder 2"/>
          <p:cNvSpPr>
            <a:spLocks noGrp="1"/>
          </p:cNvSpPr>
          <p:nvPr>
            <p:ph idx="1"/>
          </p:nvPr>
        </p:nvSpPr>
        <p:spPr/>
        <p:txBody>
          <a:bodyPr>
            <a:normAutofit/>
          </a:bodyPr>
          <a:lstStyle/>
          <a:p>
            <a:pPr marL="0" indent="0" algn="just" rtl="1">
              <a:buNone/>
            </a:pPr>
            <a:r>
              <a:rPr lang="ar-SA" sz="3000" dirty="0">
                <a:latin typeface="Traditional Arabic" panose="02020603050405020304" pitchFamily="18" charset="-78"/>
                <a:cs typeface="Traditional Arabic" panose="02020603050405020304" pitchFamily="18" charset="-78"/>
              </a:rPr>
              <a:t>وَمَرْيَمَ ابْنَتَ عِمْرَانَ الَّتِي أَحْصَنَتْ فَرْجَهَا فَنَفَخْنَا فِيهِ مِنْ رُوحِنَا وَصَدَّقَتْ بِكَلِمَاتِ رَبِّهَا وَكُتُبِهِ وَكَانَتْ مِنَ الْقَانِتِينَ</a:t>
            </a:r>
            <a:endParaRPr lang="en-ID" sz="3000" dirty="0">
              <a:latin typeface="Traditional Arabic" panose="02020603050405020304" pitchFamily="18" charset="-78"/>
              <a:cs typeface="Traditional Arabic" panose="02020603050405020304" pitchFamily="18" charset="-78"/>
            </a:endParaRPr>
          </a:p>
          <a:p>
            <a:pPr marL="0" indent="0" algn="just">
              <a:buNone/>
            </a:pPr>
            <a:endParaRPr lang="id-ID" dirty="0"/>
          </a:p>
          <a:p>
            <a:pPr marL="0" indent="0" algn="just">
              <a:buNone/>
            </a:pPr>
            <a:r>
              <a:rPr lang="id-ID" dirty="0"/>
              <a:t>“D</a:t>
            </a:r>
            <a:r>
              <a:rPr lang="en-US" dirty="0"/>
              <a:t>an Maryam </a:t>
            </a:r>
            <a:r>
              <a:rPr lang="en-US" dirty="0" err="1"/>
              <a:t>putri</a:t>
            </a:r>
            <a:r>
              <a:rPr lang="en-US" dirty="0"/>
              <a:t> Imran yang </a:t>
            </a:r>
            <a:r>
              <a:rPr lang="en-US" dirty="0" err="1"/>
              <a:t>memelihara</a:t>
            </a:r>
            <a:r>
              <a:rPr lang="en-US" dirty="0"/>
              <a:t> </a:t>
            </a:r>
            <a:r>
              <a:rPr lang="en-US" dirty="0" err="1"/>
              <a:t>kehormatannya</a:t>
            </a:r>
            <a:r>
              <a:rPr lang="en-US" dirty="0"/>
              <a:t>, </a:t>
            </a:r>
            <a:r>
              <a:rPr lang="en-US" dirty="0" err="1"/>
              <a:t>maka</a:t>
            </a:r>
            <a:r>
              <a:rPr lang="en-US" dirty="0"/>
              <a:t> Kami </a:t>
            </a:r>
            <a:r>
              <a:rPr lang="en-US" dirty="0" err="1"/>
              <a:t>tiupkan</a:t>
            </a:r>
            <a:r>
              <a:rPr lang="en-US" dirty="0"/>
              <a:t> </a:t>
            </a:r>
            <a:r>
              <a:rPr lang="en-US" dirty="0" err="1"/>
              <a:t>ke</a:t>
            </a:r>
            <a:r>
              <a:rPr lang="en-US" dirty="0"/>
              <a:t> </a:t>
            </a:r>
            <a:r>
              <a:rPr lang="en-US" dirty="0" err="1"/>
              <a:t>dalam</a:t>
            </a:r>
            <a:r>
              <a:rPr lang="en-US" dirty="0"/>
              <a:t> </a:t>
            </a:r>
            <a:r>
              <a:rPr lang="en-US" dirty="0" err="1"/>
              <a:t>rahimnya</a:t>
            </a:r>
            <a:r>
              <a:rPr lang="en-US" dirty="0"/>
              <a:t> </a:t>
            </a:r>
            <a:r>
              <a:rPr lang="en-US" dirty="0" err="1"/>
              <a:t>sebagian</a:t>
            </a:r>
            <a:r>
              <a:rPr lang="en-US" dirty="0"/>
              <a:t> </a:t>
            </a:r>
            <a:r>
              <a:rPr lang="en-US" dirty="0" err="1"/>
              <a:t>roh</a:t>
            </a:r>
            <a:r>
              <a:rPr lang="en-US" dirty="0"/>
              <a:t> (</a:t>
            </a:r>
            <a:r>
              <a:rPr lang="en-US" dirty="0" err="1"/>
              <a:t>ciptaan</a:t>
            </a:r>
            <a:r>
              <a:rPr lang="en-US" dirty="0"/>
              <a:t>) Kami; </a:t>
            </a:r>
            <a:r>
              <a:rPr lang="en-US" dirty="0" err="1"/>
              <a:t>dan</a:t>
            </a:r>
            <a:r>
              <a:rPr lang="en-US" dirty="0"/>
              <a:t> </a:t>
            </a:r>
            <a:r>
              <a:rPr lang="en-US" dirty="0" err="1"/>
              <a:t>dia</a:t>
            </a:r>
            <a:r>
              <a:rPr lang="en-US" dirty="0"/>
              <a:t> </a:t>
            </a:r>
            <a:r>
              <a:rPr lang="en-US" dirty="0" err="1"/>
              <a:t>membenarkan</a:t>
            </a:r>
            <a:r>
              <a:rPr lang="en-US" dirty="0"/>
              <a:t> </a:t>
            </a:r>
            <a:r>
              <a:rPr lang="en-US" dirty="0" err="1"/>
              <a:t>kalimat</a:t>
            </a:r>
            <a:r>
              <a:rPr lang="en-US" dirty="0"/>
              <a:t> </a:t>
            </a:r>
            <a:r>
              <a:rPr lang="en-US" dirty="0" err="1"/>
              <a:t>kalimat</a:t>
            </a:r>
            <a:r>
              <a:rPr lang="en-US" dirty="0"/>
              <a:t> </a:t>
            </a:r>
            <a:r>
              <a:rPr lang="en-US" dirty="0" err="1"/>
              <a:t>Tuhannya</a:t>
            </a:r>
            <a:r>
              <a:rPr lang="en-US" dirty="0"/>
              <a:t> </a:t>
            </a:r>
            <a:r>
              <a:rPr lang="en-US" dirty="0" err="1"/>
              <a:t>dan</a:t>
            </a:r>
            <a:r>
              <a:rPr lang="en-US" dirty="0"/>
              <a:t> </a:t>
            </a:r>
            <a:r>
              <a:rPr lang="en-US" dirty="0" err="1"/>
              <a:t>kitab</a:t>
            </a:r>
            <a:r>
              <a:rPr lang="en-US" dirty="0"/>
              <a:t>-</a:t>
            </a:r>
            <a:r>
              <a:rPr lang="en-US" dirty="0" err="1"/>
              <a:t>kitab</a:t>
            </a:r>
            <a:r>
              <a:rPr lang="en-US" dirty="0"/>
              <a:t>-Nya; </a:t>
            </a:r>
            <a:r>
              <a:rPr lang="en-US" dirty="0" err="1"/>
              <a:t>dan</a:t>
            </a:r>
            <a:r>
              <a:rPr lang="en-US" dirty="0"/>
              <a:t> </a:t>
            </a:r>
            <a:r>
              <a:rPr lang="en-US" dirty="0" err="1"/>
              <a:t>dia</a:t>
            </a:r>
            <a:r>
              <a:rPr lang="en-US" dirty="0"/>
              <a:t> </a:t>
            </a:r>
            <a:r>
              <a:rPr lang="en-US" dirty="0" err="1"/>
              <a:t>termasuk</a:t>
            </a:r>
            <a:r>
              <a:rPr lang="en-US" dirty="0"/>
              <a:t> orang </a:t>
            </a:r>
            <a:r>
              <a:rPr lang="en-US" dirty="0" err="1"/>
              <a:t>orang</a:t>
            </a:r>
            <a:r>
              <a:rPr lang="en-US" dirty="0"/>
              <a:t> yang </a:t>
            </a:r>
            <a:r>
              <a:rPr lang="en-US" dirty="0" err="1"/>
              <a:t>taat</a:t>
            </a:r>
            <a:r>
              <a:rPr lang="id-ID" dirty="0"/>
              <a:t>”</a:t>
            </a:r>
            <a:r>
              <a:rPr lang="en-US" dirty="0"/>
              <a:t>.</a:t>
            </a:r>
            <a:r>
              <a:rPr lang="id-ID" dirty="0"/>
              <a:t> (al-Tahrim 12)</a:t>
            </a:r>
            <a:endParaRPr lang="en-US" sz="3000" dirty="0"/>
          </a:p>
        </p:txBody>
      </p:sp>
    </p:spTree>
    <p:extLst>
      <p:ext uri="{BB962C8B-B14F-4D97-AF65-F5344CB8AC3E}">
        <p14:creationId xmlns:p14="http://schemas.microsoft.com/office/powerpoint/2010/main" val="2190420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Pesan dan Inspirasi Utama </a:t>
            </a:r>
            <a:endParaRPr lang="en-US" dirty="0"/>
          </a:p>
        </p:txBody>
      </p:sp>
      <p:sp>
        <p:nvSpPr>
          <p:cNvPr id="3" name="Content Placeholder 2"/>
          <p:cNvSpPr>
            <a:spLocks noGrp="1"/>
          </p:cNvSpPr>
          <p:nvPr>
            <p:ph idx="1"/>
          </p:nvPr>
        </p:nvSpPr>
        <p:spPr/>
        <p:txBody>
          <a:bodyPr/>
          <a:lstStyle/>
          <a:p>
            <a:pPr marL="457200" indent="-457200" algn="just">
              <a:buAutoNum type="arabicPeriod"/>
            </a:pPr>
            <a:r>
              <a:rPr lang="id-ID" dirty="0"/>
              <a:t>Tidak mudah disentuh orang (Perempuan Baik) sebuah perlawanan pada kekerasan seksual.</a:t>
            </a:r>
          </a:p>
          <a:p>
            <a:pPr marL="457200" indent="-457200" algn="just">
              <a:buAutoNum type="arabicPeriod"/>
            </a:pPr>
            <a:r>
              <a:rPr lang="id-ID" dirty="0"/>
              <a:t>Tidak Menjual diri. </a:t>
            </a:r>
          </a:p>
          <a:p>
            <a:pPr marL="457200" indent="-457200" algn="just">
              <a:buAutoNum type="arabicPeriod"/>
            </a:pPr>
            <a:r>
              <a:rPr lang="id-ID" dirty="0"/>
              <a:t>Melindungi Kehamilan dengan baik  </a:t>
            </a:r>
            <a:endParaRPr lang="en-US" dirty="0"/>
          </a:p>
        </p:txBody>
      </p:sp>
    </p:spTree>
    <p:extLst>
      <p:ext uri="{BB962C8B-B14F-4D97-AF65-F5344CB8AC3E}">
        <p14:creationId xmlns:p14="http://schemas.microsoft.com/office/powerpoint/2010/main" val="758276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d-ID" dirty="0"/>
              <a:t>Inspirasi </a:t>
            </a:r>
            <a:r>
              <a:rPr lang="en-US" dirty="0" err="1"/>
              <a:t>Nabi</a:t>
            </a:r>
            <a:r>
              <a:rPr lang="en-US" dirty="0"/>
              <a:t> Isa AS.  </a:t>
            </a:r>
            <a:endParaRPr lang="id-ID" dirty="0"/>
          </a:p>
        </p:txBody>
      </p:sp>
      <p:sp>
        <p:nvSpPr>
          <p:cNvPr id="3" name="Content Placeholder 2"/>
          <p:cNvSpPr>
            <a:spLocks noGrp="1"/>
          </p:cNvSpPr>
          <p:nvPr>
            <p:ph idx="1"/>
          </p:nvPr>
        </p:nvSpPr>
        <p:spPr>
          <a:xfrm>
            <a:off x="457200" y="2348881"/>
            <a:ext cx="8229600" cy="2952328"/>
          </a:xfrm>
        </p:spPr>
        <p:txBody>
          <a:bodyPr>
            <a:normAutofit fontScale="85000" lnSpcReduction="20000"/>
          </a:bodyPr>
          <a:lstStyle/>
          <a:p>
            <a:pPr marL="0" indent="0" algn="just" rtl="1">
              <a:buNone/>
            </a:pPr>
            <a:r>
              <a:rPr lang="ar-SA" sz="3200" dirty="0">
                <a:latin typeface="Traditional Arabic" pitchFamily="18" charset="-78"/>
                <a:cs typeface="Traditional Arabic" pitchFamily="18" charset="-78"/>
              </a:rPr>
              <a:t>قَالَ إِنِّي عَبْدُ اللَّهِ آتَانِيَ الْكِتَابَ وَجَعَلَنِي نَبِيًّا (30) وَجَعَلَنِي مُبَارَكًا أَيْنَ مَا كُنْتُ وَأَوْصَانِي بِالصَّلَاةِ وَالزَّكَاةِ مَا دُمْتُ حَيًّا (31) وَبَرًّا بِوَالِدَتِي وَلَمْ يَجْعَلْنِي جَبَّارًا شَقِيًّا (32) وَالسَّلَامُ عَلَيَّ يَوْمَ وُلِدْتُ وَيَوْمَ أَمُوتُ وَيَوْمَ أُبْعَثُ حَيًّا (33) ذَلِكَ عِيسَى ابْنُ مَرْيَمَ قَوْلَ الْحَقِّ الَّذِي فِيهِ يَمْتَرُونَ</a:t>
            </a:r>
            <a:endParaRPr lang="id-ID" sz="2500" dirty="0">
              <a:latin typeface="Traditional Arabic" pitchFamily="18" charset="-78"/>
              <a:cs typeface="Traditional Arabic" pitchFamily="18" charset="-78"/>
            </a:endParaRPr>
          </a:p>
          <a:p>
            <a:pPr marL="0" indent="0" algn="just">
              <a:buNone/>
            </a:pPr>
            <a:r>
              <a:rPr lang="en-US" dirty="0" err="1"/>
              <a:t>Dia</a:t>
            </a:r>
            <a:r>
              <a:rPr lang="en-US" dirty="0"/>
              <a:t> (Isa) </a:t>
            </a:r>
            <a:r>
              <a:rPr lang="en-US" dirty="0" err="1"/>
              <a:t>berkata</a:t>
            </a:r>
            <a:r>
              <a:rPr lang="en-US" dirty="0"/>
              <a:t>, "</a:t>
            </a:r>
            <a:r>
              <a:rPr lang="en-US" dirty="0" err="1"/>
              <a:t>Sesungguhnya</a:t>
            </a:r>
            <a:r>
              <a:rPr lang="en-US" dirty="0"/>
              <a:t> </a:t>
            </a:r>
            <a:r>
              <a:rPr lang="en-US" dirty="0" err="1"/>
              <a:t>aku</a:t>
            </a:r>
            <a:r>
              <a:rPr lang="en-US" dirty="0"/>
              <a:t> </a:t>
            </a:r>
            <a:r>
              <a:rPr lang="en-US" dirty="0" err="1"/>
              <a:t>hamba</a:t>
            </a:r>
            <a:r>
              <a:rPr lang="en-US" dirty="0"/>
              <a:t> Allah, </a:t>
            </a:r>
            <a:r>
              <a:rPr lang="en-US" dirty="0" err="1"/>
              <a:t>Dia</a:t>
            </a:r>
            <a:r>
              <a:rPr lang="en-US" dirty="0"/>
              <a:t> </a:t>
            </a:r>
            <a:r>
              <a:rPr lang="en-US" dirty="0" err="1"/>
              <a:t>memberiku</a:t>
            </a:r>
            <a:r>
              <a:rPr lang="en-US" dirty="0"/>
              <a:t> </a:t>
            </a:r>
            <a:r>
              <a:rPr lang="en-US" dirty="0" err="1"/>
              <a:t>Kitab</a:t>
            </a:r>
            <a:r>
              <a:rPr lang="en-US" dirty="0"/>
              <a:t> (</a:t>
            </a:r>
            <a:r>
              <a:rPr lang="en-US" dirty="0" err="1"/>
              <a:t>Injil</a:t>
            </a:r>
            <a:r>
              <a:rPr lang="en-US" dirty="0"/>
              <a:t>) </a:t>
            </a:r>
            <a:r>
              <a:rPr lang="en-US" dirty="0" err="1"/>
              <a:t>dan</a:t>
            </a:r>
            <a:r>
              <a:rPr lang="en-US" dirty="0"/>
              <a:t> </a:t>
            </a:r>
            <a:r>
              <a:rPr lang="en-US" dirty="0" err="1"/>
              <a:t>Dia</a:t>
            </a:r>
            <a:r>
              <a:rPr lang="en-US" dirty="0"/>
              <a:t> </a:t>
            </a:r>
            <a:r>
              <a:rPr lang="en-US" dirty="0" err="1"/>
              <a:t>menjadikan</a:t>
            </a:r>
            <a:r>
              <a:rPr lang="en-US" dirty="0"/>
              <a:t> </a:t>
            </a:r>
            <a:r>
              <a:rPr lang="en-US" dirty="0" err="1"/>
              <a:t>aku</a:t>
            </a:r>
            <a:r>
              <a:rPr lang="en-US" dirty="0"/>
              <a:t> </a:t>
            </a:r>
            <a:r>
              <a:rPr lang="en-US" dirty="0" err="1"/>
              <a:t>seorang</a:t>
            </a:r>
            <a:r>
              <a:rPr lang="en-US" dirty="0"/>
              <a:t> </a:t>
            </a:r>
            <a:r>
              <a:rPr lang="en-US" dirty="0" err="1"/>
              <a:t>Nabi</a:t>
            </a:r>
            <a:r>
              <a:rPr lang="en-US" dirty="0"/>
              <a:t>,</a:t>
            </a:r>
            <a:r>
              <a:rPr lang="id-ID" dirty="0"/>
              <a:t> </a:t>
            </a:r>
            <a:r>
              <a:rPr lang="en-US" dirty="0" err="1"/>
              <a:t>dan</a:t>
            </a:r>
            <a:r>
              <a:rPr lang="en-US" dirty="0"/>
              <a:t> </a:t>
            </a:r>
            <a:r>
              <a:rPr lang="en-US" dirty="0" err="1"/>
              <a:t>Dia</a:t>
            </a:r>
            <a:r>
              <a:rPr lang="en-US" dirty="0"/>
              <a:t> </a:t>
            </a:r>
            <a:r>
              <a:rPr lang="en-US" dirty="0" err="1"/>
              <a:t>menjadikan</a:t>
            </a:r>
            <a:r>
              <a:rPr lang="en-US" dirty="0"/>
              <a:t> </a:t>
            </a:r>
            <a:r>
              <a:rPr lang="en-US" dirty="0" err="1"/>
              <a:t>aku</a:t>
            </a:r>
            <a:r>
              <a:rPr lang="en-US" dirty="0"/>
              <a:t> </a:t>
            </a:r>
            <a:r>
              <a:rPr lang="en-US" dirty="0" err="1"/>
              <a:t>seroang</a:t>
            </a:r>
            <a:r>
              <a:rPr lang="en-US" dirty="0"/>
              <a:t> yang </a:t>
            </a:r>
            <a:r>
              <a:rPr lang="en-US" dirty="0" err="1"/>
              <a:t>diberkahi</a:t>
            </a:r>
            <a:r>
              <a:rPr lang="en-US" dirty="0"/>
              <a:t> </a:t>
            </a:r>
            <a:r>
              <a:rPr lang="en-US" dirty="0" err="1"/>
              <a:t>dimana</a:t>
            </a:r>
            <a:r>
              <a:rPr lang="en-US" dirty="0"/>
              <a:t> </a:t>
            </a:r>
            <a:r>
              <a:rPr lang="en-US" dirty="0" err="1"/>
              <a:t>saja</a:t>
            </a:r>
            <a:r>
              <a:rPr lang="en-US" dirty="0"/>
              <a:t> </a:t>
            </a:r>
            <a:r>
              <a:rPr lang="en-US" dirty="0" err="1"/>
              <a:t>aku</a:t>
            </a:r>
            <a:r>
              <a:rPr lang="en-US" dirty="0"/>
              <a:t> </a:t>
            </a:r>
            <a:r>
              <a:rPr lang="en-US" dirty="0" err="1"/>
              <a:t>berada</a:t>
            </a:r>
            <a:r>
              <a:rPr lang="en-US" dirty="0"/>
              <a:t>, </a:t>
            </a:r>
            <a:r>
              <a:rPr lang="en-US" dirty="0" err="1"/>
              <a:t>dan</a:t>
            </a:r>
            <a:r>
              <a:rPr lang="en-US" dirty="0"/>
              <a:t> </a:t>
            </a:r>
            <a:r>
              <a:rPr lang="en-US" dirty="0" err="1"/>
              <a:t>Dia</a:t>
            </a:r>
            <a:r>
              <a:rPr lang="en-US" dirty="0"/>
              <a:t> </a:t>
            </a:r>
            <a:r>
              <a:rPr lang="en-US" dirty="0" err="1"/>
              <a:t>memerintahkan</a:t>
            </a:r>
            <a:r>
              <a:rPr lang="en-US" dirty="0"/>
              <a:t> </a:t>
            </a:r>
            <a:r>
              <a:rPr lang="en-US" dirty="0" err="1"/>
              <a:t>kepadaku</a:t>
            </a:r>
            <a:r>
              <a:rPr lang="en-US" dirty="0"/>
              <a:t> (</a:t>
            </a:r>
            <a:r>
              <a:rPr lang="en-US" dirty="0" err="1"/>
              <a:t>melaksanakan</a:t>
            </a:r>
            <a:r>
              <a:rPr lang="en-US" dirty="0"/>
              <a:t>) </a:t>
            </a:r>
            <a:r>
              <a:rPr lang="en-US" dirty="0" err="1"/>
              <a:t>shalat</a:t>
            </a:r>
            <a:r>
              <a:rPr lang="en-US" dirty="0"/>
              <a:t> </a:t>
            </a:r>
            <a:r>
              <a:rPr lang="en-US" dirty="0" err="1"/>
              <a:t>dan</a:t>
            </a:r>
            <a:r>
              <a:rPr lang="en-US" dirty="0"/>
              <a:t> (</a:t>
            </a:r>
            <a:r>
              <a:rPr lang="en-US" dirty="0" err="1"/>
              <a:t>menunaikan</a:t>
            </a:r>
            <a:r>
              <a:rPr lang="en-US" dirty="0"/>
              <a:t>) zakat </a:t>
            </a:r>
            <a:r>
              <a:rPr lang="en-US" dirty="0" err="1"/>
              <a:t>selama</a:t>
            </a:r>
            <a:r>
              <a:rPr lang="en-US" dirty="0"/>
              <a:t> </a:t>
            </a:r>
            <a:r>
              <a:rPr lang="en-US" dirty="0" err="1"/>
              <a:t>aku</a:t>
            </a:r>
            <a:r>
              <a:rPr lang="en-US" dirty="0"/>
              <a:t> </a:t>
            </a:r>
            <a:r>
              <a:rPr lang="en-US" dirty="0" err="1"/>
              <a:t>hidup</a:t>
            </a:r>
            <a:r>
              <a:rPr lang="en-US" dirty="0"/>
              <a:t>;</a:t>
            </a:r>
            <a:r>
              <a:rPr lang="id-ID" dirty="0"/>
              <a:t> </a:t>
            </a:r>
            <a:r>
              <a:rPr lang="en-US" dirty="0" err="1"/>
              <a:t>dan</a:t>
            </a:r>
            <a:r>
              <a:rPr lang="en-US" dirty="0"/>
              <a:t> </a:t>
            </a:r>
            <a:r>
              <a:rPr lang="en-US" dirty="0" err="1"/>
              <a:t>berbakti</a:t>
            </a:r>
            <a:r>
              <a:rPr lang="en-US" dirty="0"/>
              <a:t> </a:t>
            </a:r>
            <a:r>
              <a:rPr lang="en-US" dirty="0" err="1"/>
              <a:t>kepada</a:t>
            </a:r>
            <a:r>
              <a:rPr lang="en-US" dirty="0"/>
              <a:t> </a:t>
            </a:r>
            <a:r>
              <a:rPr lang="en-US" dirty="0" err="1"/>
              <a:t>ibuku</a:t>
            </a:r>
            <a:r>
              <a:rPr lang="en-US" dirty="0"/>
              <a:t>, </a:t>
            </a:r>
            <a:r>
              <a:rPr lang="en-US" dirty="0" err="1"/>
              <a:t>dan</a:t>
            </a:r>
            <a:r>
              <a:rPr lang="en-US" dirty="0"/>
              <a:t> </a:t>
            </a:r>
            <a:r>
              <a:rPr lang="en-US" dirty="0" err="1"/>
              <a:t>Dia</a:t>
            </a:r>
            <a:r>
              <a:rPr lang="en-US" dirty="0"/>
              <a:t> </a:t>
            </a:r>
            <a:r>
              <a:rPr lang="en-US" dirty="0" err="1"/>
              <a:t>tidak</a:t>
            </a:r>
            <a:r>
              <a:rPr lang="en-US" dirty="0"/>
              <a:t> </a:t>
            </a:r>
            <a:r>
              <a:rPr lang="en-US" dirty="0" err="1"/>
              <a:t>menjadikan</a:t>
            </a:r>
            <a:r>
              <a:rPr lang="en-US" dirty="0"/>
              <a:t> </a:t>
            </a:r>
            <a:r>
              <a:rPr lang="en-US" dirty="0" err="1"/>
              <a:t>aku</a:t>
            </a:r>
            <a:r>
              <a:rPr lang="en-US" dirty="0"/>
              <a:t> </a:t>
            </a:r>
            <a:r>
              <a:rPr lang="en-US" dirty="0" err="1"/>
              <a:t>seorang</a:t>
            </a:r>
            <a:r>
              <a:rPr lang="en-US" dirty="0"/>
              <a:t> yang </a:t>
            </a:r>
            <a:r>
              <a:rPr lang="en-US" dirty="0" err="1"/>
              <a:t>sombong</a:t>
            </a:r>
            <a:r>
              <a:rPr lang="en-US" dirty="0"/>
              <a:t> </a:t>
            </a:r>
            <a:r>
              <a:rPr lang="en-US" dirty="0" err="1"/>
              <a:t>lagi</a:t>
            </a:r>
            <a:r>
              <a:rPr lang="en-US" dirty="0"/>
              <a:t> </a:t>
            </a:r>
            <a:r>
              <a:rPr lang="en-US" dirty="0" err="1"/>
              <a:t>celaka</a:t>
            </a:r>
            <a:r>
              <a:rPr lang="en-US" dirty="0"/>
              <a:t>.</a:t>
            </a:r>
            <a:r>
              <a:rPr lang="id-ID" dirty="0"/>
              <a:t> </a:t>
            </a:r>
            <a:r>
              <a:rPr lang="en-US" dirty="0"/>
              <a:t>Dan </a:t>
            </a:r>
            <a:r>
              <a:rPr lang="en-US" dirty="0" err="1"/>
              <a:t>kesejahteraan</a:t>
            </a:r>
            <a:r>
              <a:rPr lang="en-US" dirty="0"/>
              <a:t> </a:t>
            </a:r>
            <a:r>
              <a:rPr lang="en-US" dirty="0" err="1"/>
              <a:t>semoga</a:t>
            </a:r>
            <a:r>
              <a:rPr lang="en-US" dirty="0"/>
              <a:t> </a:t>
            </a:r>
            <a:r>
              <a:rPr lang="en-US" dirty="0" err="1"/>
              <a:t>dilimpahkan</a:t>
            </a:r>
            <a:r>
              <a:rPr lang="en-US" dirty="0"/>
              <a:t> </a:t>
            </a:r>
            <a:r>
              <a:rPr lang="en-US" dirty="0" err="1"/>
              <a:t>kepadaku</a:t>
            </a:r>
            <a:r>
              <a:rPr lang="en-US" dirty="0"/>
              <a:t>, </a:t>
            </a:r>
            <a:r>
              <a:rPr lang="en-US" dirty="0" err="1"/>
              <a:t>pada</a:t>
            </a:r>
            <a:r>
              <a:rPr lang="en-US" dirty="0"/>
              <a:t> </a:t>
            </a:r>
            <a:r>
              <a:rPr lang="en-US" dirty="0" err="1"/>
              <a:t>hari</a:t>
            </a:r>
            <a:r>
              <a:rPr lang="en-US" dirty="0"/>
              <a:t> </a:t>
            </a:r>
            <a:r>
              <a:rPr lang="en-US" dirty="0" err="1"/>
              <a:t>kelahiranku</a:t>
            </a:r>
            <a:r>
              <a:rPr lang="en-US" dirty="0"/>
              <a:t>, </a:t>
            </a:r>
            <a:r>
              <a:rPr lang="en-US" dirty="0" err="1"/>
              <a:t>pada</a:t>
            </a:r>
            <a:r>
              <a:rPr lang="en-US" dirty="0"/>
              <a:t> </a:t>
            </a:r>
            <a:r>
              <a:rPr lang="en-US" dirty="0" err="1"/>
              <a:t>hari</a:t>
            </a:r>
            <a:r>
              <a:rPr lang="en-US" dirty="0"/>
              <a:t> </a:t>
            </a:r>
            <a:r>
              <a:rPr lang="en-US" dirty="0" err="1"/>
              <a:t>wafatku</a:t>
            </a:r>
            <a:r>
              <a:rPr lang="en-US" dirty="0"/>
              <a:t>, </a:t>
            </a:r>
            <a:r>
              <a:rPr lang="en-US" dirty="0" err="1"/>
              <a:t>dan</a:t>
            </a:r>
            <a:r>
              <a:rPr lang="en-US" dirty="0"/>
              <a:t> </a:t>
            </a:r>
            <a:r>
              <a:rPr lang="en-US" dirty="0" err="1"/>
              <a:t>pada</a:t>
            </a:r>
            <a:r>
              <a:rPr lang="en-US" dirty="0"/>
              <a:t> </a:t>
            </a:r>
            <a:r>
              <a:rPr lang="en-US" dirty="0" err="1"/>
              <a:t>hari</a:t>
            </a:r>
            <a:r>
              <a:rPr lang="en-US" dirty="0"/>
              <a:t> </a:t>
            </a:r>
            <a:r>
              <a:rPr lang="en-US" dirty="0" err="1"/>
              <a:t>aku</a:t>
            </a:r>
            <a:r>
              <a:rPr lang="en-US" dirty="0"/>
              <a:t> </a:t>
            </a:r>
            <a:r>
              <a:rPr lang="en-US" dirty="0" err="1"/>
              <a:t>dibangkitkan</a:t>
            </a:r>
            <a:r>
              <a:rPr lang="en-US" dirty="0"/>
              <a:t> </a:t>
            </a:r>
            <a:r>
              <a:rPr lang="en-US" dirty="0" err="1"/>
              <a:t>hidup</a:t>
            </a:r>
            <a:r>
              <a:rPr lang="en-US" dirty="0"/>
              <a:t> </a:t>
            </a:r>
            <a:r>
              <a:rPr lang="en-US" dirty="0" err="1"/>
              <a:t>kembali</a:t>
            </a:r>
            <a:r>
              <a:rPr lang="en-US" dirty="0"/>
              <a:t>.</a:t>
            </a:r>
            <a:r>
              <a:rPr lang="id-ID" dirty="0"/>
              <a:t> </a:t>
            </a:r>
            <a:r>
              <a:rPr lang="en-US" dirty="0" err="1"/>
              <a:t>Itulah</a:t>
            </a:r>
            <a:r>
              <a:rPr lang="en-US" dirty="0"/>
              <a:t> Isa </a:t>
            </a:r>
            <a:r>
              <a:rPr lang="en-US" dirty="0" err="1"/>
              <a:t>putra</a:t>
            </a:r>
            <a:r>
              <a:rPr lang="en-US" dirty="0"/>
              <a:t> Maryam, (yang </a:t>
            </a:r>
            <a:r>
              <a:rPr lang="en-US" dirty="0" err="1"/>
              <a:t>mengatakan</a:t>
            </a:r>
            <a:r>
              <a:rPr lang="en-US" dirty="0"/>
              <a:t>) </a:t>
            </a:r>
            <a:r>
              <a:rPr lang="en-US" dirty="0" err="1"/>
              <a:t>perkataan</a:t>
            </a:r>
            <a:r>
              <a:rPr lang="en-US" dirty="0"/>
              <a:t> yang </a:t>
            </a:r>
            <a:r>
              <a:rPr lang="en-US" dirty="0" err="1"/>
              <a:t>benar</a:t>
            </a:r>
            <a:r>
              <a:rPr lang="en-US" dirty="0"/>
              <a:t>, yang </a:t>
            </a:r>
            <a:r>
              <a:rPr lang="en-US" dirty="0" err="1"/>
              <a:t>mereka</a:t>
            </a:r>
            <a:r>
              <a:rPr lang="en-US" dirty="0"/>
              <a:t> </a:t>
            </a:r>
            <a:r>
              <a:rPr lang="en-US" dirty="0" err="1"/>
              <a:t>ragukan</a:t>
            </a:r>
            <a:r>
              <a:rPr lang="en-US" dirty="0"/>
              <a:t> </a:t>
            </a:r>
            <a:r>
              <a:rPr lang="en-US" dirty="0" err="1"/>
              <a:t>kebenarannya</a:t>
            </a:r>
            <a:r>
              <a:rPr lang="en-US" dirty="0"/>
              <a:t>.</a:t>
            </a:r>
            <a:r>
              <a:rPr lang="id-ID" dirty="0"/>
              <a:t> (Qs. Maryam 30-34)</a:t>
            </a:r>
            <a:endParaRPr lang="id-ID" sz="2500" dirty="0">
              <a:latin typeface="Traditional Arabic" pitchFamily="18" charset="-78"/>
              <a:cs typeface="Traditional Arabic" pitchFamily="18" charset="-78"/>
            </a:endParaRPr>
          </a:p>
        </p:txBody>
      </p:sp>
    </p:spTree>
    <p:extLst>
      <p:ext uri="{BB962C8B-B14F-4D97-AF65-F5344CB8AC3E}">
        <p14:creationId xmlns:p14="http://schemas.microsoft.com/office/powerpoint/2010/main" val="2671582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Poin dan Pesan utama </a:t>
            </a:r>
            <a:endParaRPr lang="en-US" dirty="0"/>
          </a:p>
        </p:txBody>
      </p:sp>
      <p:sp>
        <p:nvSpPr>
          <p:cNvPr id="3" name="Content Placeholder 2"/>
          <p:cNvSpPr>
            <a:spLocks noGrp="1"/>
          </p:cNvSpPr>
          <p:nvPr>
            <p:ph idx="1"/>
          </p:nvPr>
        </p:nvSpPr>
        <p:spPr/>
        <p:txBody>
          <a:bodyPr/>
          <a:lstStyle/>
          <a:p>
            <a:pPr marL="457200" indent="-457200">
              <a:buAutoNum type="arabicPeriod"/>
            </a:pPr>
            <a:r>
              <a:rPr lang="id-ID" dirty="0">
                <a:latin typeface="Traditional Arabic" pitchFamily="18" charset="-78"/>
                <a:cs typeface="Traditional Arabic" pitchFamily="18" charset="-78"/>
              </a:rPr>
              <a:t>Mengenal diri sebagai hamba  Allah. </a:t>
            </a:r>
          </a:p>
          <a:p>
            <a:pPr marL="457200" indent="-457200">
              <a:buAutoNum type="arabicPeriod"/>
            </a:pPr>
            <a:r>
              <a:rPr lang="id-ID" dirty="0">
                <a:latin typeface="Traditional Arabic" pitchFamily="18" charset="-78"/>
                <a:cs typeface="Traditional Arabic" pitchFamily="18" charset="-78"/>
              </a:rPr>
              <a:t>Gigih belajar. </a:t>
            </a:r>
          </a:p>
          <a:p>
            <a:pPr marL="457200" indent="-457200">
              <a:buAutoNum type="arabicPeriod"/>
            </a:pPr>
            <a:r>
              <a:rPr lang="id-ID" dirty="0">
                <a:latin typeface="Traditional Arabic" pitchFamily="18" charset="-78"/>
                <a:cs typeface="Traditional Arabic" pitchFamily="18" charset="-78"/>
              </a:rPr>
              <a:t>Menjadi agen informasi.  </a:t>
            </a:r>
          </a:p>
          <a:p>
            <a:pPr marL="457200" indent="-457200">
              <a:buAutoNum type="arabicPeriod"/>
            </a:pPr>
            <a:r>
              <a:rPr lang="id-ID" dirty="0">
                <a:latin typeface="Traditional Arabic" pitchFamily="18" charset="-78"/>
                <a:cs typeface="Traditional Arabic" pitchFamily="18" charset="-78"/>
              </a:rPr>
              <a:t>Selalu memberkati dimanapun  berada. </a:t>
            </a:r>
          </a:p>
          <a:p>
            <a:pPr marL="457200" indent="-457200">
              <a:buAutoNum type="arabicPeriod"/>
            </a:pPr>
            <a:r>
              <a:rPr lang="id-ID" dirty="0">
                <a:latin typeface="Traditional Arabic" pitchFamily="18" charset="-78"/>
                <a:cs typeface="Traditional Arabic" pitchFamily="18" charset="-78"/>
              </a:rPr>
              <a:t>Religius-shalat dan zakat. </a:t>
            </a:r>
          </a:p>
          <a:p>
            <a:pPr marL="457200" indent="-457200">
              <a:buAutoNum type="arabicPeriod"/>
            </a:pPr>
            <a:r>
              <a:rPr lang="id-ID" dirty="0">
                <a:latin typeface="Traditional Arabic" pitchFamily="18" charset="-78"/>
                <a:cs typeface="Traditional Arabic" pitchFamily="18" charset="-78"/>
              </a:rPr>
              <a:t>Berbakti pada orang tua. </a:t>
            </a:r>
          </a:p>
          <a:p>
            <a:pPr marL="457200" indent="-457200">
              <a:buAutoNum type="arabicPeriod"/>
            </a:pPr>
            <a:r>
              <a:rPr lang="id-ID" dirty="0">
                <a:latin typeface="Traditional Arabic" pitchFamily="18" charset="-78"/>
                <a:cs typeface="Traditional Arabic" pitchFamily="18" charset="-78"/>
              </a:rPr>
              <a:t>Tidak sombong.   </a:t>
            </a:r>
          </a:p>
          <a:p>
            <a:pPr marL="457200" indent="-457200">
              <a:buAutoNum type="arabicPeriod"/>
            </a:pPr>
            <a:r>
              <a:rPr lang="id-ID" dirty="0">
                <a:latin typeface="Traditional Arabic" pitchFamily="18" charset="-78"/>
                <a:cs typeface="Traditional Arabic" pitchFamily="18" charset="-78"/>
              </a:rPr>
              <a:t>Berpikir masa lalu, masa kini dan masa depan. </a:t>
            </a:r>
          </a:p>
          <a:p>
            <a:pPr marL="0" indent="0">
              <a:buNone/>
            </a:pPr>
            <a:endParaRPr lang="en-US" dirty="0"/>
          </a:p>
        </p:txBody>
      </p:sp>
    </p:spTree>
    <p:extLst>
      <p:ext uri="{BB962C8B-B14F-4D97-AF65-F5344CB8AC3E}">
        <p14:creationId xmlns:p14="http://schemas.microsoft.com/office/powerpoint/2010/main" val="66386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id-ID" sz="3000" dirty="0"/>
              <a:t>Inspirasi dari </a:t>
            </a:r>
            <a:r>
              <a:rPr lang="en-US" sz="3000" dirty="0" err="1"/>
              <a:t>Luqman</a:t>
            </a:r>
            <a:r>
              <a:rPr lang="en-US" sz="3000" dirty="0"/>
              <a:t> al-Hakim</a:t>
            </a:r>
            <a:endParaRPr lang="id-ID" sz="3000" dirty="0"/>
          </a:p>
        </p:txBody>
      </p:sp>
      <p:sp>
        <p:nvSpPr>
          <p:cNvPr id="3" name="Content Placeholder 2"/>
          <p:cNvSpPr>
            <a:spLocks noGrp="1"/>
          </p:cNvSpPr>
          <p:nvPr>
            <p:ph idx="1"/>
          </p:nvPr>
        </p:nvSpPr>
        <p:spPr>
          <a:xfrm>
            <a:off x="457200" y="1600200"/>
            <a:ext cx="8229600" cy="4925144"/>
          </a:xfrm>
        </p:spPr>
        <p:txBody>
          <a:bodyPr>
            <a:normAutofit fontScale="92500" lnSpcReduction="10000"/>
          </a:bodyPr>
          <a:lstStyle/>
          <a:p>
            <a:pPr marL="0" indent="0" algn="just" rtl="1">
              <a:buNone/>
            </a:pPr>
            <a:endParaRPr lang="en-US" sz="2500" dirty="0">
              <a:latin typeface="Traditional Arabic" pitchFamily="18" charset="-78"/>
              <a:cs typeface="Traditional Arabic" pitchFamily="18" charset="-78"/>
            </a:endParaRPr>
          </a:p>
          <a:p>
            <a:pPr marL="0" indent="0" algn="just" rtl="1">
              <a:buNone/>
            </a:pPr>
            <a:r>
              <a:rPr lang="ar-SA" sz="2500" dirty="0">
                <a:latin typeface="Traditional Arabic" pitchFamily="18" charset="-78"/>
                <a:cs typeface="Traditional Arabic" pitchFamily="18" charset="-78"/>
              </a:rPr>
              <a:t>وَإِذْ قَالَ لُقْمَانُ لِابْنِهِ وَهُوَ يَعِظُهُ يَابُنَيَّ لَا تُشْرِكْ بِاللَّهِ إِنَّ الشِّرْكَ لَظُلْمٌ عَظِيمٌ (13) وَوَصَّيْنَا الْإِنْسَانَ بِوَالِدَيْهِ حَمَلَتْهُ أُمُّهُ وَهْنًا عَلَى وَهْنٍ وَفِصَالُهُ فِي عَامَيْنِ أَنِ اشْكُرْ لِي وَلِوَالِدَيْكَ إِلَيَّ الْمَصِيرُ (14) وَإِنْ جَاهَدَاكَ عَلَى أَنْ تُشْرِكَ بِي مَا لَيْسَ لَكَ بِهِ عِلْمٌ فَلَا تُطِعْهُمَا وَصَاحِبْهُمَا فِي الدُّنْيَا مَعْرُوفًا وَاتَّبِعْ سَبِيلَ مَنْ أَنَابَ إِلَيَّ ثُمَّ إِلَيَّ مَرْجِعُكُمْ فَأُنَبِّئُكُمْ بِمَا كُنْتُمْ تَعْمَلُونَ (15</a:t>
            </a:r>
            <a:endParaRPr lang="id-ID" sz="2500" dirty="0">
              <a:latin typeface="Traditional Arabic" pitchFamily="18" charset="-78"/>
              <a:cs typeface="Traditional Arabic" pitchFamily="18" charset="-78"/>
            </a:endParaRPr>
          </a:p>
          <a:p>
            <a:pPr marL="0" indent="0" algn="just">
              <a:buNone/>
            </a:pPr>
            <a:r>
              <a:rPr lang="en-US" dirty="0">
                <a:latin typeface="Times New Roman" panose="02020603050405020304" pitchFamily="18" charset="0"/>
                <a:cs typeface="Times New Roman" panose="02020603050405020304" pitchFamily="18" charset="0"/>
              </a:rPr>
              <a:t>Dan (</a:t>
            </a:r>
            <a:r>
              <a:rPr lang="en-US" dirty="0" err="1">
                <a:latin typeface="Times New Roman" panose="02020603050405020304" pitchFamily="18" charset="0"/>
                <a:cs typeface="Times New Roman" panose="02020603050405020304" pitchFamily="18" charset="0"/>
              </a:rPr>
              <a:t>ingatlah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ketika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Luqman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berkata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anaknya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ketika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memberi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pelajaran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Wahai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anakku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Janganlah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mempersekutukan</a:t>
            </a:r>
            <a:r>
              <a:rPr lang="en-US" dirty="0">
                <a:latin typeface="Times New Roman" panose="02020603050405020304" pitchFamily="18" charset="0"/>
                <a:cs typeface="Times New Roman" panose="02020603050405020304" pitchFamily="18" charset="0"/>
              </a:rPr>
              <a:t> Allah, </a:t>
            </a:r>
            <a:r>
              <a:rPr lang="en-US" dirty="0" err="1">
                <a:latin typeface="Times New Roman" panose="02020603050405020304" pitchFamily="18" charset="0"/>
                <a:cs typeface="Times New Roman" panose="02020603050405020304" pitchFamily="18" charset="0"/>
              </a:rPr>
              <a:t>sesungguhnya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mempersekutukan</a:t>
            </a:r>
            <a:r>
              <a:rPr lang="en-US" dirty="0">
                <a:latin typeface="Times New Roman" panose="02020603050405020304" pitchFamily="18" charset="0"/>
                <a:cs typeface="Times New Roman" panose="02020603050405020304" pitchFamily="18" charset="0"/>
              </a:rPr>
              <a:t> (Allah) </a:t>
            </a:r>
            <a:r>
              <a:rPr lang="en-US" dirty="0" err="1">
                <a:latin typeface="Times New Roman" panose="02020603050405020304" pitchFamily="18" charset="0"/>
                <a:cs typeface="Times New Roman" panose="02020603050405020304" pitchFamily="18" charset="0"/>
              </a:rPr>
              <a:t>adalah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benar-benar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kezaliman</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besar</a:t>
            </a:r>
            <a:r>
              <a:rPr lang="id-ID"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Dan Kami </a:t>
            </a:r>
            <a:r>
              <a:rPr lang="en-US" dirty="0" err="1">
                <a:latin typeface="Times New Roman" panose="02020603050405020304" pitchFamily="18" charset="0"/>
                <a:cs typeface="Times New Roman" panose="02020603050405020304" pitchFamily="18" charset="0"/>
              </a:rPr>
              <a:t>perintahkan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manusia</a:t>
            </a:r>
            <a:r>
              <a:rPr lang="en-US" dirty="0">
                <a:latin typeface="Times New Roman" panose="02020603050405020304" pitchFamily="18" charset="0"/>
                <a:cs typeface="Times New Roman" panose="02020603050405020304" pitchFamily="18" charset="0"/>
              </a:rPr>
              <a:t> (agar </a:t>
            </a:r>
            <a:r>
              <a:rPr lang="en-US" dirty="0" err="1">
                <a:latin typeface="Times New Roman" panose="02020603050405020304" pitchFamily="18" charset="0"/>
                <a:cs typeface="Times New Roman" panose="02020603050405020304" pitchFamily="18" charset="0"/>
              </a:rPr>
              <a:t>berbuat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baik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kedua</a:t>
            </a:r>
            <a:r>
              <a:rPr lang="en-US" dirty="0">
                <a:latin typeface="Times New Roman" panose="02020603050405020304" pitchFamily="18" charset="0"/>
                <a:cs typeface="Times New Roman" panose="02020603050405020304" pitchFamily="18" charset="0"/>
              </a:rPr>
              <a:t> orang </a:t>
            </a:r>
            <a:r>
              <a:rPr lang="en-US" dirty="0" err="1">
                <a:latin typeface="Times New Roman" panose="02020603050405020304" pitchFamily="18" charset="0"/>
                <a:cs typeface="Times New Roman" panose="02020603050405020304" pitchFamily="18" charset="0"/>
              </a:rPr>
              <a:t>tuanya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Ibunya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mengandungnya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dalam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keadaan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lemah</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bertambah-tambah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menyapihnya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dalam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usia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tahu</a:t>
            </a:r>
            <a:r>
              <a:rPr lang="id-ID" dirty="0">
                <a:latin typeface="Times New Roman" panose="02020603050405020304" pitchFamily="18" charset="0"/>
                <a:cs typeface="Times New Roman" panose="02020603050405020304" pitchFamily="18" charset="0"/>
              </a:rPr>
              <a:t>n. </a:t>
            </a:r>
            <a:r>
              <a:rPr lang="en-US" dirty="0" err="1">
                <a:latin typeface="Times New Roman" panose="02020603050405020304" pitchFamily="18" charset="0"/>
                <a:cs typeface="Times New Roman" panose="02020603050405020304" pitchFamily="18" charset="0"/>
              </a:rPr>
              <a:t>Bersyukurlah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kedua</a:t>
            </a:r>
            <a:r>
              <a:rPr lang="en-US" dirty="0">
                <a:latin typeface="Times New Roman" panose="02020603050405020304" pitchFamily="18" charset="0"/>
                <a:cs typeface="Times New Roman" panose="02020603050405020304" pitchFamily="18" charset="0"/>
              </a:rPr>
              <a:t> orang </a:t>
            </a:r>
            <a:r>
              <a:rPr lang="en-US" dirty="0" err="1">
                <a:latin typeface="Times New Roman" panose="02020603050405020304" pitchFamily="18" charset="0"/>
                <a:cs typeface="Times New Roman" panose="02020603050405020304" pitchFamily="18" charset="0"/>
              </a:rPr>
              <a:t>tuamu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kembalimu</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Dan </a:t>
            </a:r>
            <a:r>
              <a:rPr lang="en-US" dirty="0" err="1">
                <a:latin typeface="Times New Roman" panose="02020603050405020304" pitchFamily="18" charset="0"/>
                <a:cs typeface="Times New Roman" panose="02020603050405020304" pitchFamily="18" charset="0"/>
              </a:rPr>
              <a:t>jika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keduanya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memaksamu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untuk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mempersekutukan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dengan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sesuatu</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engkau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tidak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mempunyai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ilmu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tentang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itu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janganlah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engkau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menaati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keduanya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pergaulilah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keduanya</a:t>
            </a:r>
            <a:r>
              <a:rPr lang="en-US" dirty="0">
                <a:latin typeface="Times New Roman" panose="02020603050405020304" pitchFamily="18" charset="0"/>
                <a:cs typeface="Times New Roman" panose="02020603050405020304" pitchFamily="18" charset="0"/>
              </a:rPr>
              <a:t> di </a:t>
            </a:r>
            <a:r>
              <a:rPr lang="en-US" dirty="0" err="1">
                <a:latin typeface="Times New Roman" panose="02020603050405020304" pitchFamily="18" charset="0"/>
                <a:cs typeface="Times New Roman" panose="02020603050405020304" pitchFamily="18" charset="0"/>
              </a:rPr>
              <a:t>dunia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dengan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baik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ikutilah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jalan</a:t>
            </a:r>
            <a:r>
              <a:rPr lang="en-US" dirty="0">
                <a:latin typeface="Times New Roman" panose="02020603050405020304" pitchFamily="18" charset="0"/>
                <a:cs typeface="Times New Roman" panose="02020603050405020304" pitchFamily="18" charset="0"/>
              </a:rPr>
              <a:t> orang yang </a:t>
            </a:r>
            <a:r>
              <a:rPr lang="en-US" dirty="0" err="1">
                <a:latin typeface="Times New Roman" panose="02020603050405020304" pitchFamily="18" charset="0"/>
                <a:cs typeface="Times New Roman" panose="02020603050405020304" pitchFamily="18" charset="0"/>
              </a:rPr>
              <a:t>kembali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a:t>
            </a:r>
            <a:r>
              <a:rPr lang="en-US" dirty="0">
                <a:latin typeface="Times New Roman" panose="02020603050405020304" pitchFamily="18" charset="0"/>
                <a:cs typeface="Times New Roman" panose="02020603050405020304" pitchFamily="18" charset="0"/>
              </a:rPr>
              <a:t>-Ku. </a:t>
            </a:r>
            <a:r>
              <a:rPr lang="en-US" dirty="0" err="1">
                <a:latin typeface="Times New Roman" panose="02020603050405020304" pitchFamily="18" charset="0"/>
                <a:cs typeface="Times New Roman" panose="02020603050405020304" pitchFamily="18" charset="0"/>
              </a:rPr>
              <a:t>Kemudian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a:t>
            </a:r>
            <a:r>
              <a:rPr lang="en-US" dirty="0">
                <a:latin typeface="Times New Roman" panose="02020603050405020304" pitchFamily="18" charset="0"/>
                <a:cs typeface="Times New Roman" panose="02020603050405020304" pitchFamily="18" charset="0"/>
              </a:rPr>
              <a:t>-Ku </a:t>
            </a:r>
            <a:r>
              <a:rPr lang="en-US" dirty="0" err="1">
                <a:latin typeface="Times New Roman" panose="02020603050405020304" pitchFamily="18" charset="0"/>
                <a:cs typeface="Times New Roman" panose="02020603050405020304" pitchFamily="18" charset="0"/>
              </a:rPr>
              <a:t>tempat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kembalimu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beritahukan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kepadamu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apa</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telah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kerjakan</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(Qs. Lukman 13-15)</a:t>
            </a:r>
            <a:endParaRPr lang="id-ID"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4924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Lanjutan </a:t>
            </a:r>
            <a:endParaRPr lang="en-US" dirty="0"/>
          </a:p>
        </p:txBody>
      </p:sp>
      <p:sp>
        <p:nvSpPr>
          <p:cNvPr id="3" name="Content Placeholder 2"/>
          <p:cNvSpPr>
            <a:spLocks noGrp="1"/>
          </p:cNvSpPr>
          <p:nvPr>
            <p:ph idx="1"/>
          </p:nvPr>
        </p:nvSpPr>
        <p:spPr/>
        <p:txBody>
          <a:bodyPr>
            <a:normAutofit fontScale="92500" lnSpcReduction="20000"/>
          </a:bodyPr>
          <a:lstStyle/>
          <a:p>
            <a:pPr marL="0" indent="0" algn="just" rtl="1">
              <a:buNone/>
            </a:pPr>
            <a:r>
              <a:rPr lang="ar-SA" sz="2700" dirty="0">
                <a:latin typeface="Traditional Arabic" pitchFamily="18" charset="-78"/>
                <a:cs typeface="Traditional Arabic" pitchFamily="18" charset="-78"/>
              </a:rPr>
              <a:t>يَابُنَيَّ إِنَّهَا إِنْ تَكُ مِثْقَالَ حَبَّةٍ مِنْ خَرْدَلٍ فَتَكُنْ فِي صَخْرَةٍ أَوْ فِي السَّمَاوَاتِ أَوْ فِي الْأَرْضِ يَأْتِ بِهَا اللَّهُ إِنَّ اللَّهَ لَطِيفٌ خَبِيرٌ (16) يَابُنَيَّ أَقِمِ الصَّلَاةَ وَأْمُرْ بِالْمَعْرُوفِ وَانْهَ عَنِ الْمُنْكَرِ وَاصْبِرْ عَلَى مَا أَصَابَكَ إِنَّ ذَلِكَ مِنْ عَزْمِ الْأُمُورِ (17) وَلَا تُصَعِّرْ خَدَّكَ لِلنَّاسِ وَلَا تَمْشِ فِي الْأَرْضِ مَرَحًا إِنَّ اللَّهَ لَا يُحِبُّ كُلَّ مُخْتَالٍ فَخُورٍ (18) وَاقْصِدْ فِي مَشْيِكَ وَاغْضُضْ مِنْ صَوْتِكَ إِنَّ أَنْكَرَ الْأَصْوَاتِ لَصَوْتُ الْحَمِيرِ (19)} [لقمان: 12 - 19]</a:t>
            </a:r>
            <a:endParaRPr lang="id-ID" sz="2700" dirty="0">
              <a:latin typeface="Traditional Arabic" pitchFamily="18" charset="-78"/>
              <a:cs typeface="Traditional Arabic" pitchFamily="18" charset="-78"/>
            </a:endParaRPr>
          </a:p>
          <a:p>
            <a:pPr marL="0" indent="0" algn="just">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Luqman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berkata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Wahai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anakku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Sungguh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jika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sesuatu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perbuatan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seberat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biji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sawi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berada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dalam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batu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atau</a:t>
            </a:r>
            <a:r>
              <a:rPr lang="en-US" dirty="0">
                <a:latin typeface="Times New Roman" panose="02020603050405020304" pitchFamily="18" charset="0"/>
                <a:cs typeface="Times New Roman" panose="02020603050405020304" pitchFamily="18" charset="0"/>
              </a:rPr>
              <a:t> di </a:t>
            </a:r>
            <a:r>
              <a:rPr lang="en-US" dirty="0" err="1">
                <a:latin typeface="Times New Roman" panose="02020603050405020304" pitchFamily="18" charset="0"/>
                <a:cs typeface="Times New Roman" panose="02020603050405020304" pitchFamily="18" charset="0"/>
              </a:rPr>
              <a:t>langit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atau</a:t>
            </a:r>
            <a:r>
              <a:rPr lang="en-US" dirty="0">
                <a:latin typeface="Times New Roman" panose="02020603050405020304" pitchFamily="18" charset="0"/>
                <a:cs typeface="Times New Roman" panose="02020603050405020304" pitchFamily="18" charset="0"/>
              </a:rPr>
              <a:t> di </a:t>
            </a:r>
            <a:r>
              <a:rPr lang="en-US" dirty="0" err="1">
                <a:latin typeface="Times New Roman" panose="02020603050405020304" pitchFamily="18" charset="0"/>
                <a:cs typeface="Times New Roman" panose="02020603050405020304" pitchFamily="18" charset="0"/>
              </a:rPr>
              <a:t>bumi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niscaya</a:t>
            </a:r>
            <a:r>
              <a:rPr lang="en-US" dirty="0">
                <a:latin typeface="Times New Roman" panose="02020603050405020304" pitchFamily="18" charset="0"/>
                <a:cs typeface="Times New Roman" panose="02020603050405020304" pitchFamily="18" charset="0"/>
              </a:rPr>
              <a:t> Allah </a:t>
            </a:r>
            <a:r>
              <a:rPr lang="en-US" dirty="0" err="1">
                <a:latin typeface="Times New Roman" panose="02020603050405020304" pitchFamily="18" charset="0"/>
                <a:cs typeface="Times New Roman" panose="02020603050405020304" pitchFamily="18" charset="0"/>
              </a:rPr>
              <a:t>akan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memberinya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balasan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Sesungguhnya</a:t>
            </a:r>
            <a:r>
              <a:rPr lang="en-US" dirty="0">
                <a:latin typeface="Times New Roman" panose="02020603050405020304" pitchFamily="18" charset="0"/>
                <a:cs typeface="Times New Roman" panose="02020603050405020304" pitchFamily="18" charset="0"/>
              </a:rPr>
              <a:t> Allah </a:t>
            </a:r>
            <a:r>
              <a:rPr lang="en-US" dirty="0" err="1">
                <a:latin typeface="Times New Roman" panose="02020603050405020304" pitchFamily="18" charset="0"/>
                <a:cs typeface="Times New Roman" panose="02020603050405020304" pitchFamily="18" charset="0"/>
              </a:rPr>
              <a:t>Maha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Halus</a:t>
            </a: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lagi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Mahateliti</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Wahai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anakku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Laksanakanlah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shalat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suruhlah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manusia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berbuat</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makruf</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cegahlah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mereka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dari</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mungkar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bersabarlah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terhadap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apa</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menimpamu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sesungguhnya</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demikian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itu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termasuk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perkara</a:t>
            </a:r>
            <a:r>
              <a:rPr lang="en-US" dirty="0">
                <a:latin typeface="Times New Roman" panose="02020603050405020304" pitchFamily="18" charset="0"/>
                <a:cs typeface="Times New Roman" panose="02020603050405020304" pitchFamily="18" charset="0"/>
              </a:rPr>
              <a:t> yang </a:t>
            </a:r>
            <a:r>
              <a:rPr lang="en-US" dirty="0" err="1">
                <a:latin typeface="Times New Roman" panose="02020603050405020304" pitchFamily="18" charset="0"/>
                <a:cs typeface="Times New Roman" panose="02020603050405020304" pitchFamily="18" charset="0"/>
              </a:rPr>
              <a:t>penting</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Dan </a:t>
            </a:r>
            <a:r>
              <a:rPr lang="en-US" dirty="0" err="1">
                <a:latin typeface="Times New Roman" panose="02020603050405020304" pitchFamily="18" charset="0"/>
                <a:cs typeface="Times New Roman" panose="02020603050405020304" pitchFamily="18" charset="0"/>
              </a:rPr>
              <a:t>janganlah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memalingkan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wajah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manusia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karena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sombong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janganlah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berjalan</a:t>
            </a:r>
            <a:r>
              <a:rPr lang="en-US" dirty="0">
                <a:latin typeface="Times New Roman" panose="02020603050405020304" pitchFamily="18" charset="0"/>
                <a:cs typeface="Times New Roman" panose="02020603050405020304" pitchFamily="18" charset="0"/>
              </a:rPr>
              <a:t> di </a:t>
            </a:r>
            <a:r>
              <a:rPr lang="en-US" dirty="0" err="1">
                <a:latin typeface="Times New Roman" panose="02020603050405020304" pitchFamily="18" charset="0"/>
                <a:cs typeface="Times New Roman" panose="02020603050405020304" pitchFamily="18" charset="0"/>
              </a:rPr>
              <a:t>bumi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dengan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angkuh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Sungguh</a:t>
            </a:r>
            <a:r>
              <a:rPr lang="en-US" dirty="0">
                <a:latin typeface="Times New Roman" panose="02020603050405020304" pitchFamily="18" charset="0"/>
                <a:cs typeface="Times New Roman" panose="02020603050405020304" pitchFamily="18" charset="0"/>
              </a:rPr>
              <a:t>, Allah </a:t>
            </a:r>
            <a:r>
              <a:rPr lang="en-US" dirty="0" err="1">
                <a:latin typeface="Times New Roman" panose="02020603050405020304" pitchFamily="18" charset="0"/>
                <a:cs typeface="Times New Roman" panose="02020603050405020304" pitchFamily="18" charset="0"/>
              </a:rPr>
              <a:t>tidak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menyukai</a:t>
            </a:r>
            <a:r>
              <a:rPr lang="en-US" dirty="0">
                <a:latin typeface="Times New Roman" panose="02020603050405020304" pitchFamily="18" charset="0"/>
                <a:cs typeface="Times New Roman" panose="02020603050405020304" pitchFamily="18" charset="0"/>
              </a:rPr>
              <a:t> orang-orang yang </a:t>
            </a:r>
            <a:r>
              <a:rPr lang="en-US" dirty="0" err="1">
                <a:latin typeface="Times New Roman" panose="02020603050405020304" pitchFamily="18" charset="0"/>
                <a:cs typeface="Times New Roman" panose="02020603050405020304" pitchFamily="18" charset="0"/>
              </a:rPr>
              <a:t>sombong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lagi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membanggakan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diri</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Dan </a:t>
            </a:r>
            <a:r>
              <a:rPr lang="en-US" dirty="0" err="1">
                <a:latin typeface="Times New Roman" panose="02020603050405020304" pitchFamily="18" charset="0"/>
                <a:cs typeface="Times New Roman" panose="02020603050405020304" pitchFamily="18" charset="0"/>
              </a:rPr>
              <a:t>sederhanalah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dalam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berjalan</a:t>
            </a:r>
            <a:r>
              <a:rPr lang="en-US" dirty="0">
                <a:latin typeface="Times New Roman" panose="02020603050405020304" pitchFamily="18" charset="0"/>
                <a:cs typeface="Times New Roman" panose="02020603050405020304" pitchFamily="18" charset="0"/>
              </a:rPr>
              <a:t>-*3 </a:t>
            </a:r>
            <a:r>
              <a:rPr lang="en-US" dirty="0" err="1">
                <a:latin typeface="Times New Roman" panose="02020603050405020304" pitchFamily="18" charset="0"/>
                <a:cs typeface="Times New Roman" panose="02020603050405020304" pitchFamily="18" charset="0"/>
              </a:rPr>
              <a:t>dan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lunakkanlah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suaramu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Sesungguhnya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seburuk-buruk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suara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ialah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suara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keledai</a:t>
            </a:r>
            <a:r>
              <a:rPr lang="en-US" dirty="0">
                <a:latin typeface="Times New Roman" panose="02020603050405020304" pitchFamily="18" charset="0"/>
                <a:cs typeface="Times New Roman" panose="02020603050405020304" pitchFamily="18" charset="0"/>
              </a:rPr>
              <a:t>.</a:t>
            </a:r>
            <a:r>
              <a:rPr lang="id-ID" dirty="0">
                <a:latin typeface="Times New Roman" panose="02020603050405020304" pitchFamily="18" charset="0"/>
                <a:cs typeface="Times New Roman" panose="02020603050405020304" pitchFamily="18" charset="0"/>
              </a:rPr>
              <a:t> (Qs. Luqman 16-19)</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0231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Poin dan Pesan Utama </a:t>
            </a:r>
            <a:endParaRPr lang="en-US"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v"/>
            </a:pPr>
            <a:r>
              <a:rPr lang="id-ID" sz="1500" dirty="0">
                <a:latin typeface="Georgia" panose="02040502050405020303" pitchFamily="18" charset="0"/>
                <a:cs typeface="Traditional Arabic" pitchFamily="18" charset="-78"/>
              </a:rPr>
              <a:t>Tidak menyekutukan Allah. </a:t>
            </a:r>
          </a:p>
          <a:p>
            <a:pPr>
              <a:buFont typeface="Wingdings" panose="05000000000000000000" pitchFamily="2" charset="2"/>
              <a:buChar char="v"/>
            </a:pPr>
            <a:r>
              <a:rPr lang="id-ID" sz="1500" dirty="0">
                <a:latin typeface="Georgia" panose="02040502050405020303" pitchFamily="18" charset="0"/>
                <a:cs typeface="Traditional Arabic" pitchFamily="18" charset="-78"/>
              </a:rPr>
              <a:t>Memahami dan berterima kasih peran orang tua, </a:t>
            </a:r>
          </a:p>
          <a:p>
            <a:pPr>
              <a:buFont typeface="Wingdings" panose="05000000000000000000" pitchFamily="2" charset="2"/>
              <a:buChar char="v"/>
            </a:pPr>
            <a:r>
              <a:rPr lang="id-ID" sz="1500" dirty="0">
                <a:latin typeface="Georgia" panose="02040502050405020303" pitchFamily="18" charset="0"/>
                <a:cs typeface="Traditional Arabic" pitchFamily="18" charset="-78"/>
              </a:rPr>
              <a:t>Moderasi beragama </a:t>
            </a:r>
          </a:p>
          <a:p>
            <a:pPr>
              <a:buFont typeface="Wingdings" panose="05000000000000000000" pitchFamily="2" charset="2"/>
              <a:buChar char="v"/>
            </a:pPr>
            <a:r>
              <a:rPr lang="id-ID" sz="1500" dirty="0">
                <a:latin typeface="Georgia" panose="02040502050405020303" pitchFamily="18" charset="0"/>
                <a:cs typeface="Traditional Arabic" pitchFamily="18" charset="-78"/>
              </a:rPr>
              <a:t>memilih figur, </a:t>
            </a:r>
          </a:p>
          <a:p>
            <a:pPr>
              <a:buFont typeface="Wingdings" panose="05000000000000000000" pitchFamily="2" charset="2"/>
              <a:buChar char="v"/>
            </a:pPr>
            <a:r>
              <a:rPr lang="id-ID" sz="1500" dirty="0">
                <a:latin typeface="Georgia" panose="02040502050405020303" pitchFamily="18" charset="0"/>
                <a:cs typeface="Traditional Arabic" pitchFamily="18" charset="-78"/>
              </a:rPr>
              <a:t>bertanggung jawab </a:t>
            </a:r>
          </a:p>
          <a:p>
            <a:pPr>
              <a:buFont typeface="Wingdings" panose="05000000000000000000" pitchFamily="2" charset="2"/>
              <a:buChar char="v"/>
            </a:pPr>
            <a:r>
              <a:rPr lang="id-ID" sz="1500" dirty="0">
                <a:latin typeface="Georgia" panose="02040502050405020303" pitchFamily="18" charset="0"/>
                <a:cs typeface="Traditional Arabic" pitchFamily="18" charset="-78"/>
              </a:rPr>
              <a:t>Religius</a:t>
            </a:r>
          </a:p>
          <a:p>
            <a:pPr>
              <a:buFont typeface="Wingdings" panose="05000000000000000000" pitchFamily="2" charset="2"/>
              <a:buChar char="v"/>
            </a:pPr>
            <a:r>
              <a:rPr lang="id-ID" sz="1500" dirty="0">
                <a:latin typeface="Georgia" panose="02040502050405020303" pitchFamily="18" charset="0"/>
                <a:cs typeface="Traditional Arabic" pitchFamily="18" charset="-78"/>
              </a:rPr>
              <a:t>Amar makruf nahi munkar </a:t>
            </a:r>
          </a:p>
          <a:p>
            <a:pPr>
              <a:buFont typeface="Wingdings" panose="05000000000000000000" pitchFamily="2" charset="2"/>
              <a:buChar char="v"/>
            </a:pPr>
            <a:r>
              <a:rPr lang="id-ID" sz="1500" dirty="0">
                <a:latin typeface="Georgia" panose="02040502050405020303" pitchFamily="18" charset="0"/>
                <a:cs typeface="Traditional Arabic" pitchFamily="18" charset="-78"/>
              </a:rPr>
              <a:t>sabar dalam berjuang</a:t>
            </a:r>
          </a:p>
          <a:p>
            <a:pPr>
              <a:buFont typeface="Wingdings" panose="05000000000000000000" pitchFamily="2" charset="2"/>
              <a:buChar char="v"/>
            </a:pPr>
            <a:r>
              <a:rPr lang="id-ID" sz="1500" dirty="0">
                <a:latin typeface="Georgia" panose="02040502050405020303" pitchFamily="18" charset="0"/>
                <a:cs typeface="Traditional Arabic" pitchFamily="18" charset="-78"/>
              </a:rPr>
              <a:t>menghormati dan menghargai</a:t>
            </a:r>
          </a:p>
          <a:p>
            <a:pPr>
              <a:buFont typeface="Wingdings" panose="05000000000000000000" pitchFamily="2" charset="2"/>
              <a:buChar char="v"/>
            </a:pPr>
            <a:r>
              <a:rPr lang="id-ID" sz="1500" dirty="0">
                <a:latin typeface="Georgia" panose="02040502050405020303" pitchFamily="18" charset="0"/>
                <a:cs typeface="Traditional Arabic" pitchFamily="18" charset="-78"/>
              </a:rPr>
              <a:t>Tidak sombong</a:t>
            </a:r>
          </a:p>
          <a:p>
            <a:pPr>
              <a:buFont typeface="Wingdings" panose="05000000000000000000" pitchFamily="2" charset="2"/>
              <a:buChar char="v"/>
            </a:pPr>
            <a:r>
              <a:rPr lang="id-ID" sz="1500" dirty="0">
                <a:latin typeface="Georgia" panose="02040502050405020303" pitchFamily="18" charset="0"/>
                <a:cs typeface="Traditional Arabic" pitchFamily="18" charset="-78"/>
              </a:rPr>
              <a:t>bersikap wajar</a:t>
            </a:r>
          </a:p>
          <a:p>
            <a:pPr>
              <a:buFont typeface="Wingdings" panose="05000000000000000000" pitchFamily="2" charset="2"/>
              <a:buChar char="v"/>
            </a:pPr>
            <a:r>
              <a:rPr lang="id-ID" sz="1500" dirty="0">
                <a:latin typeface="Georgia" panose="02040502050405020303" pitchFamily="18" charset="0"/>
                <a:cs typeface="Traditional Arabic" pitchFamily="18" charset="-78"/>
              </a:rPr>
              <a:t>Santun dalam tutur kata.</a:t>
            </a:r>
          </a:p>
          <a:p>
            <a:pPr>
              <a:buFont typeface="Wingdings" panose="05000000000000000000" pitchFamily="2" charset="2"/>
              <a:buChar char="v"/>
            </a:pPr>
            <a:endParaRPr lang="en-US" sz="1500" dirty="0">
              <a:latin typeface="Georgia" panose="02040502050405020303" pitchFamily="18" charset="0"/>
            </a:endParaRPr>
          </a:p>
        </p:txBody>
      </p:sp>
    </p:spTree>
    <p:extLst>
      <p:ext uri="{BB962C8B-B14F-4D97-AF65-F5344CB8AC3E}">
        <p14:creationId xmlns:p14="http://schemas.microsoft.com/office/powerpoint/2010/main" val="415009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4632"/>
            <a:ext cx="8001000" cy="928144"/>
          </a:xfrm>
        </p:spPr>
        <p:txBody>
          <a:bodyPr>
            <a:noAutofit/>
          </a:bodyPr>
          <a:lstStyle/>
          <a:p>
            <a:r>
              <a:rPr lang="id-ID" sz="2500" dirty="0"/>
              <a:t>Inspirasi Nabi Muhammad </a:t>
            </a:r>
            <a:r>
              <a:rPr lang="en-US" sz="2500" dirty="0"/>
              <a:t>SAW.</a:t>
            </a:r>
            <a:endParaRPr lang="id-ID" sz="2500" dirty="0"/>
          </a:p>
        </p:txBody>
      </p:sp>
      <p:sp>
        <p:nvSpPr>
          <p:cNvPr id="3" name="Content Placeholder 2"/>
          <p:cNvSpPr>
            <a:spLocks noGrp="1"/>
          </p:cNvSpPr>
          <p:nvPr>
            <p:ph idx="1"/>
          </p:nvPr>
        </p:nvSpPr>
        <p:spPr>
          <a:xfrm>
            <a:off x="457200" y="1772816"/>
            <a:ext cx="8229600" cy="4353347"/>
          </a:xfrm>
        </p:spPr>
        <p:txBody>
          <a:bodyPr>
            <a:normAutofit/>
          </a:bodyPr>
          <a:lstStyle/>
          <a:p>
            <a:pPr marL="0" indent="0" algn="just" rtl="1">
              <a:buNone/>
            </a:pPr>
            <a:r>
              <a:rPr lang="ar-SA" sz="2800" dirty="0">
                <a:latin typeface="Traditional Arabic" pitchFamily="18" charset="-78"/>
                <a:cs typeface="Traditional Arabic" pitchFamily="18" charset="-78"/>
              </a:rPr>
              <a:t>فَبِمَا رَحْمَةٍ مِنَ اللَّهِ لِنْتَ لَهُمْ وَلَوْ كُنْتَ فَظًّا غَلِيظَ الْقَلْبِ لَانْفَضُّوا مِنْ حَوْلِكَ فَاعْفُ عَنْهُمْ وَاسْتَغْفِرْ لَهُمْ وَشَاوِرْهُمْ فِي الْأَمْرِ فَإِذَا عَزَمْتَ فَتَوَكَّلْ عَلَى اللَّهِ إِنَّ اللَّهَ يُحِبُّ الْمُتَوَكِّلِينَ</a:t>
            </a:r>
            <a:endParaRPr lang="id-ID" sz="2800" dirty="0">
              <a:latin typeface="Traditional Arabic" pitchFamily="18" charset="-78"/>
              <a:cs typeface="Traditional Arabic" pitchFamily="18" charset="-78"/>
            </a:endParaRPr>
          </a:p>
          <a:p>
            <a:pPr algn="just" rtl="1"/>
            <a:endParaRPr lang="id-ID" sz="2800" dirty="0">
              <a:latin typeface="Traditional Arabic" pitchFamily="18" charset="-78"/>
              <a:cs typeface="Traditional Arabic" pitchFamily="18" charset="-78"/>
            </a:endParaRPr>
          </a:p>
          <a:p>
            <a:pPr marL="0" indent="0" algn="just">
              <a:buNone/>
            </a:pPr>
            <a:r>
              <a:rPr lang="en-US" dirty="0" err="1"/>
              <a:t>Maka</a:t>
            </a:r>
            <a:r>
              <a:rPr lang="en-US" dirty="0"/>
              <a:t> </a:t>
            </a:r>
            <a:r>
              <a:rPr lang="en-US" dirty="0" err="1"/>
              <a:t>berkat</a:t>
            </a:r>
            <a:r>
              <a:rPr lang="en-US" dirty="0"/>
              <a:t> </a:t>
            </a:r>
            <a:r>
              <a:rPr lang="en-US" dirty="0" err="1"/>
              <a:t>rahmat</a:t>
            </a:r>
            <a:r>
              <a:rPr lang="en-US" dirty="0"/>
              <a:t> Allah </a:t>
            </a:r>
            <a:r>
              <a:rPr lang="en-US" dirty="0" err="1"/>
              <a:t>engkau</a:t>
            </a:r>
            <a:r>
              <a:rPr lang="en-US" dirty="0"/>
              <a:t> (Muhammad) </a:t>
            </a:r>
            <a:r>
              <a:rPr lang="en-US" dirty="0" err="1"/>
              <a:t>berlaku</a:t>
            </a:r>
            <a:r>
              <a:rPr lang="en-US" dirty="0"/>
              <a:t> </a:t>
            </a:r>
            <a:r>
              <a:rPr lang="en-US" dirty="0" err="1"/>
              <a:t>lemah</a:t>
            </a:r>
            <a:r>
              <a:rPr lang="en-US" dirty="0"/>
              <a:t> </a:t>
            </a:r>
            <a:r>
              <a:rPr lang="en-US" dirty="0" err="1"/>
              <a:t>lembut</a:t>
            </a:r>
            <a:r>
              <a:rPr lang="en-US" dirty="0"/>
              <a:t> </a:t>
            </a:r>
            <a:r>
              <a:rPr lang="en-US" dirty="0" err="1"/>
              <a:t>terhadap</a:t>
            </a:r>
            <a:r>
              <a:rPr lang="en-US" dirty="0"/>
              <a:t> </a:t>
            </a:r>
            <a:r>
              <a:rPr lang="en-US" dirty="0" err="1"/>
              <a:t>mereka</a:t>
            </a:r>
            <a:r>
              <a:rPr lang="en-US" dirty="0"/>
              <a:t>. </a:t>
            </a:r>
            <a:r>
              <a:rPr lang="en-US" dirty="0" err="1"/>
              <a:t>Sekiranya</a:t>
            </a:r>
            <a:r>
              <a:rPr lang="en-US" dirty="0"/>
              <a:t> </a:t>
            </a:r>
            <a:r>
              <a:rPr lang="en-US" dirty="0" err="1"/>
              <a:t>engkau</a:t>
            </a:r>
            <a:r>
              <a:rPr lang="en-US" dirty="0"/>
              <a:t> </a:t>
            </a:r>
            <a:r>
              <a:rPr lang="en-US" dirty="0" err="1"/>
              <a:t>bersikap</a:t>
            </a:r>
            <a:r>
              <a:rPr lang="en-US" dirty="0"/>
              <a:t> </a:t>
            </a:r>
            <a:r>
              <a:rPr lang="en-US" dirty="0" err="1"/>
              <a:t>keras</a:t>
            </a:r>
            <a:r>
              <a:rPr lang="en-US" dirty="0"/>
              <a:t> </a:t>
            </a:r>
            <a:r>
              <a:rPr lang="en-US" dirty="0" err="1"/>
              <a:t>dan</a:t>
            </a:r>
            <a:r>
              <a:rPr lang="en-US" dirty="0"/>
              <a:t> </a:t>
            </a:r>
            <a:r>
              <a:rPr lang="en-US" dirty="0" err="1"/>
              <a:t>berhati</a:t>
            </a:r>
            <a:r>
              <a:rPr lang="en-US" dirty="0"/>
              <a:t> </a:t>
            </a:r>
            <a:r>
              <a:rPr lang="en-US" dirty="0" err="1"/>
              <a:t>kasar</a:t>
            </a:r>
            <a:r>
              <a:rPr lang="en-US" dirty="0"/>
              <a:t>, </a:t>
            </a:r>
            <a:r>
              <a:rPr lang="en-US" dirty="0" err="1"/>
              <a:t>tentulah</a:t>
            </a:r>
            <a:r>
              <a:rPr lang="en-US" dirty="0"/>
              <a:t> </a:t>
            </a:r>
            <a:r>
              <a:rPr lang="en-US" dirty="0" err="1"/>
              <a:t>mereka</a:t>
            </a:r>
            <a:r>
              <a:rPr lang="en-US" dirty="0"/>
              <a:t> </a:t>
            </a:r>
            <a:r>
              <a:rPr lang="en-US" dirty="0" err="1"/>
              <a:t>menjauhkan</a:t>
            </a:r>
            <a:r>
              <a:rPr lang="en-US" dirty="0"/>
              <a:t> </a:t>
            </a:r>
            <a:r>
              <a:rPr lang="en-US" dirty="0" err="1"/>
              <a:t>diri</a:t>
            </a:r>
            <a:r>
              <a:rPr lang="en-US" dirty="0"/>
              <a:t> </a:t>
            </a:r>
            <a:r>
              <a:rPr lang="en-US" dirty="0" err="1"/>
              <a:t>dari</a:t>
            </a:r>
            <a:r>
              <a:rPr lang="en-US" dirty="0"/>
              <a:t> </a:t>
            </a:r>
            <a:r>
              <a:rPr lang="en-US" dirty="0" err="1"/>
              <a:t>sekitarmu</a:t>
            </a:r>
            <a:r>
              <a:rPr lang="en-US" dirty="0"/>
              <a:t>. </a:t>
            </a:r>
            <a:r>
              <a:rPr lang="en-US" dirty="0" err="1"/>
              <a:t>Karena</a:t>
            </a:r>
            <a:r>
              <a:rPr lang="en-US" dirty="0"/>
              <a:t> </a:t>
            </a:r>
            <a:r>
              <a:rPr lang="en-US" dirty="0" err="1"/>
              <a:t>itu</a:t>
            </a:r>
            <a:r>
              <a:rPr lang="en-US" dirty="0"/>
              <a:t> </a:t>
            </a:r>
            <a:r>
              <a:rPr lang="en-US" dirty="0" err="1"/>
              <a:t>maafkanlah</a:t>
            </a:r>
            <a:r>
              <a:rPr lang="en-US" dirty="0"/>
              <a:t> </a:t>
            </a:r>
            <a:r>
              <a:rPr lang="en-US" dirty="0" err="1"/>
              <a:t>mereka</a:t>
            </a:r>
            <a:r>
              <a:rPr lang="en-US" dirty="0"/>
              <a:t> </a:t>
            </a:r>
            <a:r>
              <a:rPr lang="en-US" dirty="0" err="1"/>
              <a:t>dan</a:t>
            </a:r>
            <a:r>
              <a:rPr lang="en-US" dirty="0"/>
              <a:t> </a:t>
            </a:r>
            <a:r>
              <a:rPr lang="en-US" dirty="0" err="1"/>
              <a:t>mohonkanlah</a:t>
            </a:r>
            <a:r>
              <a:rPr lang="en-US" dirty="0"/>
              <a:t> </a:t>
            </a:r>
            <a:r>
              <a:rPr lang="en-US" dirty="0" err="1"/>
              <a:t>ampunan</a:t>
            </a:r>
            <a:r>
              <a:rPr lang="en-US" dirty="0"/>
              <a:t> </a:t>
            </a:r>
            <a:r>
              <a:rPr lang="en-US" dirty="0" err="1"/>
              <a:t>untuk</a:t>
            </a:r>
            <a:r>
              <a:rPr lang="en-US" dirty="0"/>
              <a:t> </a:t>
            </a:r>
            <a:r>
              <a:rPr lang="en-US" dirty="0" err="1"/>
              <a:t>mereka</a:t>
            </a:r>
            <a:r>
              <a:rPr lang="en-US" dirty="0"/>
              <a:t>, </a:t>
            </a:r>
            <a:r>
              <a:rPr lang="en-US" dirty="0" err="1"/>
              <a:t>dan</a:t>
            </a:r>
            <a:r>
              <a:rPr lang="en-US" dirty="0"/>
              <a:t> </a:t>
            </a:r>
            <a:r>
              <a:rPr lang="en-US" dirty="0" err="1"/>
              <a:t>bermusyawarahlah</a:t>
            </a:r>
            <a:r>
              <a:rPr lang="en-US" dirty="0"/>
              <a:t> </a:t>
            </a:r>
            <a:r>
              <a:rPr lang="en-US" dirty="0" err="1"/>
              <a:t>dengan</a:t>
            </a:r>
            <a:r>
              <a:rPr lang="en-US" dirty="0"/>
              <a:t> </a:t>
            </a:r>
            <a:r>
              <a:rPr lang="en-US" dirty="0" err="1"/>
              <a:t>mereka</a:t>
            </a:r>
            <a:r>
              <a:rPr lang="en-US" dirty="0"/>
              <a:t> </a:t>
            </a:r>
            <a:r>
              <a:rPr lang="en-US" dirty="0" err="1"/>
              <a:t>dalam</a:t>
            </a:r>
            <a:r>
              <a:rPr lang="en-US" dirty="0"/>
              <a:t> </a:t>
            </a:r>
            <a:r>
              <a:rPr lang="en-US" dirty="0" err="1"/>
              <a:t>urusan</a:t>
            </a:r>
            <a:r>
              <a:rPr lang="en-US" dirty="0"/>
              <a:t> </a:t>
            </a:r>
            <a:r>
              <a:rPr lang="en-US" dirty="0" err="1"/>
              <a:t>itu</a:t>
            </a:r>
            <a:r>
              <a:rPr lang="en-US" dirty="0"/>
              <a:t>.</a:t>
            </a:r>
            <a:r>
              <a:rPr lang="id-ID" dirty="0"/>
              <a:t> </a:t>
            </a:r>
            <a:r>
              <a:rPr lang="en-US" dirty="0" err="1"/>
              <a:t>Kemudian</a:t>
            </a:r>
            <a:r>
              <a:rPr lang="en-US" dirty="0"/>
              <a:t>, </a:t>
            </a:r>
            <a:r>
              <a:rPr lang="en-US" dirty="0" err="1"/>
              <a:t>apabila</a:t>
            </a:r>
            <a:r>
              <a:rPr lang="en-US" dirty="0"/>
              <a:t> </a:t>
            </a:r>
            <a:r>
              <a:rPr lang="en-US" dirty="0" err="1"/>
              <a:t>engkau</a:t>
            </a:r>
            <a:r>
              <a:rPr lang="en-US" dirty="0"/>
              <a:t> </a:t>
            </a:r>
            <a:r>
              <a:rPr lang="en-US" dirty="0" err="1"/>
              <a:t>telah</a:t>
            </a:r>
            <a:r>
              <a:rPr lang="en-US" dirty="0"/>
              <a:t> </a:t>
            </a:r>
            <a:r>
              <a:rPr lang="en-US" dirty="0" err="1"/>
              <a:t>membulatkan</a:t>
            </a:r>
            <a:r>
              <a:rPr lang="en-US" dirty="0"/>
              <a:t> </a:t>
            </a:r>
            <a:r>
              <a:rPr lang="en-US" dirty="0" err="1"/>
              <a:t>tekad</a:t>
            </a:r>
            <a:r>
              <a:rPr lang="en-US" dirty="0"/>
              <a:t>, </a:t>
            </a:r>
            <a:r>
              <a:rPr lang="en-US" dirty="0" err="1"/>
              <a:t>maka</a:t>
            </a:r>
            <a:r>
              <a:rPr lang="en-US" dirty="0"/>
              <a:t> </a:t>
            </a:r>
            <a:r>
              <a:rPr lang="en-US" dirty="0" err="1"/>
              <a:t>bertawakallah</a:t>
            </a:r>
            <a:r>
              <a:rPr lang="en-US" dirty="0"/>
              <a:t> </a:t>
            </a:r>
            <a:r>
              <a:rPr lang="en-US" dirty="0" err="1"/>
              <a:t>kepada</a:t>
            </a:r>
            <a:r>
              <a:rPr lang="en-US" dirty="0"/>
              <a:t> Allah. </a:t>
            </a:r>
            <a:r>
              <a:rPr lang="en-US" dirty="0" err="1"/>
              <a:t>Sungguh</a:t>
            </a:r>
            <a:r>
              <a:rPr lang="en-US" dirty="0"/>
              <a:t>, Allah </a:t>
            </a:r>
            <a:r>
              <a:rPr lang="en-US" dirty="0" err="1"/>
              <a:t>mencintai</a:t>
            </a:r>
            <a:r>
              <a:rPr lang="en-US" dirty="0"/>
              <a:t> orang yang </a:t>
            </a:r>
            <a:r>
              <a:rPr lang="en-US" dirty="0" err="1"/>
              <a:t>bertawakal</a:t>
            </a:r>
            <a:r>
              <a:rPr lang="en-US" dirty="0"/>
              <a:t>.</a:t>
            </a:r>
            <a:r>
              <a:rPr lang="id-ID" dirty="0"/>
              <a:t> (Qs. Ali Imran 159)</a:t>
            </a:r>
            <a:endParaRPr lang="id-ID" sz="2800" dirty="0">
              <a:latin typeface="Traditional Arabic" pitchFamily="18" charset="-78"/>
              <a:cs typeface="Traditional Arabic" pitchFamily="18" charset="-78"/>
            </a:endParaRPr>
          </a:p>
          <a:p>
            <a:pPr algn="just" rtl="1"/>
            <a:endParaRPr lang="id-ID" dirty="0"/>
          </a:p>
        </p:txBody>
      </p:sp>
    </p:spTree>
    <p:extLst>
      <p:ext uri="{BB962C8B-B14F-4D97-AF65-F5344CB8AC3E}">
        <p14:creationId xmlns:p14="http://schemas.microsoft.com/office/powerpoint/2010/main" val="905048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Lanjutan </a:t>
            </a:r>
            <a:endParaRPr lang="en-US" dirty="0"/>
          </a:p>
        </p:txBody>
      </p:sp>
      <p:sp>
        <p:nvSpPr>
          <p:cNvPr id="3" name="Content Placeholder 2"/>
          <p:cNvSpPr>
            <a:spLocks noGrp="1"/>
          </p:cNvSpPr>
          <p:nvPr>
            <p:ph idx="1"/>
          </p:nvPr>
        </p:nvSpPr>
        <p:spPr/>
        <p:txBody>
          <a:bodyPr>
            <a:normAutofit fontScale="92500" lnSpcReduction="10000"/>
          </a:bodyPr>
          <a:lstStyle/>
          <a:p>
            <a:pPr marL="0" indent="0" algn="just" rtl="1">
              <a:buNone/>
            </a:pPr>
            <a:r>
              <a:rPr lang="ar-SA" sz="3200" dirty="0">
                <a:latin typeface="Traditional Arabic" pitchFamily="18" charset="-78"/>
                <a:cs typeface="Traditional Arabic" pitchFamily="18" charset="-78"/>
              </a:rPr>
              <a:t>لَقَدْ جَاءَكُمْ رَسُولٌ مِنْ أَنْفُسِكُمْ عَزِيزٌ عَلَيْهِ مَاعَنِتُّمْ حَرِيصٌ عَلَيْكُمْ بِالْمُؤْمِنِينَ رَءُوفٌ رَحِيمٌ (128) فَإِنْ تَوَلَّوْا فَقُلْ حَسْبِيَ اللَّهُ لَا إِلَهَ إِلَّا هُوَ عَلَيْهِ تَوَكَّلْتُ وَهُوَ رَبُّ الْعَرْشِ الْعَظِيمِ</a:t>
            </a:r>
            <a:endParaRPr lang="id-ID" sz="3200" dirty="0">
              <a:latin typeface="Traditional Arabic" pitchFamily="18" charset="-78"/>
              <a:cs typeface="Traditional Arabic" pitchFamily="18" charset="-78"/>
            </a:endParaRPr>
          </a:p>
          <a:p>
            <a:pPr marL="0" indent="0" algn="r">
              <a:buNone/>
            </a:pPr>
            <a:endParaRPr lang="id-ID" dirty="0">
              <a:latin typeface="Traditional Arabic" pitchFamily="18" charset="-78"/>
              <a:cs typeface="Traditional Arabic" pitchFamily="18" charset="-78"/>
            </a:endParaRPr>
          </a:p>
          <a:p>
            <a:pPr marL="0" indent="0" algn="just">
              <a:buNone/>
            </a:pPr>
            <a:r>
              <a:rPr lang="id-ID" sz="2500" dirty="0">
                <a:latin typeface="Times New Roman" panose="02020603050405020304" pitchFamily="18" charset="0"/>
                <a:cs typeface="Times New Roman" panose="02020603050405020304" pitchFamily="18" charset="0"/>
              </a:rPr>
              <a:t>“</a:t>
            </a:r>
            <a:r>
              <a:rPr lang="en-US" sz="2500" dirty="0" err="1">
                <a:latin typeface="Times New Roman" panose="02020603050405020304" pitchFamily="18" charset="0"/>
                <a:cs typeface="Times New Roman" panose="02020603050405020304" pitchFamily="18" charset="0"/>
              </a:rPr>
              <a:t>Sungguh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telah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datang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kepadamu</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seorang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rasul</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dari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kaummu</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sendiri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berat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terasa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olehnya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penderitaan</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kamu</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alami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dia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sangat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menginginkan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keimanan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kesela</a:t>
            </a:r>
            <a:r>
              <a:rPr lang="id-ID"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Maka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jika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mereka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berpaling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dari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keimanan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maka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katakanlah</a:t>
            </a:r>
            <a:r>
              <a:rPr lang="en-US" sz="2500" dirty="0">
                <a:latin typeface="Times New Roman" panose="02020603050405020304" pitchFamily="18" charset="0"/>
                <a:cs typeface="Times New Roman" panose="02020603050405020304" pitchFamily="18" charset="0"/>
              </a:rPr>
              <a:t> (Muhammad), “</a:t>
            </a:r>
            <a:r>
              <a:rPr lang="en-US" sz="2500" dirty="0" err="1">
                <a:latin typeface="Times New Roman" panose="02020603050405020304" pitchFamily="18" charset="0"/>
                <a:cs typeface="Times New Roman" panose="02020603050405020304" pitchFamily="18" charset="0"/>
              </a:rPr>
              <a:t>Cukuplah</a:t>
            </a:r>
            <a:r>
              <a:rPr lang="en-US" sz="2500" dirty="0">
                <a:latin typeface="Times New Roman" panose="02020603050405020304" pitchFamily="18" charset="0"/>
                <a:cs typeface="Times New Roman" panose="02020603050405020304" pitchFamily="18" charset="0"/>
              </a:rPr>
              <a:t> Allah </a:t>
            </a:r>
            <a:r>
              <a:rPr lang="en-US" sz="2500" dirty="0" err="1">
                <a:latin typeface="Times New Roman" panose="02020603050405020304" pitchFamily="18" charset="0"/>
                <a:cs typeface="Times New Roman" panose="02020603050405020304" pitchFamily="18" charset="0"/>
              </a:rPr>
              <a:t>bagiku</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tidak</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ada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tuhan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selain</a:t>
            </a:r>
            <a:r>
              <a:rPr lang="en-US" sz="2500" dirty="0">
                <a:latin typeface="Times New Roman" panose="02020603050405020304" pitchFamily="18" charset="0"/>
                <a:cs typeface="Times New Roman" panose="02020603050405020304" pitchFamily="18" charset="0"/>
              </a:rPr>
              <a:t> Dia. </a:t>
            </a:r>
            <a:r>
              <a:rPr lang="en-US" sz="2500" dirty="0" err="1">
                <a:latin typeface="Times New Roman" panose="02020603050405020304" pitchFamily="18" charset="0"/>
                <a:cs typeface="Times New Roman" panose="02020603050405020304" pitchFamily="18" charset="0"/>
              </a:rPr>
              <a:t>Hanya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kepada</a:t>
            </a:r>
            <a:r>
              <a:rPr lang="en-US" sz="2500" dirty="0">
                <a:latin typeface="Times New Roman" panose="02020603050405020304" pitchFamily="18" charset="0"/>
                <a:cs typeface="Times New Roman" panose="02020603050405020304" pitchFamily="18" charset="0"/>
              </a:rPr>
              <a:t>-Nya </a:t>
            </a:r>
            <a:r>
              <a:rPr lang="en-US" sz="2500" dirty="0" err="1">
                <a:latin typeface="Times New Roman" panose="02020603050405020304" pitchFamily="18" charset="0"/>
                <a:cs typeface="Times New Roman" panose="02020603050405020304" pitchFamily="18" charset="0"/>
              </a:rPr>
              <a:t>aku</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bertawakal</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Dia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adalah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Tuhan</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memiliki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Arsy</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singgasana</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agung</a:t>
            </a:r>
            <a:r>
              <a:rPr lang="id-ID" sz="2500" dirty="0">
                <a:latin typeface="Times New Roman" panose="02020603050405020304" pitchFamily="18" charset="0"/>
                <a:cs typeface="Times New Roman" panose="02020603050405020304" pitchFamily="18" charset="0"/>
              </a:rPr>
              <a:t>.” (Qs. Al-Taubah 128-129)</a:t>
            </a:r>
          </a:p>
          <a:p>
            <a:pPr marL="0" indent="0" algn="r">
              <a:buNone/>
            </a:pPr>
            <a:endParaRPr lang="en-US" dirty="0"/>
          </a:p>
        </p:txBody>
      </p:sp>
    </p:spTree>
    <p:extLst>
      <p:ext uri="{BB962C8B-B14F-4D97-AF65-F5344CB8AC3E}">
        <p14:creationId xmlns:p14="http://schemas.microsoft.com/office/powerpoint/2010/main" val="3636002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Lanjutan </a:t>
            </a:r>
            <a:endParaRPr lang="en-US" dirty="0"/>
          </a:p>
        </p:txBody>
      </p:sp>
      <p:sp>
        <p:nvSpPr>
          <p:cNvPr id="3" name="Content Placeholder 2"/>
          <p:cNvSpPr>
            <a:spLocks noGrp="1"/>
          </p:cNvSpPr>
          <p:nvPr>
            <p:ph idx="1"/>
          </p:nvPr>
        </p:nvSpPr>
        <p:spPr/>
        <p:txBody>
          <a:bodyPr>
            <a:normAutofit fontScale="85000" lnSpcReduction="20000"/>
          </a:bodyPr>
          <a:lstStyle/>
          <a:p>
            <a:pPr marL="0" indent="0" algn="just" rtl="1">
              <a:buNone/>
            </a:pPr>
            <a:r>
              <a:rPr lang="ar-SA" sz="2900" dirty="0">
                <a:latin typeface="Traditional Arabic" panose="02020603050405020304" pitchFamily="18" charset="-78"/>
                <a:cs typeface="Traditional Arabic" panose="02020603050405020304" pitchFamily="18" charset="-78"/>
              </a:rPr>
              <a:t>الَّذِينَ يَتَّبِعُونَ الرَّسُولَ النَّبِيَّ الْأُمِّيَّ الَّذِي يَجِدُونَهُ مَكْتُوبًا عِنْدَهُمْ فِي التَّوْرَاةِ وَالْإِنْجِيلِ يَأْمُرُهُمْ بِالْمَعْرُوفِ وَيَنْهَاهُمْ عَنِ الْمُنْكَرِ وَيُحِلُّ لَهُمُ الطَّيِّبَاتِ وَيُحَرِّمُ عَلَيْهِمُ الْخَبَائِثَ وَيَضَعُ عَنْهُمْ إِصْرَهُمْ وَالْأَغْلَالَ الَّتِي كَانَتْ عَلَيْهِمْ فَالَّذِينَ آمَنُوا بِهِ وَعَزَّرُوهُ وَنَصَرُوهُ وَاتَّبَعُوا النُّورَ الَّذِي أُنْزِلَ مَعَهُ أُولَئِكَ هُمُ الْمُفْلِحُونَ</a:t>
            </a:r>
          </a:p>
          <a:p>
            <a:pPr marL="0" indent="0" algn="just" rtl="1">
              <a:buNone/>
            </a:pPr>
            <a:endParaRPr lang="ar-SA" sz="2500" dirty="0">
              <a:latin typeface="Traditional Arabic" panose="02020603050405020304" pitchFamily="18" charset="-78"/>
              <a:cs typeface="Traditional Arabic" panose="02020603050405020304" pitchFamily="18" charset="-78"/>
            </a:endParaRPr>
          </a:p>
          <a:p>
            <a:pPr marL="0" indent="0" algn="just">
              <a:buNone/>
            </a:pPr>
            <a:r>
              <a:rPr lang="en-US" sz="2500" dirty="0">
                <a:latin typeface="Times New Roman" panose="02020603050405020304" pitchFamily="18" charset="0"/>
                <a:cs typeface="Times New Roman" panose="02020603050405020304" pitchFamily="18" charset="0"/>
              </a:rPr>
              <a:t>(</a:t>
            </a:r>
            <a:r>
              <a:rPr lang="en-US" sz="2500" dirty="0" err="1">
                <a:latin typeface="Times New Roman" panose="02020603050405020304" pitchFamily="18" charset="0"/>
                <a:cs typeface="Times New Roman" panose="02020603050405020304" pitchFamily="18" charset="0"/>
              </a:rPr>
              <a:t>Yaitu</a:t>
            </a:r>
            <a:r>
              <a:rPr lang="en-US" sz="2500" dirty="0">
                <a:latin typeface="Times New Roman" panose="02020603050405020304" pitchFamily="18" charset="0"/>
                <a:cs typeface="Times New Roman" panose="02020603050405020304" pitchFamily="18" charset="0"/>
              </a:rPr>
              <a:t>) orang-orang yang </a:t>
            </a:r>
            <a:r>
              <a:rPr lang="en-US" sz="2500" dirty="0" err="1">
                <a:latin typeface="Times New Roman" panose="02020603050405020304" pitchFamily="18" charset="0"/>
                <a:cs typeface="Times New Roman" panose="02020603050405020304" pitchFamily="18" charset="0"/>
              </a:rPr>
              <a:t>mengikut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Rasul</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Nabi</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ummi</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namanya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mereka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dapati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tertulis</a:t>
            </a:r>
            <a:r>
              <a:rPr lang="en-US" sz="2500" dirty="0">
                <a:latin typeface="Times New Roman" panose="02020603050405020304" pitchFamily="18" charset="0"/>
                <a:cs typeface="Times New Roman" panose="02020603050405020304" pitchFamily="18" charset="0"/>
              </a:rPr>
              <a:t> di </a:t>
            </a:r>
            <a:r>
              <a:rPr lang="en-US" sz="2500" dirty="0" err="1">
                <a:latin typeface="Times New Roman" panose="02020603050405020304" pitchFamily="18" charset="0"/>
                <a:cs typeface="Times New Roman" panose="02020603050405020304" pitchFamily="18" charset="0"/>
              </a:rPr>
              <a:t>dalam</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Taurat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Injil</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ada</a:t>
            </a:r>
            <a:r>
              <a:rPr lang="en-US" sz="2500" dirty="0">
                <a:latin typeface="Times New Roman" panose="02020603050405020304" pitchFamily="18" charset="0"/>
                <a:cs typeface="Times New Roman" panose="02020603050405020304" pitchFamily="18" charset="0"/>
              </a:rPr>
              <a:t> di </a:t>
            </a:r>
            <a:r>
              <a:rPr lang="en-US" sz="2500" dirty="0" err="1">
                <a:latin typeface="Times New Roman" panose="02020603050405020304" pitchFamily="18" charset="0"/>
                <a:cs typeface="Times New Roman" panose="02020603050405020304" pitchFamily="18" charset="0"/>
              </a:rPr>
              <a:t>sisi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mereka</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menyuruh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mereka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mengerjakan</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ma'ruf</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melarang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mereka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dari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mengerjakan</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mungkar</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menghalalkan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bagi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mereka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segala</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baik</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mengharamkan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bagi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mereka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segala</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buruk</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membuang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dari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mereka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beban-beban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belenggu-belenggu</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ada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pada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mereka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Maka</a:t>
            </a:r>
            <a:r>
              <a:rPr lang="en-US" sz="2500" dirty="0">
                <a:latin typeface="Times New Roman" panose="02020603050405020304" pitchFamily="18" charset="0"/>
                <a:cs typeface="Times New Roman" panose="02020603050405020304" pitchFamily="18" charset="0"/>
              </a:rPr>
              <a:t> orang-orang yang </a:t>
            </a:r>
            <a:r>
              <a:rPr lang="en-US" sz="2500" dirty="0" err="1">
                <a:latin typeface="Times New Roman" panose="02020603050405020304" pitchFamily="18" charset="0"/>
                <a:cs typeface="Times New Roman" panose="02020603050405020304" pitchFamily="18" charset="0"/>
              </a:rPr>
              <a:t>beriman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kepadanya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memuliakannya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menolongnya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mengikuti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cahaya</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terang</a:t>
            </a:r>
            <a:r>
              <a:rPr lang="en-US" sz="2500" dirty="0">
                <a:latin typeface="Times New Roman" panose="02020603050405020304" pitchFamily="18" charset="0"/>
                <a:cs typeface="Times New Roman" panose="02020603050405020304" pitchFamily="18" charset="0"/>
              </a:rPr>
              <a:t> yang </a:t>
            </a:r>
            <a:r>
              <a:rPr lang="en-US" sz="2500" dirty="0" err="1">
                <a:latin typeface="Times New Roman" panose="02020603050405020304" pitchFamily="18" charset="0"/>
                <a:cs typeface="Times New Roman" panose="02020603050405020304" pitchFamily="18" charset="0"/>
              </a:rPr>
              <a:t>diturunkan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kepadanya</a:t>
            </a:r>
            <a:r>
              <a:rPr lang="en-US" sz="2500" dirty="0">
                <a:latin typeface="Times New Roman" panose="02020603050405020304" pitchFamily="18" charset="0"/>
                <a:cs typeface="Times New Roman" panose="02020603050405020304" pitchFamily="18" charset="0"/>
              </a:rPr>
              <a:t> (Al Quran), </a:t>
            </a:r>
            <a:r>
              <a:rPr lang="en-US" sz="2500" dirty="0" err="1">
                <a:latin typeface="Times New Roman" panose="02020603050405020304" pitchFamily="18" charset="0"/>
                <a:cs typeface="Times New Roman" panose="02020603050405020304" pitchFamily="18" charset="0"/>
              </a:rPr>
              <a:t>mereka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itulah</a:t>
            </a:r>
            <a:r>
              <a:rPr lang="en-US" sz="2500" dirty="0">
                <a:latin typeface="Times New Roman" panose="02020603050405020304" pitchFamily="18" charset="0"/>
                <a:cs typeface="Times New Roman" panose="02020603050405020304" pitchFamily="18" charset="0"/>
              </a:rPr>
              <a:t> orang-orang yang </a:t>
            </a:r>
            <a:r>
              <a:rPr lang="en-US" sz="2500" dirty="0" err="1">
                <a:latin typeface="Times New Roman" panose="02020603050405020304" pitchFamily="18" charset="0"/>
                <a:cs typeface="Times New Roman" panose="02020603050405020304" pitchFamily="18" charset="0"/>
              </a:rPr>
              <a:t>beruntung</a:t>
            </a:r>
            <a:r>
              <a:rPr lang="en-US" sz="2500" dirty="0">
                <a:latin typeface="Times New Roman" panose="02020603050405020304" pitchFamily="18" charset="0"/>
                <a:cs typeface="Times New Roman" panose="02020603050405020304" pitchFamily="18" charset="0"/>
              </a:rPr>
              <a:t>.</a:t>
            </a:r>
            <a:r>
              <a:rPr lang="id-ID" sz="2500" dirty="0">
                <a:latin typeface="Times New Roman" panose="02020603050405020304" pitchFamily="18" charset="0"/>
                <a:cs typeface="Times New Roman" panose="02020603050405020304" pitchFamily="18" charset="0"/>
              </a:rPr>
              <a:t> (al-A’raf 157)</a:t>
            </a: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49256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Poin dan Inspirasi Utama </a:t>
            </a:r>
            <a:endParaRPr lang="en-US" dirty="0"/>
          </a:p>
        </p:txBody>
      </p:sp>
      <p:sp>
        <p:nvSpPr>
          <p:cNvPr id="3" name="Content Placeholder 2"/>
          <p:cNvSpPr>
            <a:spLocks noGrp="1"/>
          </p:cNvSpPr>
          <p:nvPr>
            <p:ph sz="half" idx="1"/>
          </p:nvPr>
        </p:nvSpPr>
        <p:spPr/>
        <p:txBody>
          <a:bodyPr>
            <a:normAutofit/>
          </a:bodyPr>
          <a:lstStyle/>
          <a:p>
            <a:pPr marL="0" indent="0">
              <a:buNone/>
            </a:pPr>
            <a:r>
              <a:rPr lang="id-ID" dirty="0">
                <a:latin typeface="Traditional Arabic" pitchFamily="18" charset="-78"/>
                <a:cs typeface="Traditional Arabic" pitchFamily="18" charset="-78"/>
              </a:rPr>
              <a:t>Menjadi rahmah, </a:t>
            </a:r>
          </a:p>
          <a:p>
            <a:pPr marL="0" indent="0">
              <a:buNone/>
            </a:pPr>
            <a:r>
              <a:rPr lang="id-ID" dirty="0">
                <a:latin typeface="Traditional Arabic" pitchFamily="18" charset="-78"/>
                <a:cs typeface="Traditional Arabic" pitchFamily="18" charset="-78"/>
              </a:rPr>
              <a:t>lemah lembut, </a:t>
            </a:r>
          </a:p>
          <a:p>
            <a:pPr marL="0" indent="0">
              <a:buNone/>
            </a:pPr>
            <a:r>
              <a:rPr lang="id-ID" dirty="0">
                <a:latin typeface="Traditional Arabic" pitchFamily="18" charset="-78"/>
                <a:cs typeface="Traditional Arabic" pitchFamily="18" charset="-78"/>
              </a:rPr>
              <a:t>Tidak keras hati, </a:t>
            </a:r>
          </a:p>
          <a:p>
            <a:pPr marL="0" indent="0">
              <a:buNone/>
            </a:pPr>
            <a:r>
              <a:rPr lang="id-ID" dirty="0">
                <a:latin typeface="Traditional Arabic" pitchFamily="18" charset="-78"/>
                <a:cs typeface="Traditional Arabic" pitchFamily="18" charset="-78"/>
              </a:rPr>
              <a:t>Selalu memaafkan</a:t>
            </a:r>
          </a:p>
          <a:p>
            <a:pPr marL="0" indent="0">
              <a:buNone/>
            </a:pPr>
            <a:r>
              <a:rPr lang="id-ID" dirty="0">
                <a:latin typeface="Traditional Arabic" pitchFamily="18" charset="-78"/>
                <a:cs typeface="Traditional Arabic" pitchFamily="18" charset="-78"/>
              </a:rPr>
              <a:t>mendoakan kaumnya</a:t>
            </a:r>
          </a:p>
          <a:p>
            <a:pPr marL="0" indent="0">
              <a:buNone/>
            </a:pPr>
            <a:r>
              <a:rPr lang="id-ID" dirty="0">
                <a:latin typeface="Traditional Arabic" pitchFamily="18" charset="-78"/>
                <a:cs typeface="Traditional Arabic" pitchFamily="18" charset="-78"/>
              </a:rPr>
              <a:t>Tasyawur (memikirkan, mengerjakan dan memamfaatkan secara bersama)</a:t>
            </a:r>
          </a:p>
          <a:p>
            <a:pPr marL="0" indent="0">
              <a:buNone/>
            </a:pPr>
            <a:r>
              <a:rPr lang="id-ID" dirty="0">
                <a:latin typeface="Traditional Arabic" pitchFamily="18" charset="-78"/>
                <a:cs typeface="Traditional Arabic" pitchFamily="18" charset="-78"/>
              </a:rPr>
              <a:t>berserah diri pada Allah.</a:t>
            </a:r>
          </a:p>
          <a:p>
            <a:pPr marL="0" indent="0">
              <a:buNone/>
            </a:pPr>
            <a:r>
              <a:rPr lang="id-ID" dirty="0">
                <a:latin typeface="Traditional Arabic" pitchFamily="18" charset="-78"/>
                <a:cs typeface="Traditional Arabic" pitchFamily="18" charset="-78"/>
              </a:rPr>
              <a:t> </a:t>
            </a:r>
            <a:endParaRPr lang="en-US" dirty="0"/>
          </a:p>
          <a:p>
            <a:pPr marL="0" indent="0">
              <a:buNone/>
            </a:pPr>
            <a:endParaRPr lang="en-US" dirty="0"/>
          </a:p>
        </p:txBody>
      </p:sp>
      <p:sp>
        <p:nvSpPr>
          <p:cNvPr id="4" name="Content Placeholder 3"/>
          <p:cNvSpPr>
            <a:spLocks noGrp="1"/>
          </p:cNvSpPr>
          <p:nvPr>
            <p:ph sz="half" idx="2"/>
          </p:nvPr>
        </p:nvSpPr>
        <p:spPr/>
        <p:txBody>
          <a:bodyPr>
            <a:normAutofit/>
          </a:bodyPr>
          <a:lstStyle/>
          <a:p>
            <a:pPr marL="0" indent="0">
              <a:buNone/>
            </a:pPr>
            <a:r>
              <a:rPr lang="id-ID" dirty="0">
                <a:latin typeface="Traditional Arabic" pitchFamily="18" charset="-78"/>
                <a:cs typeface="Traditional Arabic" pitchFamily="18" charset="-78"/>
              </a:rPr>
              <a:t>Peduli dan empati </a:t>
            </a:r>
          </a:p>
          <a:p>
            <a:pPr marL="0" indent="0">
              <a:buNone/>
            </a:pPr>
            <a:r>
              <a:rPr lang="id-ID" dirty="0">
                <a:latin typeface="Traditional Arabic" pitchFamily="18" charset="-78"/>
                <a:cs typeface="Traditional Arabic" pitchFamily="18" charset="-78"/>
              </a:rPr>
              <a:t>Amar makruf nahi munkar</a:t>
            </a:r>
          </a:p>
          <a:p>
            <a:pPr marL="0" indent="0">
              <a:buNone/>
            </a:pPr>
            <a:r>
              <a:rPr lang="id-ID" dirty="0">
                <a:latin typeface="Traditional Arabic" pitchFamily="18" charset="-78"/>
                <a:cs typeface="Traditional Arabic" pitchFamily="18" charset="-78"/>
              </a:rPr>
              <a:t>menghlalkan yang baik menghramkan yang buruk, </a:t>
            </a:r>
          </a:p>
          <a:p>
            <a:pPr marL="0" indent="0">
              <a:buNone/>
            </a:pPr>
            <a:r>
              <a:rPr lang="id-ID" dirty="0">
                <a:latin typeface="Traditional Arabic" pitchFamily="18" charset="-78"/>
                <a:cs typeface="Traditional Arabic" pitchFamily="18" charset="-78"/>
              </a:rPr>
              <a:t>berupaya membantu melepas beban hidup kaumnya.</a:t>
            </a:r>
          </a:p>
          <a:p>
            <a:pPr marL="0" indent="0">
              <a:buNone/>
            </a:pPr>
            <a:endParaRPr lang="en-US" dirty="0"/>
          </a:p>
        </p:txBody>
      </p:sp>
    </p:spTree>
    <p:extLst>
      <p:ext uri="{BB962C8B-B14F-4D97-AF65-F5344CB8AC3E}">
        <p14:creationId xmlns:p14="http://schemas.microsoft.com/office/powerpoint/2010/main" val="1754241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just"/>
            <a:r>
              <a:rPr lang="en-US" sz="3000" dirty="0" err="1"/>
              <a:t>Teladan</a:t>
            </a:r>
            <a:r>
              <a:rPr lang="en-US" sz="3000" dirty="0"/>
              <a:t> </a:t>
            </a:r>
            <a:r>
              <a:rPr lang="en-US" sz="3000" dirty="0" err="1"/>
              <a:t>Thalut</a:t>
            </a:r>
            <a:r>
              <a:rPr lang="en-US" sz="3000" dirty="0"/>
              <a:t>: </a:t>
            </a:r>
            <a:r>
              <a:rPr lang="en-US" sz="3000" dirty="0" err="1"/>
              <a:t>punya</a:t>
            </a:r>
            <a:r>
              <a:rPr lang="en-US" sz="3000" dirty="0"/>
              <a:t> </a:t>
            </a:r>
            <a:r>
              <a:rPr lang="en-US" sz="3000" dirty="0" err="1"/>
              <a:t>keluasan</a:t>
            </a:r>
            <a:r>
              <a:rPr lang="en-US" sz="3000" dirty="0"/>
              <a:t> </a:t>
            </a:r>
            <a:r>
              <a:rPr lang="en-US" sz="3000" dirty="0" err="1"/>
              <a:t>ilmu</a:t>
            </a:r>
            <a:r>
              <a:rPr lang="en-US" sz="3000" dirty="0"/>
              <a:t> </a:t>
            </a:r>
            <a:r>
              <a:rPr lang="en-US" sz="3000" dirty="0" err="1"/>
              <a:t>dan</a:t>
            </a:r>
            <a:r>
              <a:rPr lang="en-US" sz="3000" dirty="0"/>
              <a:t> </a:t>
            </a:r>
            <a:r>
              <a:rPr lang="en-US" sz="3000" dirty="0" err="1"/>
              <a:t>kekuatan</a:t>
            </a:r>
            <a:r>
              <a:rPr lang="en-US" sz="3000" dirty="0"/>
              <a:t> </a:t>
            </a:r>
            <a:r>
              <a:rPr lang="en-US" sz="3000" dirty="0" err="1"/>
              <a:t>fisik</a:t>
            </a:r>
            <a:endParaRPr lang="en-US" sz="3000" dirty="0"/>
          </a:p>
        </p:txBody>
      </p:sp>
      <p:sp>
        <p:nvSpPr>
          <p:cNvPr id="3" name="Content Placeholder 2"/>
          <p:cNvSpPr>
            <a:spLocks noGrp="1"/>
          </p:cNvSpPr>
          <p:nvPr>
            <p:ph idx="1"/>
          </p:nvPr>
        </p:nvSpPr>
        <p:spPr/>
        <p:txBody>
          <a:bodyPr>
            <a:normAutofit fontScale="85000" lnSpcReduction="20000"/>
          </a:bodyPr>
          <a:lstStyle/>
          <a:p>
            <a:pPr marL="0" indent="0" algn="just" rtl="1">
              <a:buNone/>
            </a:pPr>
            <a:r>
              <a:rPr lang="ar-SA" sz="3000" dirty="0">
                <a:latin typeface="Traditional Arabic" panose="02020603050405020304" pitchFamily="18" charset="-78"/>
                <a:cs typeface="Traditional Arabic" panose="02020603050405020304" pitchFamily="18" charset="-78"/>
              </a:rPr>
              <a:t>وَقَالَ لَهُمْ نَبِيُّهُمْ إِنَّ اللَّهَ قَدْ بَعَثَ لَكُمْ طَالُوتَ مَلِكًا قَالُوا أَنَّى يَكُونُ لَهُ الْمُلْكُ عَلَيْنَا وَنَحْنُ أَحَقُّ بِالْمُلْكِ مِنْهُ وَلَمْ يُؤْتَ سَعَةً مِنَ الْمَالِ قَالَ إِنَّ اللَّهَ اصْطَفَاهُ عَلَيْكُمْ وَزَادَهُ بَسْطَةً فِي الْعِلْمِ </a:t>
            </a:r>
            <a:endParaRPr lang="id-ID" sz="3000" dirty="0">
              <a:latin typeface="Traditional Arabic" panose="02020603050405020304" pitchFamily="18" charset="-78"/>
              <a:cs typeface="Traditional Arabic" panose="02020603050405020304" pitchFamily="18" charset="-78"/>
            </a:endParaRPr>
          </a:p>
          <a:p>
            <a:pPr marL="0" indent="0" algn="just" rtl="1">
              <a:buNone/>
            </a:pPr>
            <a:r>
              <a:rPr lang="ar-SA" sz="3000" dirty="0">
                <a:latin typeface="Traditional Arabic" panose="02020603050405020304" pitchFamily="18" charset="-78"/>
                <a:cs typeface="Traditional Arabic" panose="02020603050405020304" pitchFamily="18" charset="-78"/>
              </a:rPr>
              <a:t>وَالْجِسْمِ وَاللَّهُ يُؤْتِي مُلْكَهُ مَنْ يَشَاءُ وَاللَّهُ وَاسِعٌ عَلِيمٌ</a:t>
            </a:r>
            <a:endParaRPr lang="id-ID" sz="3000" dirty="0">
              <a:latin typeface="Traditional Arabic" panose="02020603050405020304" pitchFamily="18" charset="-78"/>
              <a:cs typeface="Traditional Arabic" panose="02020603050405020304" pitchFamily="18" charset="-78"/>
            </a:endParaRPr>
          </a:p>
          <a:p>
            <a:pPr marL="0" indent="0" algn="just" rtl="1">
              <a:buNone/>
            </a:pPr>
            <a:endParaRPr lang="id-ID" sz="2600" dirty="0">
              <a:latin typeface="Times New Roman" panose="02020603050405020304" pitchFamily="18" charset="0"/>
              <a:cs typeface="Times New Roman" panose="02020603050405020304" pitchFamily="18" charset="0"/>
            </a:endParaRPr>
          </a:p>
          <a:p>
            <a:pPr marL="0" indent="0" algn="just">
              <a:buNone/>
            </a:pPr>
            <a:r>
              <a:rPr lang="en-US" sz="2600" dirty="0" err="1">
                <a:latin typeface="Times New Roman" panose="02020603050405020304" pitchFamily="18" charset="0"/>
                <a:cs typeface="Times New Roman" panose="02020603050405020304" pitchFamily="18" charset="0"/>
              </a:rPr>
              <a:t>Nabi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mereka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mengatakan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kepada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mereka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Sesungguhnya</a:t>
            </a:r>
            <a:r>
              <a:rPr lang="en-US" sz="2600" dirty="0">
                <a:latin typeface="Times New Roman" panose="02020603050405020304" pitchFamily="18" charset="0"/>
                <a:cs typeface="Times New Roman" panose="02020603050405020304" pitchFamily="18" charset="0"/>
              </a:rPr>
              <a:t> Allah </a:t>
            </a:r>
            <a:r>
              <a:rPr lang="en-US" sz="2600" dirty="0" err="1">
                <a:latin typeface="Times New Roman" panose="02020603050405020304" pitchFamily="18" charset="0"/>
                <a:cs typeface="Times New Roman" panose="02020603050405020304" pitchFamily="18" charset="0"/>
              </a:rPr>
              <a:t>telah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mengangkat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Thalut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menjadi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rajamu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Mereka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menjawab</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Bagaimana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Thalut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memerintah</a:t>
            </a:r>
            <a:r>
              <a:rPr lang="en-US" sz="2600" dirty="0">
                <a:latin typeface="Times New Roman" panose="02020603050405020304" pitchFamily="18" charset="0"/>
                <a:cs typeface="Times New Roman" panose="02020603050405020304" pitchFamily="18" charset="0"/>
              </a:rPr>
              <a:t> kami, </a:t>
            </a:r>
            <a:r>
              <a:rPr lang="en-US" sz="2600" dirty="0" err="1">
                <a:latin typeface="Times New Roman" panose="02020603050405020304" pitchFamily="18" charset="0"/>
                <a:cs typeface="Times New Roman" panose="02020603050405020304" pitchFamily="18" charset="0"/>
              </a:rPr>
              <a:t>padahal</a:t>
            </a:r>
            <a:r>
              <a:rPr lang="en-US" sz="2600" dirty="0">
                <a:latin typeface="Times New Roman" panose="02020603050405020304" pitchFamily="18" charset="0"/>
                <a:cs typeface="Times New Roman" panose="02020603050405020304" pitchFamily="18" charset="0"/>
              </a:rPr>
              <a:t> kami </a:t>
            </a:r>
            <a:r>
              <a:rPr lang="en-US" sz="2600" dirty="0" err="1">
                <a:latin typeface="Times New Roman" panose="02020603050405020304" pitchFamily="18" charset="0"/>
                <a:cs typeface="Times New Roman" panose="02020603050405020304" pitchFamily="18" charset="0"/>
              </a:rPr>
              <a:t>lebih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berhak</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mengendalikan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pemerintahan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daripadanya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sedang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diapun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tidak</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diberi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kekayaan</a:t>
            </a:r>
            <a:r>
              <a:rPr lang="en-US" sz="2600" dirty="0">
                <a:latin typeface="Times New Roman" panose="02020603050405020304" pitchFamily="18" charset="0"/>
                <a:cs typeface="Times New Roman" panose="02020603050405020304" pitchFamily="18" charset="0"/>
              </a:rPr>
              <a:t> yang </a:t>
            </a:r>
            <a:r>
              <a:rPr lang="en-US" sz="2600" dirty="0" err="1">
                <a:latin typeface="Times New Roman" panose="02020603050405020304" pitchFamily="18" charset="0"/>
                <a:cs typeface="Times New Roman" panose="02020603050405020304" pitchFamily="18" charset="0"/>
              </a:rPr>
              <a:t>cukup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banyak</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Nabi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mereka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berkata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Sesungguhnya</a:t>
            </a:r>
            <a:r>
              <a:rPr lang="en-US" sz="2600" dirty="0">
                <a:latin typeface="Times New Roman" panose="02020603050405020304" pitchFamily="18" charset="0"/>
                <a:cs typeface="Times New Roman" panose="02020603050405020304" pitchFamily="18" charset="0"/>
              </a:rPr>
              <a:t> Allah </a:t>
            </a:r>
            <a:r>
              <a:rPr lang="en-US" sz="2600" dirty="0" err="1">
                <a:latin typeface="Times New Roman" panose="02020603050405020304" pitchFamily="18" charset="0"/>
                <a:cs typeface="Times New Roman" panose="02020603050405020304" pitchFamily="18" charset="0"/>
              </a:rPr>
              <a:t>telah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memilih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rajamu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dan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menganugerahinya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ilmu</a:t>
            </a:r>
            <a:r>
              <a:rPr lang="en-US" sz="2600" dirty="0">
                <a:latin typeface="Times New Roman" panose="02020603050405020304" pitchFamily="18" charset="0"/>
                <a:cs typeface="Times New Roman" panose="02020603050405020304" pitchFamily="18" charset="0"/>
              </a:rPr>
              <a:t> yang </a:t>
            </a:r>
            <a:r>
              <a:rPr lang="en-US" sz="2600" dirty="0" err="1">
                <a:latin typeface="Times New Roman" panose="02020603050405020304" pitchFamily="18" charset="0"/>
                <a:cs typeface="Times New Roman" panose="02020603050405020304" pitchFamily="18" charset="0"/>
              </a:rPr>
              <a:t>luas</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dan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tubuh</a:t>
            </a:r>
            <a:r>
              <a:rPr lang="en-US" sz="2600" dirty="0">
                <a:latin typeface="Times New Roman" panose="02020603050405020304" pitchFamily="18" charset="0"/>
                <a:cs typeface="Times New Roman" panose="02020603050405020304" pitchFamily="18" charset="0"/>
              </a:rPr>
              <a:t> yang </a:t>
            </a:r>
            <a:r>
              <a:rPr lang="en-US" sz="2600" dirty="0" err="1">
                <a:latin typeface="Times New Roman" panose="02020603050405020304" pitchFamily="18" charset="0"/>
                <a:cs typeface="Times New Roman" panose="02020603050405020304" pitchFamily="18" charset="0"/>
              </a:rPr>
              <a:t>perkasa</a:t>
            </a:r>
            <a:r>
              <a:rPr lang="en-US" sz="2600" dirty="0">
                <a:latin typeface="Times New Roman" panose="02020603050405020304" pitchFamily="18" charset="0"/>
                <a:cs typeface="Times New Roman" panose="02020603050405020304" pitchFamily="18" charset="0"/>
              </a:rPr>
              <a:t>". Allah </a:t>
            </a:r>
            <a:r>
              <a:rPr lang="en-US" sz="2600" dirty="0" err="1">
                <a:latin typeface="Times New Roman" panose="02020603050405020304" pitchFamily="18" charset="0"/>
                <a:cs typeface="Times New Roman" panose="02020603050405020304" pitchFamily="18" charset="0"/>
              </a:rPr>
              <a:t>memberikan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pemerintahan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kepada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siapa</a:t>
            </a:r>
            <a:r>
              <a:rPr lang="en-US" sz="2600" dirty="0">
                <a:latin typeface="Times New Roman" panose="02020603050405020304" pitchFamily="18" charset="0"/>
                <a:cs typeface="Times New Roman" panose="02020603050405020304" pitchFamily="18" charset="0"/>
              </a:rPr>
              <a:t> yang </a:t>
            </a:r>
            <a:r>
              <a:rPr lang="en-US" sz="2600" dirty="0" err="1">
                <a:latin typeface="Times New Roman" panose="02020603050405020304" pitchFamily="18" charset="0"/>
                <a:cs typeface="Times New Roman" panose="02020603050405020304" pitchFamily="18" charset="0"/>
              </a:rPr>
              <a:t>dikehendaki</a:t>
            </a:r>
            <a:r>
              <a:rPr lang="en-US" sz="2600" dirty="0">
                <a:latin typeface="Times New Roman" panose="02020603050405020304" pitchFamily="18" charset="0"/>
                <a:cs typeface="Times New Roman" panose="02020603050405020304" pitchFamily="18" charset="0"/>
              </a:rPr>
              <a:t>-Nya. Dan Allah </a:t>
            </a:r>
            <a:r>
              <a:rPr lang="en-US" sz="2600" dirty="0" err="1">
                <a:latin typeface="Times New Roman" panose="02020603050405020304" pitchFamily="18" charset="0"/>
                <a:cs typeface="Times New Roman" panose="02020603050405020304" pitchFamily="18" charset="0"/>
              </a:rPr>
              <a:t>Maha</a:t>
            </a:r>
            <a:r>
              <a:rPr lang="en-US" sz="2600" dirty="0">
                <a:latin typeface="Times New Roman" panose="02020603050405020304" pitchFamily="18" charset="0"/>
                <a:cs typeface="Times New Roman" panose="02020603050405020304" pitchFamily="18" charset="0"/>
              </a:rPr>
              <a:t> Luas </a:t>
            </a:r>
            <a:r>
              <a:rPr lang="en-US" sz="2600" dirty="0" err="1">
                <a:latin typeface="Times New Roman" panose="02020603050405020304" pitchFamily="18" charset="0"/>
                <a:cs typeface="Times New Roman" panose="02020603050405020304" pitchFamily="18" charset="0"/>
              </a:rPr>
              <a:t>pemberian</a:t>
            </a:r>
            <a:r>
              <a:rPr lang="en-US" sz="2600" dirty="0">
                <a:latin typeface="Times New Roman" panose="02020603050405020304" pitchFamily="18" charset="0"/>
                <a:cs typeface="Times New Roman" panose="02020603050405020304" pitchFamily="18" charset="0"/>
              </a:rPr>
              <a:t>-Nya </a:t>
            </a:r>
            <a:r>
              <a:rPr lang="en-US" sz="2600" dirty="0" err="1">
                <a:latin typeface="Times New Roman" panose="02020603050405020304" pitchFamily="18" charset="0"/>
                <a:cs typeface="Times New Roman" panose="02020603050405020304" pitchFamily="18" charset="0"/>
              </a:rPr>
              <a:t>lagi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Maha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Mengetahui</a:t>
            </a:r>
            <a:r>
              <a:rPr lang="en-US" sz="2600" dirty="0">
                <a:latin typeface="Times New Roman" panose="02020603050405020304" pitchFamily="18" charset="0"/>
                <a:cs typeface="Times New Roman" panose="02020603050405020304" pitchFamily="18" charset="0"/>
              </a:rPr>
              <a:t>.</a:t>
            </a:r>
            <a:r>
              <a:rPr lang="id-ID" sz="2600" dirty="0">
                <a:latin typeface="Times New Roman" panose="02020603050405020304" pitchFamily="18" charset="0"/>
                <a:cs typeface="Times New Roman" panose="02020603050405020304" pitchFamily="18" charset="0"/>
              </a:rPr>
              <a:t> (al-Baqarah 247)</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29378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DEA13-0D05-9543-80D5-55CD5308CAC9}"/>
              </a:ext>
            </a:extLst>
          </p:cNvPr>
          <p:cNvSpPr>
            <a:spLocks noGrp="1"/>
          </p:cNvSpPr>
          <p:nvPr>
            <p:ph type="title"/>
          </p:nvPr>
        </p:nvSpPr>
        <p:spPr>
          <a:solidFill>
            <a:schemeClr val="accent3">
              <a:lumMod val="60000"/>
              <a:lumOff val="40000"/>
            </a:schemeClr>
          </a:solidFill>
        </p:spPr>
        <p:txBody>
          <a:bodyPr/>
          <a:lstStyle/>
          <a:p>
            <a:r>
              <a:rPr lang="en-US" dirty="0"/>
              <a:t>10 </a:t>
            </a:r>
            <a:r>
              <a:rPr lang="en-US" dirty="0" err="1"/>
              <a:t>Karakter</a:t>
            </a:r>
            <a:r>
              <a:rPr lang="en-US" dirty="0"/>
              <a:t> </a:t>
            </a:r>
            <a:r>
              <a:rPr lang="en-US" dirty="0" err="1"/>
              <a:t>Generasi</a:t>
            </a:r>
            <a:r>
              <a:rPr lang="en-US" dirty="0"/>
              <a:t> </a:t>
            </a:r>
            <a:r>
              <a:rPr lang="en-US" dirty="0" err="1"/>
              <a:t>Qur’ani</a:t>
            </a:r>
            <a:endParaRPr lang="en-US" dirty="0"/>
          </a:p>
        </p:txBody>
      </p:sp>
      <p:graphicFrame>
        <p:nvGraphicFramePr>
          <p:cNvPr id="4" name="Content Placeholder 3">
            <a:extLst>
              <a:ext uri="{FF2B5EF4-FFF2-40B4-BE49-F238E27FC236}">
                <a16:creationId xmlns:a16="http://schemas.microsoft.com/office/drawing/2014/main" id="{C2026187-1D99-3D4E-A39E-11DCEC8375A5}"/>
              </a:ext>
            </a:extLst>
          </p:cNvPr>
          <p:cNvGraphicFramePr>
            <a:graphicFrameLocks noGrp="1"/>
          </p:cNvGraphicFramePr>
          <p:nvPr>
            <p:ph idx="1"/>
            <p:extLst>
              <p:ext uri="{D42A27DB-BD31-4B8C-83A1-F6EECF244321}">
                <p14:modId xmlns:p14="http://schemas.microsoft.com/office/powerpoint/2010/main" val="1848186052"/>
              </p:ext>
            </p:extLst>
          </p:nvPr>
        </p:nvGraphicFramePr>
        <p:xfrm>
          <a:off x="685800" y="2120900"/>
          <a:ext cx="7772400" cy="4051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1449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DEA13-0D05-9543-80D5-55CD5308CAC9}"/>
              </a:ext>
            </a:extLst>
          </p:cNvPr>
          <p:cNvSpPr>
            <a:spLocks noGrp="1"/>
          </p:cNvSpPr>
          <p:nvPr>
            <p:ph type="title"/>
          </p:nvPr>
        </p:nvSpPr>
        <p:spPr>
          <a:solidFill>
            <a:schemeClr val="accent3">
              <a:lumMod val="60000"/>
              <a:lumOff val="40000"/>
            </a:schemeClr>
          </a:solidFill>
        </p:spPr>
        <p:txBody>
          <a:bodyPr/>
          <a:lstStyle/>
          <a:p>
            <a:r>
              <a:rPr lang="id-ID" dirty="0"/>
              <a:t>6</a:t>
            </a:r>
            <a:r>
              <a:rPr lang="en-US" dirty="0"/>
              <a:t> </a:t>
            </a:r>
            <a:r>
              <a:rPr lang="en-US" dirty="0" err="1"/>
              <a:t>Karakter</a:t>
            </a:r>
            <a:r>
              <a:rPr lang="en-US" dirty="0"/>
              <a:t> </a:t>
            </a:r>
            <a:r>
              <a:rPr lang="en-US" dirty="0" err="1"/>
              <a:t>Generasi</a:t>
            </a:r>
            <a:r>
              <a:rPr lang="en-US" dirty="0"/>
              <a:t> </a:t>
            </a:r>
            <a:r>
              <a:rPr lang="en-US" dirty="0" err="1"/>
              <a:t>Qur’ani</a:t>
            </a:r>
            <a:r>
              <a:rPr lang="en-US" dirty="0"/>
              <a:t> (</a:t>
            </a:r>
            <a:r>
              <a:rPr lang="en-US" dirty="0" err="1"/>
              <a:t>diperas</a:t>
            </a:r>
            <a:r>
              <a:rPr lang="en-US" dirty="0"/>
              <a:t> </a:t>
            </a:r>
            <a:r>
              <a:rPr lang="en-US" dirty="0" err="1"/>
              <a:t>intinya</a:t>
            </a:r>
            <a:r>
              <a:rPr lang="en-US" dirty="0"/>
              <a:t>)</a:t>
            </a:r>
          </a:p>
        </p:txBody>
      </p:sp>
      <p:graphicFrame>
        <p:nvGraphicFramePr>
          <p:cNvPr id="4" name="Content Placeholder 3">
            <a:extLst>
              <a:ext uri="{FF2B5EF4-FFF2-40B4-BE49-F238E27FC236}">
                <a16:creationId xmlns:a16="http://schemas.microsoft.com/office/drawing/2014/main" id="{C2026187-1D99-3D4E-A39E-11DCEC8375A5}"/>
              </a:ext>
            </a:extLst>
          </p:cNvPr>
          <p:cNvGraphicFramePr>
            <a:graphicFrameLocks noGrp="1"/>
          </p:cNvGraphicFramePr>
          <p:nvPr>
            <p:ph idx="1"/>
            <p:extLst>
              <p:ext uri="{D42A27DB-BD31-4B8C-83A1-F6EECF244321}">
                <p14:modId xmlns:p14="http://schemas.microsoft.com/office/powerpoint/2010/main" val="3784553761"/>
              </p:ext>
            </p:extLst>
          </p:nvPr>
        </p:nvGraphicFramePr>
        <p:xfrm>
          <a:off x="685800" y="2120900"/>
          <a:ext cx="7772400" cy="4051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14495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Penutup </a:t>
            </a:r>
          </a:p>
        </p:txBody>
      </p:sp>
      <p:sp>
        <p:nvSpPr>
          <p:cNvPr id="3" name="Content Placeholder 2"/>
          <p:cNvSpPr>
            <a:spLocks noGrp="1"/>
          </p:cNvSpPr>
          <p:nvPr>
            <p:ph idx="1"/>
          </p:nvPr>
        </p:nvSpPr>
        <p:spPr>
          <a:xfrm>
            <a:off x="457200" y="2564905"/>
            <a:ext cx="8229600" cy="2664296"/>
          </a:xfrm>
        </p:spPr>
        <p:txBody>
          <a:bodyPr>
            <a:normAutofit/>
          </a:bodyPr>
          <a:lstStyle/>
          <a:p>
            <a:pPr marL="0" indent="0" algn="ctr">
              <a:buNone/>
            </a:pPr>
            <a:r>
              <a:rPr lang="id-ID" dirty="0"/>
              <a:t>Fasilitator mengajak menutup dengan doa. Doanya dipersilahkan masing masing peserta untuk memohon sesuai harapan masing-masing (anjurkan untuk berdoa yang besar-besar di masa depan) . Fasilitator memandu</a:t>
            </a:r>
            <a:r>
              <a:rPr lang="en-US" dirty="0"/>
              <a:t> </a:t>
            </a:r>
            <a:r>
              <a:rPr lang="id-ID" dirty="0"/>
              <a:t>dengan membaca Fatihah.</a:t>
            </a:r>
          </a:p>
        </p:txBody>
      </p:sp>
    </p:spTree>
    <p:extLst>
      <p:ext uri="{BB962C8B-B14F-4D97-AF65-F5344CB8AC3E}">
        <p14:creationId xmlns:p14="http://schemas.microsoft.com/office/powerpoint/2010/main" val="33551771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714</TotalTime>
  <Words>3099</Words>
  <Application>Microsoft Macintosh PowerPoint</Application>
  <PresentationFormat>On-screen Show (4:3)</PresentationFormat>
  <Paragraphs>168</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Georgia</vt:lpstr>
      <vt:lpstr>Rockwell</vt:lpstr>
      <vt:lpstr>Rockwell Condensed</vt:lpstr>
      <vt:lpstr>Times New Roman</vt:lpstr>
      <vt:lpstr>Traditional Arabic</vt:lpstr>
      <vt:lpstr>Wingdings</vt:lpstr>
      <vt:lpstr>Wood Type</vt:lpstr>
      <vt:lpstr>RQQ  (Remaja Qeren Qur’ani)</vt:lpstr>
      <vt:lpstr>PEMBUKA (10 MENIT) </vt:lpstr>
      <vt:lpstr>Latar Belakang</vt:lpstr>
      <vt:lpstr>TUJUAN SESI RQQ </vt:lpstr>
      <vt:lpstr>POKOK BAHASAN  </vt:lpstr>
      <vt:lpstr>LANGKAH : KONSEP REMAJA QEREN QUR’ANI (90 MENIT)  </vt:lpstr>
      <vt:lpstr>Inspirasi Nabi Yahya AS.</vt:lpstr>
      <vt:lpstr>Pelajaran dari Kisah Nabi Yahya </vt:lpstr>
      <vt:lpstr>Inspirasi Nabi Ibrahim AS. &amp; Ismail AS. </vt:lpstr>
      <vt:lpstr>Lanjutan </vt:lpstr>
      <vt:lpstr>Poin dan Pesan Utama </vt:lpstr>
      <vt:lpstr>Inspirasi Nabi Musa AS (Integritas dan Kapabilitas) </vt:lpstr>
      <vt:lpstr>Inspirasi Nabi Yusuf AS: Sabar, Ihsan, Makin, Amin.</vt:lpstr>
      <vt:lpstr>Lanjutan </vt:lpstr>
      <vt:lpstr>Inspirasi Siti Maryam ibunda Nabi Isa AS</vt:lpstr>
      <vt:lpstr>Lanjutan </vt:lpstr>
      <vt:lpstr>Pesan dan Inspirasi Utama </vt:lpstr>
      <vt:lpstr>Inspirasi Nabi Isa AS.  </vt:lpstr>
      <vt:lpstr>Poin dan Pesan utama </vt:lpstr>
      <vt:lpstr>Inspirasi dari Luqman al-Hakim</vt:lpstr>
      <vt:lpstr>Lanjutan </vt:lpstr>
      <vt:lpstr>Poin dan Pesan Utama </vt:lpstr>
      <vt:lpstr>Inspirasi Nabi Muhammad SAW.</vt:lpstr>
      <vt:lpstr>Lanjutan </vt:lpstr>
      <vt:lpstr>Lanjutan </vt:lpstr>
      <vt:lpstr>Poin dan Inspirasi Utama </vt:lpstr>
      <vt:lpstr>Teladan Thalut: punya keluasan ilmu dan kekuatan fisik</vt:lpstr>
      <vt:lpstr>10 Karakter Generasi Qur’ani</vt:lpstr>
      <vt:lpstr>6 Karakter Generasi Qur’ani (diperas intinya)</vt:lpstr>
      <vt:lpstr>Penutup </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Microsoft Office User</cp:lastModifiedBy>
  <cp:revision>34</cp:revision>
  <dcterms:created xsi:type="dcterms:W3CDTF">2021-09-02T02:04:45Z</dcterms:created>
  <dcterms:modified xsi:type="dcterms:W3CDTF">2023-02-13T18:07:42Z</dcterms:modified>
</cp:coreProperties>
</file>