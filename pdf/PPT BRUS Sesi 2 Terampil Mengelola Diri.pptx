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2" r:id="rId4"/>
    <p:sldId id="327" r:id="rId5"/>
    <p:sldId id="302" r:id="rId6"/>
    <p:sldId id="326" r:id="rId7"/>
    <p:sldId id="328" r:id="rId8"/>
    <p:sldId id="271" r:id="rId9"/>
    <p:sldId id="329" r:id="rId10"/>
    <p:sldId id="290" r:id="rId11"/>
    <p:sldId id="325" r:id="rId12"/>
    <p:sldId id="286" r:id="rId13"/>
    <p:sldId id="330" r:id="rId14"/>
    <p:sldId id="291" r:id="rId15"/>
    <p:sldId id="281" r:id="rId16"/>
    <p:sldId id="2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/>
    <p:restoredTop sz="91837"/>
  </p:normalViewPr>
  <p:slideViewPr>
    <p:cSldViewPr snapToGrid="0" snapToObjects="1">
      <p:cViewPr varScale="1">
        <p:scale>
          <a:sx n="148" d="100"/>
          <a:sy n="148" d="100"/>
        </p:scale>
        <p:origin x="1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#3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#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6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E9E0B6-B70B-4CDE-B4CC-CAD15EE1EDB9}" type="doc">
      <dgm:prSet loTypeId="urn:microsoft.com/office/officeart/2005/8/layout/default#3" loCatId="list" qsTypeId="urn:microsoft.com/office/officeart/2005/8/quickstyle/simple1#10" qsCatId="simple" csTypeId="urn:microsoft.com/office/officeart/2005/8/colors/colorful1#4" csCatId="colorful" phldr="1"/>
      <dgm:spPr/>
      <dgm:t>
        <a:bodyPr/>
        <a:lstStyle/>
        <a:p>
          <a:endParaRPr lang="en-US"/>
        </a:p>
      </dgm:t>
    </dgm:pt>
    <dgm:pt modelId="{40F8AE3C-E756-40AE-92B7-2972CDBD46D1}">
      <dgm:prSet phldrT="[Text]" custT="1"/>
      <dgm:spPr/>
      <dgm:t>
        <a:bodyPr/>
        <a:lstStyle/>
        <a:p>
          <a:pPr>
            <a:buFont typeface="+mj-lt"/>
            <a:buAutoNum type="alphaLcPeriod"/>
          </a:pPr>
          <a:r>
            <a:rPr lang="en-US" sz="3200"/>
            <a:t>Prinsip Konsekuensi: </a:t>
          </a:r>
        </a:p>
        <a:p>
          <a:pPr>
            <a:buFont typeface="+mj-lt"/>
            <a:buAutoNum type="alphaLcPeriod"/>
          </a:pPr>
          <a:r>
            <a:rPr lang="en-US" sz="2400" i="0"/>
            <a:t>Hukum Tanam-Tuai</a:t>
          </a:r>
        </a:p>
      </dgm:t>
    </dgm:pt>
    <dgm:pt modelId="{9095CDF0-D774-4442-B3BB-F35B1AB21782}" type="parTrans" cxnId="{1F8092C5-26F6-4946-88D7-AA22F7732536}">
      <dgm:prSet/>
      <dgm:spPr/>
      <dgm:t>
        <a:bodyPr/>
        <a:lstStyle/>
        <a:p>
          <a:endParaRPr lang="en-US"/>
        </a:p>
      </dgm:t>
    </dgm:pt>
    <dgm:pt modelId="{160A2E1F-32BA-48A7-AFA7-6C04A62D0BAB}" type="sibTrans" cxnId="{1F8092C5-26F6-4946-88D7-AA22F7732536}">
      <dgm:prSet/>
      <dgm:spPr/>
      <dgm:t>
        <a:bodyPr/>
        <a:lstStyle/>
        <a:p>
          <a:endParaRPr lang="en-US"/>
        </a:p>
      </dgm:t>
    </dgm:pt>
    <dgm:pt modelId="{76C4BA53-E787-4361-8DAE-4B5A321CE484}">
      <dgm:prSet/>
      <dgm:spPr/>
      <dgm:t>
        <a:bodyPr/>
        <a:lstStyle/>
        <a:p>
          <a:pPr>
            <a:buFont typeface="+mj-lt"/>
            <a:buAutoNum type="alphaLcPeriod"/>
          </a:pPr>
          <a:r>
            <a:rPr lang="en-US"/>
            <a:t>Bersikap Proaktif</a:t>
          </a:r>
        </a:p>
      </dgm:t>
    </dgm:pt>
    <dgm:pt modelId="{E7A89E68-B3BD-4163-9248-1C1E2A1C5016}" type="parTrans" cxnId="{615CCDDD-2CD6-46DF-88D1-90B88BB28E75}">
      <dgm:prSet/>
      <dgm:spPr/>
      <dgm:t>
        <a:bodyPr/>
        <a:lstStyle/>
        <a:p>
          <a:endParaRPr lang="en-US"/>
        </a:p>
      </dgm:t>
    </dgm:pt>
    <dgm:pt modelId="{EDC7FD76-76C8-4693-9775-01A26BAB1CF3}" type="sibTrans" cxnId="{615CCDDD-2CD6-46DF-88D1-90B88BB28E75}">
      <dgm:prSet/>
      <dgm:spPr/>
      <dgm:t>
        <a:bodyPr/>
        <a:lstStyle/>
        <a:p>
          <a:endParaRPr lang="en-US"/>
        </a:p>
      </dgm:t>
    </dgm:pt>
    <dgm:pt modelId="{058F19B9-D8BF-44BE-8FDC-4A5DF3A99B97}">
      <dgm:prSet/>
      <dgm:spPr/>
      <dgm:t>
        <a:bodyPr/>
        <a:lstStyle/>
        <a:p>
          <a:pPr>
            <a:buFont typeface="+mj-lt"/>
            <a:buAutoNum type="alphaLcPeriod"/>
          </a:pPr>
          <a:r>
            <a:rPr lang="en-US"/>
            <a:t>Lingkar Kendali-Pengaruh</a:t>
          </a:r>
        </a:p>
      </dgm:t>
    </dgm:pt>
    <dgm:pt modelId="{A2D313C2-F1D7-4687-A81A-AE983B9A4D89}" type="parTrans" cxnId="{DDBC8E4E-FF4A-4238-8937-BCC6C202F1EE}">
      <dgm:prSet/>
      <dgm:spPr/>
      <dgm:t>
        <a:bodyPr/>
        <a:lstStyle/>
        <a:p>
          <a:endParaRPr lang="en-US"/>
        </a:p>
      </dgm:t>
    </dgm:pt>
    <dgm:pt modelId="{DD4CA537-DA0D-47FB-8D25-E4203724F901}" type="sibTrans" cxnId="{DDBC8E4E-FF4A-4238-8937-BCC6C202F1EE}">
      <dgm:prSet/>
      <dgm:spPr/>
      <dgm:t>
        <a:bodyPr/>
        <a:lstStyle/>
        <a:p>
          <a:endParaRPr lang="en-US"/>
        </a:p>
      </dgm:t>
    </dgm:pt>
    <dgm:pt modelId="{C247CA77-624D-4CD1-A608-D265F52BD574}">
      <dgm:prSet/>
      <dgm:spPr/>
      <dgm:t>
        <a:bodyPr/>
        <a:lstStyle/>
        <a:p>
          <a:r>
            <a:rPr lang="en-US"/>
            <a:t>Kematangan</a:t>
          </a:r>
        </a:p>
      </dgm:t>
    </dgm:pt>
    <dgm:pt modelId="{7910BC90-AA74-465A-BDBC-7AEC5D8155B7}" type="parTrans" cxnId="{34188E86-C6E6-4DA9-A274-E5D6621FD2D2}">
      <dgm:prSet/>
      <dgm:spPr/>
      <dgm:t>
        <a:bodyPr/>
        <a:lstStyle/>
        <a:p>
          <a:endParaRPr lang="en-US"/>
        </a:p>
      </dgm:t>
    </dgm:pt>
    <dgm:pt modelId="{C8463EB1-C06E-4581-BDD9-5586FF192B12}" type="sibTrans" cxnId="{34188E86-C6E6-4DA9-A274-E5D6621FD2D2}">
      <dgm:prSet/>
      <dgm:spPr/>
      <dgm:t>
        <a:bodyPr/>
        <a:lstStyle/>
        <a:p>
          <a:endParaRPr lang="en-US"/>
        </a:p>
      </dgm:t>
    </dgm:pt>
    <dgm:pt modelId="{02166925-61C8-4680-9FA8-9F41F1D04AD6}">
      <dgm:prSet phldrT="[Text]" custT="1"/>
      <dgm:spPr/>
      <dgm:t>
        <a:bodyPr/>
        <a:lstStyle/>
        <a:p>
          <a:pPr>
            <a:buFont typeface="+mj-lt"/>
            <a:buAutoNum type="alphaLcPeriod"/>
          </a:pPr>
          <a:r>
            <a:rPr lang="en-US" sz="3000"/>
            <a:t>Prinsip Konsekuensi:</a:t>
          </a:r>
        </a:p>
        <a:p>
          <a:pPr>
            <a:buFont typeface="+mj-lt"/>
            <a:buAutoNum type="alphaLcPeriod"/>
          </a:pPr>
          <a:r>
            <a:rPr lang="en-US" sz="2400"/>
            <a:t>Hukum Ujung Tongkat</a:t>
          </a:r>
        </a:p>
      </dgm:t>
    </dgm:pt>
    <dgm:pt modelId="{928DC23E-1F08-442A-BB46-13EB3F9608D3}" type="parTrans" cxnId="{1A7AE7ED-C86D-4D78-B1F8-1B6EAB5FD5E5}">
      <dgm:prSet/>
      <dgm:spPr/>
      <dgm:t>
        <a:bodyPr/>
        <a:lstStyle/>
        <a:p>
          <a:endParaRPr lang="en-US"/>
        </a:p>
      </dgm:t>
    </dgm:pt>
    <dgm:pt modelId="{7F5B7C53-A87B-4FEC-8F41-196B680F6F08}" type="sibTrans" cxnId="{1A7AE7ED-C86D-4D78-B1F8-1B6EAB5FD5E5}">
      <dgm:prSet/>
      <dgm:spPr/>
      <dgm:t>
        <a:bodyPr/>
        <a:lstStyle/>
        <a:p>
          <a:endParaRPr lang="en-US"/>
        </a:p>
      </dgm:t>
    </dgm:pt>
    <dgm:pt modelId="{BA91408F-D7C1-4989-9CAE-CAFEC8F022E8}" type="pres">
      <dgm:prSet presAssocID="{7CE9E0B6-B70B-4CDE-B4CC-CAD15EE1EDB9}" presName="diagram" presStyleCnt="0">
        <dgm:presLayoutVars>
          <dgm:dir/>
          <dgm:resizeHandles val="exact"/>
        </dgm:presLayoutVars>
      </dgm:prSet>
      <dgm:spPr/>
    </dgm:pt>
    <dgm:pt modelId="{918CEB83-D2D5-4383-9A1E-B8A36BC212E6}" type="pres">
      <dgm:prSet presAssocID="{40F8AE3C-E756-40AE-92B7-2972CDBD46D1}" presName="node" presStyleLbl="node1" presStyleIdx="0" presStyleCnt="5">
        <dgm:presLayoutVars>
          <dgm:bulletEnabled val="1"/>
        </dgm:presLayoutVars>
      </dgm:prSet>
      <dgm:spPr/>
    </dgm:pt>
    <dgm:pt modelId="{FD348EB5-7277-4E3A-B46C-662FB7A59E01}" type="pres">
      <dgm:prSet presAssocID="{160A2E1F-32BA-48A7-AFA7-6C04A62D0BAB}" presName="sibTrans" presStyleCnt="0"/>
      <dgm:spPr/>
    </dgm:pt>
    <dgm:pt modelId="{9578C42F-E877-4C27-9DF9-C7009A521527}" type="pres">
      <dgm:prSet presAssocID="{02166925-61C8-4680-9FA8-9F41F1D04AD6}" presName="node" presStyleLbl="node1" presStyleIdx="1" presStyleCnt="5">
        <dgm:presLayoutVars>
          <dgm:bulletEnabled val="1"/>
        </dgm:presLayoutVars>
      </dgm:prSet>
      <dgm:spPr/>
    </dgm:pt>
    <dgm:pt modelId="{7BADB6F9-A9F8-4BCE-B24E-4C885771639C}" type="pres">
      <dgm:prSet presAssocID="{7F5B7C53-A87B-4FEC-8F41-196B680F6F08}" presName="sibTrans" presStyleCnt="0"/>
      <dgm:spPr/>
    </dgm:pt>
    <dgm:pt modelId="{0625799B-4799-4047-9A20-8C12A0649D6D}" type="pres">
      <dgm:prSet presAssocID="{76C4BA53-E787-4361-8DAE-4B5A321CE484}" presName="node" presStyleLbl="node1" presStyleIdx="2" presStyleCnt="5">
        <dgm:presLayoutVars>
          <dgm:bulletEnabled val="1"/>
        </dgm:presLayoutVars>
      </dgm:prSet>
      <dgm:spPr/>
    </dgm:pt>
    <dgm:pt modelId="{EFE127EB-96B1-4967-BDEE-7AA411FDC838}" type="pres">
      <dgm:prSet presAssocID="{EDC7FD76-76C8-4693-9775-01A26BAB1CF3}" presName="sibTrans" presStyleCnt="0"/>
      <dgm:spPr/>
    </dgm:pt>
    <dgm:pt modelId="{4A3C6308-B037-4D96-96BE-AA579C8ECC07}" type="pres">
      <dgm:prSet presAssocID="{058F19B9-D8BF-44BE-8FDC-4A5DF3A99B97}" presName="node" presStyleLbl="node1" presStyleIdx="3" presStyleCnt="5">
        <dgm:presLayoutVars>
          <dgm:bulletEnabled val="1"/>
        </dgm:presLayoutVars>
      </dgm:prSet>
      <dgm:spPr/>
    </dgm:pt>
    <dgm:pt modelId="{CF1970B8-A000-4D08-B8FC-9F029DA4E736}" type="pres">
      <dgm:prSet presAssocID="{DD4CA537-DA0D-47FB-8D25-E4203724F901}" presName="sibTrans" presStyleCnt="0"/>
      <dgm:spPr/>
    </dgm:pt>
    <dgm:pt modelId="{FCD6AFD9-FAAF-4F45-A737-FA34D9A53C75}" type="pres">
      <dgm:prSet presAssocID="{C247CA77-624D-4CD1-A608-D265F52BD574}" presName="node" presStyleLbl="node1" presStyleIdx="4" presStyleCnt="5">
        <dgm:presLayoutVars>
          <dgm:bulletEnabled val="1"/>
        </dgm:presLayoutVars>
      </dgm:prSet>
      <dgm:spPr/>
    </dgm:pt>
  </dgm:ptLst>
  <dgm:cxnLst>
    <dgm:cxn modelId="{DE97D844-CF34-4D85-B011-D0D3928363D5}" type="presOf" srcId="{058F19B9-D8BF-44BE-8FDC-4A5DF3A99B97}" destId="{4A3C6308-B037-4D96-96BE-AA579C8ECC07}" srcOrd="0" destOrd="0" presId="urn:microsoft.com/office/officeart/2005/8/layout/default#3"/>
    <dgm:cxn modelId="{DDBC8E4E-FF4A-4238-8937-BCC6C202F1EE}" srcId="{7CE9E0B6-B70B-4CDE-B4CC-CAD15EE1EDB9}" destId="{058F19B9-D8BF-44BE-8FDC-4A5DF3A99B97}" srcOrd="3" destOrd="0" parTransId="{A2D313C2-F1D7-4687-A81A-AE983B9A4D89}" sibTransId="{DD4CA537-DA0D-47FB-8D25-E4203724F901}"/>
    <dgm:cxn modelId="{DFB62856-768E-4AFB-9408-C578ED8AB936}" type="presOf" srcId="{7CE9E0B6-B70B-4CDE-B4CC-CAD15EE1EDB9}" destId="{BA91408F-D7C1-4989-9CAE-CAFEC8F022E8}" srcOrd="0" destOrd="0" presId="urn:microsoft.com/office/officeart/2005/8/layout/default#3"/>
    <dgm:cxn modelId="{A2295475-47E4-4DE7-BACD-52E2BDB55353}" type="presOf" srcId="{02166925-61C8-4680-9FA8-9F41F1D04AD6}" destId="{9578C42F-E877-4C27-9DF9-C7009A521527}" srcOrd="0" destOrd="0" presId="urn:microsoft.com/office/officeart/2005/8/layout/default#3"/>
    <dgm:cxn modelId="{34188E86-C6E6-4DA9-A274-E5D6621FD2D2}" srcId="{7CE9E0B6-B70B-4CDE-B4CC-CAD15EE1EDB9}" destId="{C247CA77-624D-4CD1-A608-D265F52BD574}" srcOrd="4" destOrd="0" parTransId="{7910BC90-AA74-465A-BDBC-7AEC5D8155B7}" sibTransId="{C8463EB1-C06E-4581-BDD9-5586FF192B12}"/>
    <dgm:cxn modelId="{A00F40B1-1B52-48A7-BCF0-A559D8142601}" type="presOf" srcId="{C247CA77-624D-4CD1-A608-D265F52BD574}" destId="{FCD6AFD9-FAAF-4F45-A737-FA34D9A53C75}" srcOrd="0" destOrd="0" presId="urn:microsoft.com/office/officeart/2005/8/layout/default#3"/>
    <dgm:cxn modelId="{83BC50C3-5BD3-480F-BB5B-7B75772FA3D4}" type="presOf" srcId="{40F8AE3C-E756-40AE-92B7-2972CDBD46D1}" destId="{918CEB83-D2D5-4383-9A1E-B8A36BC212E6}" srcOrd="0" destOrd="0" presId="urn:microsoft.com/office/officeart/2005/8/layout/default#3"/>
    <dgm:cxn modelId="{1F8092C5-26F6-4946-88D7-AA22F7732536}" srcId="{7CE9E0B6-B70B-4CDE-B4CC-CAD15EE1EDB9}" destId="{40F8AE3C-E756-40AE-92B7-2972CDBD46D1}" srcOrd="0" destOrd="0" parTransId="{9095CDF0-D774-4442-B3BB-F35B1AB21782}" sibTransId="{160A2E1F-32BA-48A7-AFA7-6C04A62D0BAB}"/>
    <dgm:cxn modelId="{9EE716DA-F3C0-43C5-BFFB-FF6D0D918E03}" type="presOf" srcId="{76C4BA53-E787-4361-8DAE-4B5A321CE484}" destId="{0625799B-4799-4047-9A20-8C12A0649D6D}" srcOrd="0" destOrd="0" presId="urn:microsoft.com/office/officeart/2005/8/layout/default#3"/>
    <dgm:cxn modelId="{615CCDDD-2CD6-46DF-88D1-90B88BB28E75}" srcId="{7CE9E0B6-B70B-4CDE-B4CC-CAD15EE1EDB9}" destId="{76C4BA53-E787-4361-8DAE-4B5A321CE484}" srcOrd="2" destOrd="0" parTransId="{E7A89E68-B3BD-4163-9248-1C1E2A1C5016}" sibTransId="{EDC7FD76-76C8-4693-9775-01A26BAB1CF3}"/>
    <dgm:cxn modelId="{1A7AE7ED-C86D-4D78-B1F8-1B6EAB5FD5E5}" srcId="{7CE9E0B6-B70B-4CDE-B4CC-CAD15EE1EDB9}" destId="{02166925-61C8-4680-9FA8-9F41F1D04AD6}" srcOrd="1" destOrd="0" parTransId="{928DC23E-1F08-442A-BB46-13EB3F9608D3}" sibTransId="{7F5B7C53-A87B-4FEC-8F41-196B680F6F08}"/>
    <dgm:cxn modelId="{48DA3DA9-23EC-4679-80F8-71627D8282F7}" type="presParOf" srcId="{BA91408F-D7C1-4989-9CAE-CAFEC8F022E8}" destId="{918CEB83-D2D5-4383-9A1E-B8A36BC212E6}" srcOrd="0" destOrd="0" presId="urn:microsoft.com/office/officeart/2005/8/layout/default#3"/>
    <dgm:cxn modelId="{7B845BCC-BFB4-408D-9FE9-094EB2FC56C6}" type="presParOf" srcId="{BA91408F-D7C1-4989-9CAE-CAFEC8F022E8}" destId="{FD348EB5-7277-4E3A-B46C-662FB7A59E01}" srcOrd="1" destOrd="0" presId="urn:microsoft.com/office/officeart/2005/8/layout/default#3"/>
    <dgm:cxn modelId="{275DA8D9-8BC1-4241-B03A-BED9B4A63412}" type="presParOf" srcId="{BA91408F-D7C1-4989-9CAE-CAFEC8F022E8}" destId="{9578C42F-E877-4C27-9DF9-C7009A521527}" srcOrd="2" destOrd="0" presId="urn:microsoft.com/office/officeart/2005/8/layout/default#3"/>
    <dgm:cxn modelId="{62B394BE-A4DF-4BC9-AB4B-4EED1917741F}" type="presParOf" srcId="{BA91408F-D7C1-4989-9CAE-CAFEC8F022E8}" destId="{7BADB6F9-A9F8-4BCE-B24E-4C885771639C}" srcOrd="3" destOrd="0" presId="urn:microsoft.com/office/officeart/2005/8/layout/default#3"/>
    <dgm:cxn modelId="{A0AF59B0-7DA5-4E64-AE13-DB25DEECE079}" type="presParOf" srcId="{BA91408F-D7C1-4989-9CAE-CAFEC8F022E8}" destId="{0625799B-4799-4047-9A20-8C12A0649D6D}" srcOrd="4" destOrd="0" presId="urn:microsoft.com/office/officeart/2005/8/layout/default#3"/>
    <dgm:cxn modelId="{BC160119-E777-4364-BBEB-C7752B6561CD}" type="presParOf" srcId="{BA91408F-D7C1-4989-9CAE-CAFEC8F022E8}" destId="{EFE127EB-96B1-4967-BDEE-7AA411FDC838}" srcOrd="5" destOrd="0" presId="urn:microsoft.com/office/officeart/2005/8/layout/default#3"/>
    <dgm:cxn modelId="{96A1852D-E80C-4820-8397-0FF1715ABEF9}" type="presParOf" srcId="{BA91408F-D7C1-4989-9CAE-CAFEC8F022E8}" destId="{4A3C6308-B037-4D96-96BE-AA579C8ECC07}" srcOrd="6" destOrd="0" presId="urn:microsoft.com/office/officeart/2005/8/layout/default#3"/>
    <dgm:cxn modelId="{AB3002DE-6666-42E0-9ABD-FBC746CEBBD4}" type="presParOf" srcId="{BA91408F-D7C1-4989-9CAE-CAFEC8F022E8}" destId="{CF1970B8-A000-4D08-B8FC-9F029DA4E736}" srcOrd="7" destOrd="0" presId="urn:microsoft.com/office/officeart/2005/8/layout/default#3"/>
    <dgm:cxn modelId="{0F36FF8A-A1E3-471F-B4C8-ECD656AB1314}" type="presParOf" srcId="{BA91408F-D7C1-4989-9CAE-CAFEC8F022E8}" destId="{FCD6AFD9-FAAF-4F45-A737-FA34D9A53C75}" srcOrd="8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FCB029-E0B3-4A47-B423-A663772F0ECB}" type="doc">
      <dgm:prSet loTypeId="urn:microsoft.com/office/officeart/2005/8/layout/chevron1" loCatId="process" qsTypeId="urn:microsoft.com/office/officeart/2005/8/quickstyle/simple1#11" qsCatId="simple" csTypeId="urn:microsoft.com/office/officeart/2005/8/colors/accent1_2#3" csCatId="accent1" phldr="1"/>
      <dgm:spPr/>
    </dgm:pt>
    <dgm:pt modelId="{B545FEDE-E4CB-4F2A-8025-40A7C848CDA0}">
      <dgm:prSet phldrT="[Text]"/>
      <dgm:spPr/>
      <dgm:t>
        <a:bodyPr/>
        <a:lstStyle/>
        <a:p>
          <a:r>
            <a:rPr lang="en-US"/>
            <a:t>STIMULUS</a:t>
          </a:r>
        </a:p>
      </dgm:t>
    </dgm:pt>
    <dgm:pt modelId="{65118A5A-1A73-4EDA-9ED2-1A764E97E0D4}" type="parTrans" cxnId="{D9FC2B7E-D68E-4E98-A15F-BBAEEE6CFAA5}">
      <dgm:prSet/>
      <dgm:spPr/>
      <dgm:t>
        <a:bodyPr/>
        <a:lstStyle/>
        <a:p>
          <a:endParaRPr lang="en-US"/>
        </a:p>
      </dgm:t>
    </dgm:pt>
    <dgm:pt modelId="{C8F45C47-1ABA-4D28-97E8-0EDE9A3303F4}" type="sibTrans" cxnId="{D9FC2B7E-D68E-4E98-A15F-BBAEEE6CFAA5}">
      <dgm:prSet/>
      <dgm:spPr/>
      <dgm:t>
        <a:bodyPr/>
        <a:lstStyle/>
        <a:p>
          <a:endParaRPr lang="en-US"/>
        </a:p>
      </dgm:t>
    </dgm:pt>
    <dgm:pt modelId="{85B37FAA-53D5-4083-9F7E-6D4468583C23}" type="pres">
      <dgm:prSet presAssocID="{9FFCB029-E0B3-4A47-B423-A663772F0ECB}" presName="Name0" presStyleCnt="0">
        <dgm:presLayoutVars>
          <dgm:dir/>
          <dgm:animLvl val="lvl"/>
          <dgm:resizeHandles val="exact"/>
        </dgm:presLayoutVars>
      </dgm:prSet>
      <dgm:spPr/>
    </dgm:pt>
    <dgm:pt modelId="{44030C49-1B11-4882-A834-EA151D17B2D6}" type="pres">
      <dgm:prSet presAssocID="{B545FEDE-E4CB-4F2A-8025-40A7C848CDA0}" presName="parTxOnly" presStyleLbl="node1" presStyleIdx="0" presStyleCnt="1">
        <dgm:presLayoutVars>
          <dgm:chMax val="0"/>
          <dgm:chPref val="0"/>
          <dgm:bulletEnabled val="1"/>
        </dgm:presLayoutVars>
      </dgm:prSet>
      <dgm:spPr/>
    </dgm:pt>
  </dgm:ptLst>
  <dgm:cxnLst>
    <dgm:cxn modelId="{25791343-1AED-43C6-A7FA-9638B313BCF8}" type="presOf" srcId="{B545FEDE-E4CB-4F2A-8025-40A7C848CDA0}" destId="{44030C49-1B11-4882-A834-EA151D17B2D6}" srcOrd="0" destOrd="0" presId="urn:microsoft.com/office/officeart/2005/8/layout/chevron1"/>
    <dgm:cxn modelId="{D9FC2B7E-D68E-4E98-A15F-BBAEEE6CFAA5}" srcId="{9FFCB029-E0B3-4A47-B423-A663772F0ECB}" destId="{B545FEDE-E4CB-4F2A-8025-40A7C848CDA0}" srcOrd="0" destOrd="0" parTransId="{65118A5A-1A73-4EDA-9ED2-1A764E97E0D4}" sibTransId="{C8F45C47-1ABA-4D28-97E8-0EDE9A3303F4}"/>
    <dgm:cxn modelId="{DEF26D8B-7784-44B6-AC47-D875306BF563}" type="presOf" srcId="{9FFCB029-E0B3-4A47-B423-A663772F0ECB}" destId="{85B37FAA-53D5-4083-9F7E-6D4468583C23}" srcOrd="0" destOrd="0" presId="urn:microsoft.com/office/officeart/2005/8/layout/chevron1"/>
    <dgm:cxn modelId="{B7A8FBDD-5A70-4088-9980-C8E3523D160D}" type="presParOf" srcId="{85B37FAA-53D5-4083-9F7E-6D4468583C23}" destId="{44030C49-1B11-4882-A834-EA151D17B2D6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FCB029-E0B3-4A47-B423-A663772F0ECB}" type="doc">
      <dgm:prSet loTypeId="urn:microsoft.com/office/officeart/2005/8/layout/chevron1" loCatId="process" qsTypeId="urn:microsoft.com/office/officeart/2005/8/quickstyle/simple1#12" qsCatId="simple" csTypeId="urn:microsoft.com/office/officeart/2005/8/colors/colorful4#3" csCatId="colorful" phldr="1"/>
      <dgm:spPr/>
    </dgm:pt>
    <dgm:pt modelId="{B545FEDE-E4CB-4F2A-8025-40A7C848CDA0}">
      <dgm:prSet phldrT="[Text]"/>
      <dgm:spPr/>
      <dgm:t>
        <a:bodyPr/>
        <a:lstStyle/>
        <a:p>
          <a:r>
            <a:rPr lang="en-US"/>
            <a:t>STIMULUS</a:t>
          </a:r>
        </a:p>
      </dgm:t>
    </dgm:pt>
    <dgm:pt modelId="{65118A5A-1A73-4EDA-9ED2-1A764E97E0D4}" type="parTrans" cxnId="{D9FC2B7E-D68E-4E98-A15F-BBAEEE6CFAA5}">
      <dgm:prSet/>
      <dgm:spPr/>
      <dgm:t>
        <a:bodyPr/>
        <a:lstStyle/>
        <a:p>
          <a:endParaRPr lang="en-US"/>
        </a:p>
      </dgm:t>
    </dgm:pt>
    <dgm:pt modelId="{C8F45C47-1ABA-4D28-97E8-0EDE9A3303F4}" type="sibTrans" cxnId="{D9FC2B7E-D68E-4E98-A15F-BBAEEE6CFAA5}">
      <dgm:prSet/>
      <dgm:spPr/>
      <dgm:t>
        <a:bodyPr/>
        <a:lstStyle/>
        <a:p>
          <a:endParaRPr lang="en-US"/>
        </a:p>
      </dgm:t>
    </dgm:pt>
    <dgm:pt modelId="{85B37FAA-53D5-4083-9F7E-6D4468583C23}" type="pres">
      <dgm:prSet presAssocID="{9FFCB029-E0B3-4A47-B423-A663772F0ECB}" presName="Name0" presStyleCnt="0">
        <dgm:presLayoutVars>
          <dgm:dir/>
          <dgm:animLvl val="lvl"/>
          <dgm:resizeHandles val="exact"/>
        </dgm:presLayoutVars>
      </dgm:prSet>
      <dgm:spPr/>
    </dgm:pt>
    <dgm:pt modelId="{44030C49-1B11-4882-A834-EA151D17B2D6}" type="pres">
      <dgm:prSet presAssocID="{B545FEDE-E4CB-4F2A-8025-40A7C848CDA0}" presName="parTxOnly" presStyleLbl="node1" presStyleIdx="0" presStyleCnt="1" custLinFactY="-14118" custLinFactNeighborX="1668" custLinFactNeighborY="-100000">
        <dgm:presLayoutVars>
          <dgm:chMax val="0"/>
          <dgm:chPref val="0"/>
          <dgm:bulletEnabled val="1"/>
        </dgm:presLayoutVars>
      </dgm:prSet>
      <dgm:spPr/>
    </dgm:pt>
  </dgm:ptLst>
  <dgm:cxnLst>
    <dgm:cxn modelId="{25791343-1AED-43C6-A7FA-9638B313BCF8}" type="presOf" srcId="{B545FEDE-E4CB-4F2A-8025-40A7C848CDA0}" destId="{44030C49-1B11-4882-A834-EA151D17B2D6}" srcOrd="0" destOrd="0" presId="urn:microsoft.com/office/officeart/2005/8/layout/chevron1"/>
    <dgm:cxn modelId="{D9FC2B7E-D68E-4E98-A15F-BBAEEE6CFAA5}" srcId="{9FFCB029-E0B3-4A47-B423-A663772F0ECB}" destId="{B545FEDE-E4CB-4F2A-8025-40A7C848CDA0}" srcOrd="0" destOrd="0" parTransId="{65118A5A-1A73-4EDA-9ED2-1A764E97E0D4}" sibTransId="{C8F45C47-1ABA-4D28-97E8-0EDE9A3303F4}"/>
    <dgm:cxn modelId="{DEF26D8B-7784-44B6-AC47-D875306BF563}" type="presOf" srcId="{9FFCB029-E0B3-4A47-B423-A663772F0ECB}" destId="{85B37FAA-53D5-4083-9F7E-6D4468583C23}" srcOrd="0" destOrd="0" presId="urn:microsoft.com/office/officeart/2005/8/layout/chevron1"/>
    <dgm:cxn modelId="{B7A8FBDD-5A70-4088-9980-C8E3523D160D}" type="presParOf" srcId="{85B37FAA-53D5-4083-9F7E-6D4468583C23}" destId="{44030C49-1B11-4882-A834-EA151D17B2D6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FCB029-E0B3-4A47-B423-A663772F0ECB}" type="doc">
      <dgm:prSet loTypeId="urn:microsoft.com/office/officeart/2005/8/layout/chevron1" loCatId="process" qsTypeId="urn:microsoft.com/office/officeart/2005/8/quickstyle/simple1#13" qsCatId="simple" csTypeId="urn:microsoft.com/office/officeart/2005/8/colors/colorful4#4" csCatId="colorful" phldr="1"/>
      <dgm:spPr/>
    </dgm:pt>
    <dgm:pt modelId="{B545FEDE-E4CB-4F2A-8025-40A7C848CDA0}">
      <dgm:prSet phldrT="[Text]"/>
      <dgm:spPr/>
      <dgm:t>
        <a:bodyPr/>
        <a:lstStyle/>
        <a:p>
          <a:r>
            <a:rPr lang="en-US"/>
            <a:t>RESPONS</a:t>
          </a:r>
        </a:p>
      </dgm:t>
    </dgm:pt>
    <dgm:pt modelId="{65118A5A-1A73-4EDA-9ED2-1A764E97E0D4}" type="parTrans" cxnId="{D9FC2B7E-D68E-4E98-A15F-BBAEEE6CFAA5}">
      <dgm:prSet/>
      <dgm:spPr/>
      <dgm:t>
        <a:bodyPr/>
        <a:lstStyle/>
        <a:p>
          <a:endParaRPr lang="en-US"/>
        </a:p>
      </dgm:t>
    </dgm:pt>
    <dgm:pt modelId="{C8F45C47-1ABA-4D28-97E8-0EDE9A3303F4}" type="sibTrans" cxnId="{D9FC2B7E-D68E-4E98-A15F-BBAEEE6CFAA5}">
      <dgm:prSet/>
      <dgm:spPr/>
      <dgm:t>
        <a:bodyPr/>
        <a:lstStyle/>
        <a:p>
          <a:endParaRPr lang="en-US"/>
        </a:p>
      </dgm:t>
    </dgm:pt>
    <dgm:pt modelId="{85B37FAA-53D5-4083-9F7E-6D4468583C23}" type="pres">
      <dgm:prSet presAssocID="{9FFCB029-E0B3-4A47-B423-A663772F0ECB}" presName="Name0" presStyleCnt="0">
        <dgm:presLayoutVars>
          <dgm:dir/>
          <dgm:animLvl val="lvl"/>
          <dgm:resizeHandles val="exact"/>
        </dgm:presLayoutVars>
      </dgm:prSet>
      <dgm:spPr/>
    </dgm:pt>
    <dgm:pt modelId="{44030C49-1B11-4882-A834-EA151D17B2D6}" type="pres">
      <dgm:prSet presAssocID="{B545FEDE-E4CB-4F2A-8025-40A7C848CDA0}" presName="parTxOnly" presStyleLbl="node1" presStyleIdx="0" presStyleCnt="1" custLinFactY="-14118" custLinFactNeighborX="1668" custLinFactNeighborY="-100000">
        <dgm:presLayoutVars>
          <dgm:chMax val="0"/>
          <dgm:chPref val="0"/>
          <dgm:bulletEnabled val="1"/>
        </dgm:presLayoutVars>
      </dgm:prSet>
      <dgm:spPr/>
    </dgm:pt>
  </dgm:ptLst>
  <dgm:cxnLst>
    <dgm:cxn modelId="{25791343-1AED-43C6-A7FA-9638B313BCF8}" type="presOf" srcId="{B545FEDE-E4CB-4F2A-8025-40A7C848CDA0}" destId="{44030C49-1B11-4882-A834-EA151D17B2D6}" srcOrd="0" destOrd="0" presId="urn:microsoft.com/office/officeart/2005/8/layout/chevron1"/>
    <dgm:cxn modelId="{D9FC2B7E-D68E-4E98-A15F-BBAEEE6CFAA5}" srcId="{9FFCB029-E0B3-4A47-B423-A663772F0ECB}" destId="{B545FEDE-E4CB-4F2A-8025-40A7C848CDA0}" srcOrd="0" destOrd="0" parTransId="{65118A5A-1A73-4EDA-9ED2-1A764E97E0D4}" sibTransId="{C8F45C47-1ABA-4D28-97E8-0EDE9A3303F4}"/>
    <dgm:cxn modelId="{DEF26D8B-7784-44B6-AC47-D875306BF563}" type="presOf" srcId="{9FFCB029-E0B3-4A47-B423-A663772F0ECB}" destId="{85B37FAA-53D5-4083-9F7E-6D4468583C23}" srcOrd="0" destOrd="0" presId="urn:microsoft.com/office/officeart/2005/8/layout/chevron1"/>
    <dgm:cxn modelId="{B7A8FBDD-5A70-4088-9980-C8E3523D160D}" type="presParOf" srcId="{85B37FAA-53D5-4083-9F7E-6D4468583C23}" destId="{44030C49-1B11-4882-A834-EA151D17B2D6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FCB029-E0B3-4A47-B423-A663772F0ECB}" type="doc">
      <dgm:prSet loTypeId="urn:microsoft.com/office/officeart/2005/8/layout/chevron1" loCatId="process" qsTypeId="urn:microsoft.com/office/officeart/2005/8/quickstyle/simple1#14" qsCatId="simple" csTypeId="urn:microsoft.com/office/officeart/2005/8/colors/accent1_2#4" csCatId="accent1" phldr="1"/>
      <dgm:spPr/>
    </dgm:pt>
    <dgm:pt modelId="{B545FEDE-E4CB-4F2A-8025-40A7C848CDA0}">
      <dgm:prSet phldrT="[Text]" custT="1"/>
      <dgm:spPr/>
      <dgm:t>
        <a:bodyPr/>
        <a:lstStyle/>
        <a:p>
          <a:r>
            <a:rPr lang="en-US" sz="3200"/>
            <a:t>REAKSI</a:t>
          </a:r>
        </a:p>
      </dgm:t>
    </dgm:pt>
    <dgm:pt modelId="{65118A5A-1A73-4EDA-9ED2-1A764E97E0D4}" type="parTrans" cxnId="{D9FC2B7E-D68E-4E98-A15F-BBAEEE6CFAA5}">
      <dgm:prSet/>
      <dgm:spPr/>
      <dgm:t>
        <a:bodyPr/>
        <a:lstStyle/>
        <a:p>
          <a:endParaRPr lang="en-US"/>
        </a:p>
      </dgm:t>
    </dgm:pt>
    <dgm:pt modelId="{C8F45C47-1ABA-4D28-97E8-0EDE9A3303F4}" type="sibTrans" cxnId="{D9FC2B7E-D68E-4E98-A15F-BBAEEE6CFAA5}">
      <dgm:prSet/>
      <dgm:spPr/>
      <dgm:t>
        <a:bodyPr/>
        <a:lstStyle/>
        <a:p>
          <a:endParaRPr lang="en-US"/>
        </a:p>
      </dgm:t>
    </dgm:pt>
    <dgm:pt modelId="{85B37FAA-53D5-4083-9F7E-6D4468583C23}" type="pres">
      <dgm:prSet presAssocID="{9FFCB029-E0B3-4A47-B423-A663772F0ECB}" presName="Name0" presStyleCnt="0">
        <dgm:presLayoutVars>
          <dgm:dir/>
          <dgm:animLvl val="lvl"/>
          <dgm:resizeHandles val="exact"/>
        </dgm:presLayoutVars>
      </dgm:prSet>
      <dgm:spPr/>
    </dgm:pt>
    <dgm:pt modelId="{44030C49-1B11-4882-A834-EA151D17B2D6}" type="pres">
      <dgm:prSet presAssocID="{B545FEDE-E4CB-4F2A-8025-40A7C848CDA0}" presName="parTxOnly" presStyleLbl="node1" presStyleIdx="0" presStyleCnt="1">
        <dgm:presLayoutVars>
          <dgm:chMax val="0"/>
          <dgm:chPref val="0"/>
          <dgm:bulletEnabled val="1"/>
        </dgm:presLayoutVars>
      </dgm:prSet>
      <dgm:spPr/>
    </dgm:pt>
  </dgm:ptLst>
  <dgm:cxnLst>
    <dgm:cxn modelId="{25791343-1AED-43C6-A7FA-9638B313BCF8}" type="presOf" srcId="{B545FEDE-E4CB-4F2A-8025-40A7C848CDA0}" destId="{44030C49-1B11-4882-A834-EA151D17B2D6}" srcOrd="0" destOrd="0" presId="urn:microsoft.com/office/officeart/2005/8/layout/chevron1"/>
    <dgm:cxn modelId="{D9FC2B7E-D68E-4E98-A15F-BBAEEE6CFAA5}" srcId="{9FFCB029-E0B3-4A47-B423-A663772F0ECB}" destId="{B545FEDE-E4CB-4F2A-8025-40A7C848CDA0}" srcOrd="0" destOrd="0" parTransId="{65118A5A-1A73-4EDA-9ED2-1A764E97E0D4}" sibTransId="{C8F45C47-1ABA-4D28-97E8-0EDE9A3303F4}"/>
    <dgm:cxn modelId="{DEF26D8B-7784-44B6-AC47-D875306BF563}" type="presOf" srcId="{9FFCB029-E0B3-4A47-B423-A663772F0ECB}" destId="{85B37FAA-53D5-4083-9F7E-6D4468583C23}" srcOrd="0" destOrd="0" presId="urn:microsoft.com/office/officeart/2005/8/layout/chevron1"/>
    <dgm:cxn modelId="{B7A8FBDD-5A70-4088-9980-C8E3523D160D}" type="presParOf" srcId="{85B37FAA-53D5-4083-9F7E-6D4468583C23}" destId="{44030C49-1B11-4882-A834-EA151D17B2D6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19C55E-BA0D-4038-B45D-98C24A2DFC98}" type="doc">
      <dgm:prSet loTypeId="urn:microsoft.com/office/officeart/2005/8/layout/vList2#3" loCatId="list" qsTypeId="urn:microsoft.com/office/officeart/2005/8/quickstyle/simple1#15" qsCatId="simple" csTypeId="urn:microsoft.com/office/officeart/2005/8/colors/colorful1#5" csCatId="colorful" phldr="1"/>
      <dgm:spPr/>
      <dgm:t>
        <a:bodyPr/>
        <a:lstStyle/>
        <a:p>
          <a:endParaRPr lang="en-US"/>
        </a:p>
      </dgm:t>
    </dgm:pt>
    <dgm:pt modelId="{62D74E04-1289-45A2-8119-7D9575DF6FA9}">
      <dgm:prSet phldrT="[Text]"/>
      <dgm:spPr/>
      <dgm:t>
        <a:bodyPr/>
        <a:lstStyle/>
        <a:p>
          <a:r>
            <a:rPr lang="en-US"/>
            <a:t>suara menghakimi</a:t>
          </a:r>
        </a:p>
      </dgm:t>
    </dgm:pt>
    <dgm:pt modelId="{2543FEBF-BE12-4841-8855-1FE4A0924031}" type="parTrans" cxnId="{588A5FB5-9114-4C2C-9DDD-BB4C87857594}">
      <dgm:prSet/>
      <dgm:spPr/>
      <dgm:t>
        <a:bodyPr/>
        <a:lstStyle/>
        <a:p>
          <a:endParaRPr lang="en-US"/>
        </a:p>
      </dgm:t>
    </dgm:pt>
    <dgm:pt modelId="{64C18455-B4FB-459E-A844-671F5A378904}" type="sibTrans" cxnId="{588A5FB5-9114-4C2C-9DDD-BB4C87857594}">
      <dgm:prSet/>
      <dgm:spPr/>
      <dgm:t>
        <a:bodyPr/>
        <a:lstStyle/>
        <a:p>
          <a:endParaRPr lang="en-US"/>
        </a:p>
      </dgm:t>
    </dgm:pt>
    <dgm:pt modelId="{F18E9D54-BABC-4B8D-920F-5148EFD422F8}">
      <dgm:prSet phldrT="[Text]"/>
      <dgm:spPr/>
      <dgm:t>
        <a:bodyPr/>
        <a:lstStyle/>
        <a:p>
          <a:r>
            <a:rPr lang="en-US"/>
            <a:t>suara sinis</a:t>
          </a:r>
        </a:p>
      </dgm:t>
    </dgm:pt>
    <dgm:pt modelId="{C0FF6B8E-F361-42FB-9F05-43DD526BB71A}" type="parTrans" cxnId="{B4227437-0C47-419C-8996-45319E2ADF9C}">
      <dgm:prSet/>
      <dgm:spPr/>
      <dgm:t>
        <a:bodyPr/>
        <a:lstStyle/>
        <a:p>
          <a:endParaRPr lang="en-US"/>
        </a:p>
      </dgm:t>
    </dgm:pt>
    <dgm:pt modelId="{BD75D22F-74A9-4595-B557-45638AEAD48E}" type="sibTrans" cxnId="{B4227437-0C47-419C-8996-45319E2ADF9C}">
      <dgm:prSet/>
      <dgm:spPr/>
      <dgm:t>
        <a:bodyPr/>
        <a:lstStyle/>
        <a:p>
          <a:endParaRPr lang="en-US"/>
        </a:p>
      </dgm:t>
    </dgm:pt>
    <dgm:pt modelId="{1B853945-0A24-4A96-9176-6F4A25E5F004}">
      <dgm:prSet phldrT="[Text]"/>
      <dgm:spPr/>
      <dgm:t>
        <a:bodyPr/>
        <a:lstStyle/>
        <a:p>
          <a:r>
            <a:rPr lang="en-US"/>
            <a:t>suara ketakutan</a:t>
          </a:r>
        </a:p>
      </dgm:t>
    </dgm:pt>
    <dgm:pt modelId="{3E5D52AA-CB37-4406-A9A1-81F425741A6F}" type="parTrans" cxnId="{7472E270-5C8F-4D79-BBAD-6C5C3AEF1841}">
      <dgm:prSet/>
      <dgm:spPr/>
      <dgm:t>
        <a:bodyPr/>
        <a:lstStyle/>
        <a:p>
          <a:endParaRPr lang="en-US"/>
        </a:p>
      </dgm:t>
    </dgm:pt>
    <dgm:pt modelId="{D9FECDD8-7E18-4E6B-889C-4B272FAAB65D}" type="sibTrans" cxnId="{7472E270-5C8F-4D79-BBAD-6C5C3AEF1841}">
      <dgm:prSet/>
      <dgm:spPr/>
      <dgm:t>
        <a:bodyPr/>
        <a:lstStyle/>
        <a:p>
          <a:endParaRPr lang="en-US"/>
        </a:p>
      </dgm:t>
    </dgm:pt>
    <dgm:pt modelId="{45E065BC-D1D4-4AFD-B53D-DD5F59CE9C5A}" type="pres">
      <dgm:prSet presAssocID="{E819C55E-BA0D-4038-B45D-98C24A2DFC98}" presName="linear" presStyleCnt="0">
        <dgm:presLayoutVars>
          <dgm:animLvl val="lvl"/>
          <dgm:resizeHandles val="exact"/>
        </dgm:presLayoutVars>
      </dgm:prSet>
      <dgm:spPr/>
    </dgm:pt>
    <dgm:pt modelId="{B9EF1F2A-8C2F-47AD-AED3-ACB221DFD3F1}" type="pres">
      <dgm:prSet presAssocID="{62D74E04-1289-45A2-8119-7D9575DF6FA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D443057-5A32-4CDD-BF14-0C427833ADDE}" type="pres">
      <dgm:prSet presAssocID="{64C18455-B4FB-459E-A844-671F5A378904}" presName="spacer" presStyleCnt="0"/>
      <dgm:spPr/>
    </dgm:pt>
    <dgm:pt modelId="{B5B432A5-5122-4CE3-8565-3F4B05F5D9B3}" type="pres">
      <dgm:prSet presAssocID="{F18E9D54-BABC-4B8D-920F-5148EFD422F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925B49-76A0-409B-84F1-4256EACA5822}" type="pres">
      <dgm:prSet presAssocID="{BD75D22F-74A9-4595-B557-45638AEAD48E}" presName="spacer" presStyleCnt="0"/>
      <dgm:spPr/>
    </dgm:pt>
    <dgm:pt modelId="{86F3A30D-C06A-4DFB-9AAD-80BF6F458C2B}" type="pres">
      <dgm:prSet presAssocID="{1B853945-0A24-4A96-9176-6F4A25E5F00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4227437-0C47-419C-8996-45319E2ADF9C}" srcId="{E819C55E-BA0D-4038-B45D-98C24A2DFC98}" destId="{F18E9D54-BABC-4B8D-920F-5148EFD422F8}" srcOrd="1" destOrd="0" parTransId="{C0FF6B8E-F361-42FB-9F05-43DD526BB71A}" sibTransId="{BD75D22F-74A9-4595-B557-45638AEAD48E}"/>
    <dgm:cxn modelId="{7472E270-5C8F-4D79-BBAD-6C5C3AEF1841}" srcId="{E819C55E-BA0D-4038-B45D-98C24A2DFC98}" destId="{1B853945-0A24-4A96-9176-6F4A25E5F004}" srcOrd="2" destOrd="0" parTransId="{3E5D52AA-CB37-4406-A9A1-81F425741A6F}" sibTransId="{D9FECDD8-7E18-4E6B-889C-4B272FAAB65D}"/>
    <dgm:cxn modelId="{99D41E99-2EBE-4E71-9166-81497EF15049}" type="presOf" srcId="{F18E9D54-BABC-4B8D-920F-5148EFD422F8}" destId="{B5B432A5-5122-4CE3-8565-3F4B05F5D9B3}" srcOrd="0" destOrd="0" presId="urn:microsoft.com/office/officeart/2005/8/layout/vList2#3"/>
    <dgm:cxn modelId="{588A5FB5-9114-4C2C-9DDD-BB4C87857594}" srcId="{E819C55E-BA0D-4038-B45D-98C24A2DFC98}" destId="{62D74E04-1289-45A2-8119-7D9575DF6FA9}" srcOrd="0" destOrd="0" parTransId="{2543FEBF-BE12-4841-8855-1FE4A0924031}" sibTransId="{64C18455-B4FB-459E-A844-671F5A378904}"/>
    <dgm:cxn modelId="{4946C7DE-98AF-43CF-8343-AAB7E6D4A26D}" type="presOf" srcId="{E819C55E-BA0D-4038-B45D-98C24A2DFC98}" destId="{45E065BC-D1D4-4AFD-B53D-DD5F59CE9C5A}" srcOrd="0" destOrd="0" presId="urn:microsoft.com/office/officeart/2005/8/layout/vList2#3"/>
    <dgm:cxn modelId="{50DAD4EA-CD37-4ECE-B0CC-8D6DA3E6FD7F}" type="presOf" srcId="{1B853945-0A24-4A96-9176-6F4A25E5F004}" destId="{86F3A30D-C06A-4DFB-9AAD-80BF6F458C2B}" srcOrd="0" destOrd="0" presId="urn:microsoft.com/office/officeart/2005/8/layout/vList2#3"/>
    <dgm:cxn modelId="{4F9792F8-035F-40BD-82F8-521E189A176A}" type="presOf" srcId="{62D74E04-1289-45A2-8119-7D9575DF6FA9}" destId="{B9EF1F2A-8C2F-47AD-AED3-ACB221DFD3F1}" srcOrd="0" destOrd="0" presId="urn:microsoft.com/office/officeart/2005/8/layout/vList2#3"/>
    <dgm:cxn modelId="{1C29ED37-1153-4E23-A3A4-BC5CDAB34C1F}" type="presParOf" srcId="{45E065BC-D1D4-4AFD-B53D-DD5F59CE9C5A}" destId="{B9EF1F2A-8C2F-47AD-AED3-ACB221DFD3F1}" srcOrd="0" destOrd="0" presId="urn:microsoft.com/office/officeart/2005/8/layout/vList2#3"/>
    <dgm:cxn modelId="{FBBA60C3-2478-4D60-9D84-02C2915E13E7}" type="presParOf" srcId="{45E065BC-D1D4-4AFD-B53D-DD5F59CE9C5A}" destId="{AD443057-5A32-4CDD-BF14-0C427833ADDE}" srcOrd="1" destOrd="0" presId="urn:microsoft.com/office/officeart/2005/8/layout/vList2#3"/>
    <dgm:cxn modelId="{FB75856E-F56D-49FE-9693-C70491CD6198}" type="presParOf" srcId="{45E065BC-D1D4-4AFD-B53D-DD5F59CE9C5A}" destId="{B5B432A5-5122-4CE3-8565-3F4B05F5D9B3}" srcOrd="2" destOrd="0" presId="urn:microsoft.com/office/officeart/2005/8/layout/vList2#3"/>
    <dgm:cxn modelId="{02A49044-FAA9-48FB-81A5-0B026B0829E8}" type="presParOf" srcId="{45E065BC-D1D4-4AFD-B53D-DD5F59CE9C5A}" destId="{4B925B49-76A0-409B-84F1-4256EACA5822}" srcOrd="3" destOrd="0" presId="urn:microsoft.com/office/officeart/2005/8/layout/vList2#3"/>
    <dgm:cxn modelId="{DBAE67C2-0C77-4CA9-938F-175F5316D6BC}" type="presParOf" srcId="{45E065BC-D1D4-4AFD-B53D-DD5F59CE9C5A}" destId="{86F3A30D-C06A-4DFB-9AAD-80BF6F458C2B}" srcOrd="4" destOrd="0" presId="urn:microsoft.com/office/officeart/2005/8/layout/vList2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819C55E-BA0D-4038-B45D-98C24A2DFC98}" type="doc">
      <dgm:prSet loTypeId="urn:microsoft.com/office/officeart/2005/8/layout/vList2#4" loCatId="list" qsTypeId="urn:microsoft.com/office/officeart/2005/8/quickstyle/simple1#16" qsCatId="simple" csTypeId="urn:microsoft.com/office/officeart/2005/8/colors/colorful1#6" csCatId="colorful" phldr="1"/>
      <dgm:spPr/>
      <dgm:t>
        <a:bodyPr/>
        <a:lstStyle/>
        <a:p>
          <a:endParaRPr lang="en-US"/>
        </a:p>
      </dgm:t>
    </dgm:pt>
    <dgm:pt modelId="{62D74E04-1289-45A2-8119-7D9575DF6FA9}">
      <dgm:prSet phldrT="[Text]"/>
      <dgm:spPr/>
      <dgm:t>
        <a:bodyPr/>
        <a:lstStyle/>
        <a:p>
          <a:r>
            <a:rPr lang="en-US"/>
            <a:t>buka pikiran</a:t>
          </a:r>
        </a:p>
      </dgm:t>
    </dgm:pt>
    <dgm:pt modelId="{2543FEBF-BE12-4841-8855-1FE4A0924031}" type="parTrans" cxnId="{588A5FB5-9114-4C2C-9DDD-BB4C87857594}">
      <dgm:prSet/>
      <dgm:spPr/>
      <dgm:t>
        <a:bodyPr/>
        <a:lstStyle/>
        <a:p>
          <a:endParaRPr lang="en-US"/>
        </a:p>
      </dgm:t>
    </dgm:pt>
    <dgm:pt modelId="{64C18455-B4FB-459E-A844-671F5A378904}" type="sibTrans" cxnId="{588A5FB5-9114-4C2C-9DDD-BB4C87857594}">
      <dgm:prSet/>
      <dgm:spPr/>
      <dgm:t>
        <a:bodyPr/>
        <a:lstStyle/>
        <a:p>
          <a:endParaRPr lang="en-US"/>
        </a:p>
      </dgm:t>
    </dgm:pt>
    <dgm:pt modelId="{F18E9D54-BABC-4B8D-920F-5148EFD422F8}">
      <dgm:prSet phldrT="[Text]"/>
      <dgm:spPr/>
      <dgm:t>
        <a:bodyPr/>
        <a:lstStyle/>
        <a:p>
          <a:r>
            <a:rPr lang="en-US"/>
            <a:t>buka hati</a:t>
          </a:r>
        </a:p>
      </dgm:t>
    </dgm:pt>
    <dgm:pt modelId="{C0FF6B8E-F361-42FB-9F05-43DD526BB71A}" type="parTrans" cxnId="{B4227437-0C47-419C-8996-45319E2ADF9C}">
      <dgm:prSet/>
      <dgm:spPr/>
      <dgm:t>
        <a:bodyPr/>
        <a:lstStyle/>
        <a:p>
          <a:endParaRPr lang="en-US"/>
        </a:p>
      </dgm:t>
    </dgm:pt>
    <dgm:pt modelId="{BD75D22F-74A9-4595-B557-45638AEAD48E}" type="sibTrans" cxnId="{B4227437-0C47-419C-8996-45319E2ADF9C}">
      <dgm:prSet/>
      <dgm:spPr/>
      <dgm:t>
        <a:bodyPr/>
        <a:lstStyle/>
        <a:p>
          <a:endParaRPr lang="en-US"/>
        </a:p>
      </dgm:t>
    </dgm:pt>
    <dgm:pt modelId="{1B853945-0A24-4A96-9176-6F4A25E5F004}">
      <dgm:prSet phldrT="[Text]"/>
      <dgm:spPr/>
      <dgm:t>
        <a:bodyPr/>
        <a:lstStyle/>
        <a:p>
          <a:r>
            <a:rPr lang="en-US"/>
            <a:t>buka tekad</a:t>
          </a:r>
        </a:p>
      </dgm:t>
    </dgm:pt>
    <dgm:pt modelId="{3E5D52AA-CB37-4406-A9A1-81F425741A6F}" type="parTrans" cxnId="{7472E270-5C8F-4D79-BBAD-6C5C3AEF1841}">
      <dgm:prSet/>
      <dgm:spPr/>
      <dgm:t>
        <a:bodyPr/>
        <a:lstStyle/>
        <a:p>
          <a:endParaRPr lang="en-US"/>
        </a:p>
      </dgm:t>
    </dgm:pt>
    <dgm:pt modelId="{D9FECDD8-7E18-4E6B-889C-4B272FAAB65D}" type="sibTrans" cxnId="{7472E270-5C8F-4D79-BBAD-6C5C3AEF1841}">
      <dgm:prSet/>
      <dgm:spPr/>
      <dgm:t>
        <a:bodyPr/>
        <a:lstStyle/>
        <a:p>
          <a:endParaRPr lang="en-US"/>
        </a:p>
      </dgm:t>
    </dgm:pt>
    <dgm:pt modelId="{45E065BC-D1D4-4AFD-B53D-DD5F59CE9C5A}" type="pres">
      <dgm:prSet presAssocID="{E819C55E-BA0D-4038-B45D-98C24A2DFC98}" presName="linear" presStyleCnt="0">
        <dgm:presLayoutVars>
          <dgm:animLvl val="lvl"/>
          <dgm:resizeHandles val="exact"/>
        </dgm:presLayoutVars>
      </dgm:prSet>
      <dgm:spPr/>
    </dgm:pt>
    <dgm:pt modelId="{B9EF1F2A-8C2F-47AD-AED3-ACB221DFD3F1}" type="pres">
      <dgm:prSet presAssocID="{62D74E04-1289-45A2-8119-7D9575DF6FA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D443057-5A32-4CDD-BF14-0C427833ADDE}" type="pres">
      <dgm:prSet presAssocID="{64C18455-B4FB-459E-A844-671F5A378904}" presName="spacer" presStyleCnt="0"/>
      <dgm:spPr/>
    </dgm:pt>
    <dgm:pt modelId="{B5B432A5-5122-4CE3-8565-3F4B05F5D9B3}" type="pres">
      <dgm:prSet presAssocID="{F18E9D54-BABC-4B8D-920F-5148EFD422F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925B49-76A0-409B-84F1-4256EACA5822}" type="pres">
      <dgm:prSet presAssocID="{BD75D22F-74A9-4595-B557-45638AEAD48E}" presName="spacer" presStyleCnt="0"/>
      <dgm:spPr/>
    </dgm:pt>
    <dgm:pt modelId="{86F3A30D-C06A-4DFB-9AAD-80BF6F458C2B}" type="pres">
      <dgm:prSet presAssocID="{1B853945-0A24-4A96-9176-6F4A25E5F00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4227437-0C47-419C-8996-45319E2ADF9C}" srcId="{E819C55E-BA0D-4038-B45D-98C24A2DFC98}" destId="{F18E9D54-BABC-4B8D-920F-5148EFD422F8}" srcOrd="1" destOrd="0" parTransId="{C0FF6B8E-F361-42FB-9F05-43DD526BB71A}" sibTransId="{BD75D22F-74A9-4595-B557-45638AEAD48E}"/>
    <dgm:cxn modelId="{7472E270-5C8F-4D79-BBAD-6C5C3AEF1841}" srcId="{E819C55E-BA0D-4038-B45D-98C24A2DFC98}" destId="{1B853945-0A24-4A96-9176-6F4A25E5F004}" srcOrd="2" destOrd="0" parTransId="{3E5D52AA-CB37-4406-A9A1-81F425741A6F}" sibTransId="{D9FECDD8-7E18-4E6B-889C-4B272FAAB65D}"/>
    <dgm:cxn modelId="{99D41E99-2EBE-4E71-9166-81497EF15049}" type="presOf" srcId="{F18E9D54-BABC-4B8D-920F-5148EFD422F8}" destId="{B5B432A5-5122-4CE3-8565-3F4B05F5D9B3}" srcOrd="0" destOrd="0" presId="urn:microsoft.com/office/officeart/2005/8/layout/vList2#4"/>
    <dgm:cxn modelId="{588A5FB5-9114-4C2C-9DDD-BB4C87857594}" srcId="{E819C55E-BA0D-4038-B45D-98C24A2DFC98}" destId="{62D74E04-1289-45A2-8119-7D9575DF6FA9}" srcOrd="0" destOrd="0" parTransId="{2543FEBF-BE12-4841-8855-1FE4A0924031}" sibTransId="{64C18455-B4FB-459E-A844-671F5A378904}"/>
    <dgm:cxn modelId="{4946C7DE-98AF-43CF-8343-AAB7E6D4A26D}" type="presOf" srcId="{E819C55E-BA0D-4038-B45D-98C24A2DFC98}" destId="{45E065BC-D1D4-4AFD-B53D-DD5F59CE9C5A}" srcOrd="0" destOrd="0" presId="urn:microsoft.com/office/officeart/2005/8/layout/vList2#4"/>
    <dgm:cxn modelId="{50DAD4EA-CD37-4ECE-B0CC-8D6DA3E6FD7F}" type="presOf" srcId="{1B853945-0A24-4A96-9176-6F4A25E5F004}" destId="{86F3A30D-C06A-4DFB-9AAD-80BF6F458C2B}" srcOrd="0" destOrd="0" presId="urn:microsoft.com/office/officeart/2005/8/layout/vList2#4"/>
    <dgm:cxn modelId="{4F9792F8-035F-40BD-82F8-521E189A176A}" type="presOf" srcId="{62D74E04-1289-45A2-8119-7D9575DF6FA9}" destId="{B9EF1F2A-8C2F-47AD-AED3-ACB221DFD3F1}" srcOrd="0" destOrd="0" presId="urn:microsoft.com/office/officeart/2005/8/layout/vList2#4"/>
    <dgm:cxn modelId="{1C29ED37-1153-4E23-A3A4-BC5CDAB34C1F}" type="presParOf" srcId="{45E065BC-D1D4-4AFD-B53D-DD5F59CE9C5A}" destId="{B9EF1F2A-8C2F-47AD-AED3-ACB221DFD3F1}" srcOrd="0" destOrd="0" presId="urn:microsoft.com/office/officeart/2005/8/layout/vList2#4"/>
    <dgm:cxn modelId="{FBBA60C3-2478-4D60-9D84-02C2915E13E7}" type="presParOf" srcId="{45E065BC-D1D4-4AFD-B53D-DD5F59CE9C5A}" destId="{AD443057-5A32-4CDD-BF14-0C427833ADDE}" srcOrd="1" destOrd="0" presId="urn:microsoft.com/office/officeart/2005/8/layout/vList2#4"/>
    <dgm:cxn modelId="{FB75856E-F56D-49FE-9693-C70491CD6198}" type="presParOf" srcId="{45E065BC-D1D4-4AFD-B53D-DD5F59CE9C5A}" destId="{B5B432A5-5122-4CE3-8565-3F4B05F5D9B3}" srcOrd="2" destOrd="0" presId="urn:microsoft.com/office/officeart/2005/8/layout/vList2#4"/>
    <dgm:cxn modelId="{02A49044-FAA9-48FB-81A5-0B026B0829E8}" type="presParOf" srcId="{45E065BC-D1D4-4AFD-B53D-DD5F59CE9C5A}" destId="{4B925B49-76A0-409B-84F1-4256EACA5822}" srcOrd="3" destOrd="0" presId="urn:microsoft.com/office/officeart/2005/8/layout/vList2#4"/>
    <dgm:cxn modelId="{DBAE67C2-0C77-4CA9-938F-175F5316D6BC}" type="presParOf" srcId="{45E065BC-D1D4-4AFD-B53D-DD5F59CE9C5A}" destId="{86F3A30D-C06A-4DFB-9AAD-80BF6F458C2B}" srcOrd="4" destOrd="0" presId="urn:microsoft.com/office/officeart/2005/8/layout/vList2#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56DBDF2-06DD-49CF-8744-A3CBCB3D4E5A}" type="doc">
      <dgm:prSet loTypeId="urn:microsoft.com/office/officeart/2005/8/layout/process4" loCatId="process" qsTypeId="urn:microsoft.com/office/officeart/2005/8/quickstyle/simple1#9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1D9655FB-0691-43A1-A79B-0FA159AB602E}">
      <dgm:prSet phldrT="[Text]" custT="1"/>
      <dgm:spPr/>
      <dgm:t>
        <a:bodyPr/>
        <a:lstStyle/>
        <a:p>
          <a:r>
            <a:rPr lang="en-US" sz="2400"/>
            <a:t>Basa-basi</a:t>
          </a:r>
        </a:p>
      </dgm:t>
    </dgm:pt>
    <dgm:pt modelId="{6D44A62D-A1E4-4EAA-B69E-B71CEA1E3903}" type="parTrans" cxnId="{399EC01A-8583-4707-A609-885CD1CE4C24}">
      <dgm:prSet/>
      <dgm:spPr/>
      <dgm:t>
        <a:bodyPr/>
        <a:lstStyle/>
        <a:p>
          <a:endParaRPr lang="en-US"/>
        </a:p>
      </dgm:t>
    </dgm:pt>
    <dgm:pt modelId="{AAA434E5-C83B-4C32-B33D-4186CB0AB0BE}" type="sibTrans" cxnId="{399EC01A-8583-4707-A609-885CD1CE4C24}">
      <dgm:prSet/>
      <dgm:spPr/>
      <dgm:t>
        <a:bodyPr/>
        <a:lstStyle/>
        <a:p>
          <a:endParaRPr lang="en-US"/>
        </a:p>
      </dgm:t>
    </dgm:pt>
    <dgm:pt modelId="{C9E9D1DB-CB0D-40E0-87BE-BECC1B44CD38}">
      <dgm:prSet phldrT="[Text]"/>
      <dgm:spPr/>
      <dgm:t>
        <a:bodyPr/>
        <a:lstStyle/>
        <a:p>
          <a:r>
            <a:rPr lang="en-US"/>
            <a:t>downloading, penjajagan</a:t>
          </a:r>
        </a:p>
      </dgm:t>
    </dgm:pt>
    <dgm:pt modelId="{E6E51C0F-6C55-4911-B865-FEF61D2FDF64}" type="parTrans" cxnId="{A603A54D-8BAF-4349-81EF-96FDAAB37152}">
      <dgm:prSet/>
      <dgm:spPr/>
      <dgm:t>
        <a:bodyPr/>
        <a:lstStyle/>
        <a:p>
          <a:endParaRPr lang="en-US"/>
        </a:p>
      </dgm:t>
    </dgm:pt>
    <dgm:pt modelId="{3397F811-C835-4233-B80F-B0E2A0C695D9}" type="sibTrans" cxnId="{A603A54D-8BAF-4349-81EF-96FDAAB37152}">
      <dgm:prSet/>
      <dgm:spPr/>
      <dgm:t>
        <a:bodyPr/>
        <a:lstStyle/>
        <a:p>
          <a:endParaRPr lang="en-US"/>
        </a:p>
      </dgm:t>
    </dgm:pt>
    <dgm:pt modelId="{8C68B3F8-62B0-4C94-999B-A54E0907596F}">
      <dgm:prSet phldrT="[Text]"/>
      <dgm:spPr/>
      <dgm:t>
        <a:bodyPr/>
        <a:lstStyle/>
        <a:p>
          <a:r>
            <a:rPr lang="en-US"/>
            <a:t>mengukur orang lain</a:t>
          </a:r>
        </a:p>
      </dgm:t>
    </dgm:pt>
    <dgm:pt modelId="{6E9A16FF-29C2-4523-8E64-474A65436A74}" type="parTrans" cxnId="{D500F1E4-0ABA-4973-8FFB-08B7F6C10DA3}">
      <dgm:prSet/>
      <dgm:spPr/>
      <dgm:t>
        <a:bodyPr/>
        <a:lstStyle/>
        <a:p>
          <a:endParaRPr lang="en-US"/>
        </a:p>
      </dgm:t>
    </dgm:pt>
    <dgm:pt modelId="{0F984EA5-1AFB-4656-A4B8-AA4423E87A77}" type="sibTrans" cxnId="{D500F1E4-0ABA-4973-8FFB-08B7F6C10DA3}">
      <dgm:prSet/>
      <dgm:spPr/>
      <dgm:t>
        <a:bodyPr/>
        <a:lstStyle/>
        <a:p>
          <a:endParaRPr lang="en-US"/>
        </a:p>
      </dgm:t>
    </dgm:pt>
    <dgm:pt modelId="{B9FC180D-65D7-4999-962B-28876DDCECCB}">
      <dgm:prSet phldrT="[Text]" custT="1"/>
      <dgm:spPr/>
      <dgm:t>
        <a:bodyPr/>
        <a:lstStyle/>
        <a:p>
          <a:r>
            <a:rPr lang="en-US" sz="2400"/>
            <a:t>Berdebat</a:t>
          </a:r>
        </a:p>
      </dgm:t>
    </dgm:pt>
    <dgm:pt modelId="{109603AF-E7B5-4430-A41A-1379E452F15A}" type="parTrans" cxnId="{24B37571-5026-49A1-A319-4B34D01E154E}">
      <dgm:prSet/>
      <dgm:spPr/>
      <dgm:t>
        <a:bodyPr/>
        <a:lstStyle/>
        <a:p>
          <a:endParaRPr lang="en-US"/>
        </a:p>
      </dgm:t>
    </dgm:pt>
    <dgm:pt modelId="{99410668-7633-4916-AE5A-E06EF6A0235E}" type="sibTrans" cxnId="{24B37571-5026-49A1-A319-4B34D01E154E}">
      <dgm:prSet/>
      <dgm:spPr/>
      <dgm:t>
        <a:bodyPr/>
        <a:lstStyle/>
        <a:p>
          <a:endParaRPr lang="en-US"/>
        </a:p>
      </dgm:t>
    </dgm:pt>
    <dgm:pt modelId="{3781F9FD-997D-4346-9B35-C73B378B65BE}">
      <dgm:prSet phldrT="[Text]"/>
      <dgm:spPr/>
      <dgm:t>
        <a:bodyPr/>
        <a:lstStyle/>
        <a:p>
          <a:r>
            <a:rPr lang="en-US"/>
            <a:t>pendapat pribadi</a:t>
          </a:r>
        </a:p>
      </dgm:t>
    </dgm:pt>
    <dgm:pt modelId="{E4FFD2C4-FCB2-4FC8-9270-F980A625E93D}" type="parTrans" cxnId="{D53708A1-C5BF-4455-815A-D3F82001DE4A}">
      <dgm:prSet/>
      <dgm:spPr/>
      <dgm:t>
        <a:bodyPr/>
        <a:lstStyle/>
        <a:p>
          <a:endParaRPr lang="en-US"/>
        </a:p>
      </dgm:t>
    </dgm:pt>
    <dgm:pt modelId="{9C8D7D31-88CB-48CF-9067-EFCE3332D87D}" type="sibTrans" cxnId="{D53708A1-C5BF-4455-815A-D3F82001DE4A}">
      <dgm:prSet/>
      <dgm:spPr/>
      <dgm:t>
        <a:bodyPr/>
        <a:lstStyle/>
        <a:p>
          <a:endParaRPr lang="en-US"/>
        </a:p>
      </dgm:t>
    </dgm:pt>
    <dgm:pt modelId="{0BAD4E0E-DD8D-4B8E-BF1E-037538902F34}">
      <dgm:prSet phldrT="[Text]"/>
      <dgm:spPr/>
      <dgm:t>
        <a:bodyPr/>
        <a:lstStyle/>
        <a:p>
          <a:r>
            <a:rPr lang="en-US" i="1"/>
            <a:t>tantangan: menghakimi orang lain</a:t>
          </a:r>
        </a:p>
      </dgm:t>
    </dgm:pt>
    <dgm:pt modelId="{8D6B4602-3BCF-4533-B978-4C693A7119CA}" type="parTrans" cxnId="{C5E61D41-7A4F-44FA-90B7-5A91255DA18E}">
      <dgm:prSet/>
      <dgm:spPr/>
      <dgm:t>
        <a:bodyPr/>
        <a:lstStyle/>
        <a:p>
          <a:endParaRPr lang="en-US"/>
        </a:p>
      </dgm:t>
    </dgm:pt>
    <dgm:pt modelId="{73A3F009-C3D3-437D-93AC-DA50DC20305D}" type="sibTrans" cxnId="{C5E61D41-7A4F-44FA-90B7-5A91255DA18E}">
      <dgm:prSet/>
      <dgm:spPr/>
      <dgm:t>
        <a:bodyPr/>
        <a:lstStyle/>
        <a:p>
          <a:endParaRPr lang="en-US"/>
        </a:p>
      </dgm:t>
    </dgm:pt>
    <dgm:pt modelId="{960B3197-41FF-46AB-8DB9-A4691A59B4B3}">
      <dgm:prSet phldrT="[Text]" custT="1"/>
      <dgm:spPr/>
      <dgm:t>
        <a:bodyPr/>
        <a:lstStyle/>
        <a:p>
          <a:r>
            <a:rPr lang="en-US" sz="2400"/>
            <a:t>Dialog Reflektif</a:t>
          </a:r>
        </a:p>
      </dgm:t>
    </dgm:pt>
    <dgm:pt modelId="{97FE189A-5191-4073-A568-DFEC70F7ADB0}" type="parTrans" cxnId="{D89DBB38-7A64-4BA9-93B6-E6A97289D4DD}">
      <dgm:prSet/>
      <dgm:spPr/>
      <dgm:t>
        <a:bodyPr/>
        <a:lstStyle/>
        <a:p>
          <a:endParaRPr lang="en-US"/>
        </a:p>
      </dgm:t>
    </dgm:pt>
    <dgm:pt modelId="{B37D4FE6-C92C-47F0-A5A3-CB38B2A60488}" type="sibTrans" cxnId="{D89DBB38-7A64-4BA9-93B6-E6A97289D4DD}">
      <dgm:prSet/>
      <dgm:spPr/>
      <dgm:t>
        <a:bodyPr/>
        <a:lstStyle/>
        <a:p>
          <a:endParaRPr lang="en-US"/>
        </a:p>
      </dgm:t>
    </dgm:pt>
    <dgm:pt modelId="{3601835C-CCB0-451C-9E81-5D13493DCFA8}">
      <dgm:prSet phldrT="[Text]" custT="1"/>
      <dgm:spPr/>
      <dgm:t>
        <a:bodyPr/>
        <a:lstStyle/>
        <a:p>
          <a:r>
            <a:rPr lang="en-US" sz="1800"/>
            <a:t>empati, saling memahami</a:t>
          </a:r>
        </a:p>
      </dgm:t>
    </dgm:pt>
    <dgm:pt modelId="{CC702706-0EED-4AA8-9874-E2420541A7AD}" type="parTrans" cxnId="{85E68288-C0F1-4E9E-A5CC-D84F7DCFCBE1}">
      <dgm:prSet/>
      <dgm:spPr/>
      <dgm:t>
        <a:bodyPr/>
        <a:lstStyle/>
        <a:p>
          <a:endParaRPr lang="en-US"/>
        </a:p>
      </dgm:t>
    </dgm:pt>
    <dgm:pt modelId="{B52ED3C3-B045-4052-B640-B88CEA5BB903}" type="sibTrans" cxnId="{85E68288-C0F1-4E9E-A5CC-D84F7DCFCBE1}">
      <dgm:prSet/>
      <dgm:spPr/>
      <dgm:t>
        <a:bodyPr/>
        <a:lstStyle/>
        <a:p>
          <a:endParaRPr lang="en-US"/>
        </a:p>
      </dgm:t>
    </dgm:pt>
    <dgm:pt modelId="{FF59DB93-E736-4F04-B48D-2DC8F38B3D76}">
      <dgm:prSet phldrT="[Text]" custT="1"/>
      <dgm:spPr/>
      <dgm:t>
        <a:bodyPr/>
        <a:lstStyle/>
        <a:p>
          <a:r>
            <a:rPr lang="en-US" sz="2400"/>
            <a:t>Dialog Solutif</a:t>
          </a:r>
        </a:p>
      </dgm:t>
    </dgm:pt>
    <dgm:pt modelId="{8CF92022-6066-48FC-B0D0-BA175DC0D412}" type="parTrans" cxnId="{5E2C033B-94E1-461C-8650-8075EF60362C}">
      <dgm:prSet/>
      <dgm:spPr/>
      <dgm:t>
        <a:bodyPr/>
        <a:lstStyle/>
        <a:p>
          <a:endParaRPr lang="en-US"/>
        </a:p>
      </dgm:t>
    </dgm:pt>
    <dgm:pt modelId="{E9610D4B-4360-4A07-83DB-42904FC8848D}" type="sibTrans" cxnId="{5E2C033B-94E1-461C-8650-8075EF60362C}">
      <dgm:prSet/>
      <dgm:spPr/>
      <dgm:t>
        <a:bodyPr/>
        <a:lstStyle/>
        <a:p>
          <a:endParaRPr lang="en-US"/>
        </a:p>
      </dgm:t>
    </dgm:pt>
    <dgm:pt modelId="{B75A4963-28D7-4430-BCB5-F5C4A56957CB}">
      <dgm:prSet phldrT="[Text]" custT="1"/>
      <dgm:spPr/>
      <dgm:t>
        <a:bodyPr/>
        <a:lstStyle/>
        <a:p>
          <a:r>
            <a:rPr lang="en-US" sz="1800"/>
            <a:t>bekerjasama</a:t>
          </a:r>
        </a:p>
      </dgm:t>
    </dgm:pt>
    <dgm:pt modelId="{78978729-80BC-44B7-9A4D-A7BFCE28CBF6}" type="parTrans" cxnId="{D5436A4D-0AE2-4ECA-AC4B-37EF09D0828F}">
      <dgm:prSet/>
      <dgm:spPr/>
      <dgm:t>
        <a:bodyPr/>
        <a:lstStyle/>
        <a:p>
          <a:endParaRPr lang="en-US"/>
        </a:p>
      </dgm:t>
    </dgm:pt>
    <dgm:pt modelId="{B4A523B6-1B49-483D-BB6B-29925B3BC35D}" type="sibTrans" cxnId="{D5436A4D-0AE2-4ECA-AC4B-37EF09D0828F}">
      <dgm:prSet/>
      <dgm:spPr/>
      <dgm:t>
        <a:bodyPr/>
        <a:lstStyle/>
        <a:p>
          <a:endParaRPr lang="en-US"/>
        </a:p>
      </dgm:t>
    </dgm:pt>
    <dgm:pt modelId="{7199217E-CCAA-4126-89E4-F6C6F64A2A16}">
      <dgm:prSet phldrT="[Text]"/>
      <dgm:spPr/>
      <dgm:t>
        <a:bodyPr/>
        <a:lstStyle/>
        <a:p>
          <a:r>
            <a:rPr lang="en-US"/>
            <a:t>perlu </a:t>
          </a:r>
          <a:r>
            <a:rPr lang="en-US" i="1"/>
            <a:t>open mind (membuka pikiran)</a:t>
          </a:r>
        </a:p>
      </dgm:t>
    </dgm:pt>
    <dgm:pt modelId="{3FA9180C-E042-4597-8F1E-BD6C432B0E17}" type="parTrans" cxnId="{BDCDFD72-3935-4DD8-B69A-813AA63DA88B}">
      <dgm:prSet/>
      <dgm:spPr/>
      <dgm:t>
        <a:bodyPr/>
        <a:lstStyle/>
        <a:p>
          <a:endParaRPr lang="en-US"/>
        </a:p>
      </dgm:t>
    </dgm:pt>
    <dgm:pt modelId="{40FE266D-9CF9-425C-AC39-54B9C9CE5BE2}" type="sibTrans" cxnId="{BDCDFD72-3935-4DD8-B69A-813AA63DA88B}">
      <dgm:prSet/>
      <dgm:spPr/>
      <dgm:t>
        <a:bodyPr/>
        <a:lstStyle/>
        <a:p>
          <a:endParaRPr lang="en-US"/>
        </a:p>
      </dgm:t>
    </dgm:pt>
    <dgm:pt modelId="{5338CFD8-000A-45C9-A65B-525BF4260791}">
      <dgm:prSet phldrT="[Text]" custT="1"/>
      <dgm:spPr/>
      <dgm:t>
        <a:bodyPr/>
        <a:lstStyle/>
        <a:p>
          <a:r>
            <a:rPr lang="en-US" sz="1800" i="1"/>
            <a:t>tantangan: sikap sinis</a:t>
          </a:r>
        </a:p>
      </dgm:t>
    </dgm:pt>
    <dgm:pt modelId="{3DE5604C-6202-4B01-8AE8-0CA32B9EF01D}" type="parTrans" cxnId="{26AF2834-EBE2-49C2-BCCC-60021B58ACF0}">
      <dgm:prSet/>
      <dgm:spPr/>
      <dgm:t>
        <a:bodyPr/>
        <a:lstStyle/>
        <a:p>
          <a:endParaRPr lang="en-US"/>
        </a:p>
      </dgm:t>
    </dgm:pt>
    <dgm:pt modelId="{84A3F84E-A296-4EF0-B8D6-1E46D73A0838}" type="sibTrans" cxnId="{26AF2834-EBE2-49C2-BCCC-60021B58ACF0}">
      <dgm:prSet/>
      <dgm:spPr/>
      <dgm:t>
        <a:bodyPr/>
        <a:lstStyle/>
        <a:p>
          <a:endParaRPr lang="en-US"/>
        </a:p>
      </dgm:t>
    </dgm:pt>
    <dgm:pt modelId="{E29E8D32-56E0-4BB1-B826-526FE8CF8476}">
      <dgm:prSet phldrT="[Text]" custT="1"/>
      <dgm:spPr/>
      <dgm:t>
        <a:bodyPr/>
        <a:lstStyle/>
        <a:p>
          <a:r>
            <a:rPr lang="en-US" sz="1800"/>
            <a:t>perlu </a:t>
          </a:r>
          <a:r>
            <a:rPr lang="en-US" sz="1800" i="1"/>
            <a:t>open heart (membuka hati)</a:t>
          </a:r>
        </a:p>
      </dgm:t>
    </dgm:pt>
    <dgm:pt modelId="{0AE6EBB7-73E3-47AC-9249-D8AD1ADDA0E3}" type="parTrans" cxnId="{D042484A-870F-4D1E-86B8-D71D2DA54AD0}">
      <dgm:prSet/>
      <dgm:spPr/>
      <dgm:t>
        <a:bodyPr/>
        <a:lstStyle/>
        <a:p>
          <a:endParaRPr lang="en-US"/>
        </a:p>
      </dgm:t>
    </dgm:pt>
    <dgm:pt modelId="{E1FDAEDE-CE99-4496-AC72-D710F144B9E4}" type="sibTrans" cxnId="{D042484A-870F-4D1E-86B8-D71D2DA54AD0}">
      <dgm:prSet/>
      <dgm:spPr/>
      <dgm:t>
        <a:bodyPr/>
        <a:lstStyle/>
        <a:p>
          <a:endParaRPr lang="en-US"/>
        </a:p>
      </dgm:t>
    </dgm:pt>
    <dgm:pt modelId="{BC5D5D9D-3065-45F8-A3A5-DB9DA5DD498A}">
      <dgm:prSet phldrT="[Text]" custT="1"/>
      <dgm:spPr/>
      <dgm:t>
        <a:bodyPr/>
        <a:lstStyle/>
        <a:p>
          <a:r>
            <a:rPr lang="en-US" sz="1800" i="1"/>
            <a:t>tantangan: rasa takut</a:t>
          </a:r>
        </a:p>
      </dgm:t>
    </dgm:pt>
    <dgm:pt modelId="{86C33691-BE5D-4EFB-A5AB-4EC02FD4D07F}" type="parTrans" cxnId="{0D27CD3E-7D7C-4A44-8EC0-02C9AF1BB5D7}">
      <dgm:prSet/>
      <dgm:spPr/>
      <dgm:t>
        <a:bodyPr/>
        <a:lstStyle/>
        <a:p>
          <a:endParaRPr lang="en-US"/>
        </a:p>
      </dgm:t>
    </dgm:pt>
    <dgm:pt modelId="{0B42D9C8-903D-48A5-9E6C-62255FE7731E}" type="sibTrans" cxnId="{0D27CD3E-7D7C-4A44-8EC0-02C9AF1BB5D7}">
      <dgm:prSet/>
      <dgm:spPr/>
      <dgm:t>
        <a:bodyPr/>
        <a:lstStyle/>
        <a:p>
          <a:endParaRPr lang="en-US"/>
        </a:p>
      </dgm:t>
    </dgm:pt>
    <dgm:pt modelId="{88174EC2-8012-47F1-812C-369AB59C9974}">
      <dgm:prSet phldrT="[Text]" custT="1"/>
      <dgm:spPr/>
      <dgm:t>
        <a:bodyPr/>
        <a:lstStyle/>
        <a:p>
          <a:r>
            <a:rPr lang="en-US" sz="1800"/>
            <a:t>perlu </a:t>
          </a:r>
          <a:r>
            <a:rPr lang="en-US" sz="1800" i="1"/>
            <a:t>open will (buka tekad)</a:t>
          </a:r>
        </a:p>
      </dgm:t>
    </dgm:pt>
    <dgm:pt modelId="{707EA2A6-4B61-4946-8F3C-EFC7FF76B441}" type="parTrans" cxnId="{009815E8-B057-4E8F-89CD-0AB8AB690C8A}">
      <dgm:prSet/>
      <dgm:spPr/>
      <dgm:t>
        <a:bodyPr/>
        <a:lstStyle/>
        <a:p>
          <a:endParaRPr lang="en-US"/>
        </a:p>
      </dgm:t>
    </dgm:pt>
    <dgm:pt modelId="{E810F098-4066-4D68-A7F6-18A9E229F94C}" type="sibTrans" cxnId="{009815E8-B057-4E8F-89CD-0AB8AB690C8A}">
      <dgm:prSet/>
      <dgm:spPr/>
      <dgm:t>
        <a:bodyPr/>
        <a:lstStyle/>
        <a:p>
          <a:endParaRPr lang="en-US"/>
        </a:p>
      </dgm:t>
    </dgm:pt>
    <dgm:pt modelId="{A498792B-ABB2-49B3-9995-9E5B633507C6}" type="pres">
      <dgm:prSet presAssocID="{556DBDF2-06DD-49CF-8744-A3CBCB3D4E5A}" presName="Name0" presStyleCnt="0">
        <dgm:presLayoutVars>
          <dgm:dir/>
          <dgm:animLvl val="lvl"/>
          <dgm:resizeHandles val="exact"/>
        </dgm:presLayoutVars>
      </dgm:prSet>
      <dgm:spPr/>
    </dgm:pt>
    <dgm:pt modelId="{37C1244A-FA7D-441A-883F-EE43AA945E2E}" type="pres">
      <dgm:prSet presAssocID="{FF59DB93-E736-4F04-B48D-2DC8F38B3D76}" presName="boxAndChildren" presStyleCnt="0"/>
      <dgm:spPr/>
    </dgm:pt>
    <dgm:pt modelId="{F5E86669-E204-4BD2-AD20-7CA04A014C3B}" type="pres">
      <dgm:prSet presAssocID="{FF59DB93-E736-4F04-B48D-2DC8F38B3D76}" presName="parentTextBox" presStyleLbl="node1" presStyleIdx="0" presStyleCnt="4"/>
      <dgm:spPr/>
    </dgm:pt>
    <dgm:pt modelId="{76C2D277-9915-438E-BCB1-8A9038D6F012}" type="pres">
      <dgm:prSet presAssocID="{FF59DB93-E736-4F04-B48D-2DC8F38B3D76}" presName="entireBox" presStyleLbl="node1" presStyleIdx="0" presStyleCnt="4"/>
      <dgm:spPr/>
    </dgm:pt>
    <dgm:pt modelId="{AD1C0085-A537-454D-9A67-4033C8C2AAC3}" type="pres">
      <dgm:prSet presAssocID="{FF59DB93-E736-4F04-B48D-2DC8F38B3D76}" presName="descendantBox" presStyleCnt="0"/>
      <dgm:spPr/>
    </dgm:pt>
    <dgm:pt modelId="{1B957EAB-2155-4DBE-B86A-2AE6FDE5F546}" type="pres">
      <dgm:prSet presAssocID="{B75A4963-28D7-4430-BCB5-F5C4A56957CB}" presName="childTextBox" presStyleLbl="fgAccFollowNode1" presStyleIdx="0" presStyleCnt="11">
        <dgm:presLayoutVars>
          <dgm:bulletEnabled val="1"/>
        </dgm:presLayoutVars>
      </dgm:prSet>
      <dgm:spPr/>
    </dgm:pt>
    <dgm:pt modelId="{9C9ECF77-D375-40CD-AA95-69CF2F2F2B6D}" type="pres">
      <dgm:prSet presAssocID="{BC5D5D9D-3065-45F8-A3A5-DB9DA5DD498A}" presName="childTextBox" presStyleLbl="fgAccFollowNode1" presStyleIdx="1" presStyleCnt="11" custScaleX="127987">
        <dgm:presLayoutVars>
          <dgm:bulletEnabled val="1"/>
        </dgm:presLayoutVars>
      </dgm:prSet>
      <dgm:spPr/>
    </dgm:pt>
    <dgm:pt modelId="{126DF5C6-A8ED-4ABA-A337-7C37F8BE7C59}" type="pres">
      <dgm:prSet presAssocID="{88174EC2-8012-47F1-812C-369AB59C9974}" presName="childTextBox" presStyleLbl="fgAccFollowNode1" presStyleIdx="2" presStyleCnt="11">
        <dgm:presLayoutVars>
          <dgm:bulletEnabled val="1"/>
        </dgm:presLayoutVars>
      </dgm:prSet>
      <dgm:spPr/>
    </dgm:pt>
    <dgm:pt modelId="{F8B14DC6-6AE6-4879-8A4F-81BE21EC7BEA}" type="pres">
      <dgm:prSet presAssocID="{B37D4FE6-C92C-47F0-A5A3-CB38B2A60488}" presName="sp" presStyleCnt="0"/>
      <dgm:spPr/>
    </dgm:pt>
    <dgm:pt modelId="{D62D82BC-A919-41E9-A0ED-A91D3546ACDB}" type="pres">
      <dgm:prSet presAssocID="{960B3197-41FF-46AB-8DB9-A4691A59B4B3}" presName="arrowAndChildren" presStyleCnt="0"/>
      <dgm:spPr/>
    </dgm:pt>
    <dgm:pt modelId="{5C370A65-34C7-40B8-A069-5D6349D665B8}" type="pres">
      <dgm:prSet presAssocID="{960B3197-41FF-46AB-8DB9-A4691A59B4B3}" presName="parentTextArrow" presStyleLbl="node1" presStyleIdx="0" presStyleCnt="4"/>
      <dgm:spPr/>
    </dgm:pt>
    <dgm:pt modelId="{6DFA04B0-2F0E-4197-B34D-F0EB45479269}" type="pres">
      <dgm:prSet presAssocID="{960B3197-41FF-46AB-8DB9-A4691A59B4B3}" presName="arrow" presStyleLbl="node1" presStyleIdx="1" presStyleCnt="4"/>
      <dgm:spPr/>
    </dgm:pt>
    <dgm:pt modelId="{C2F675C4-F38F-48DE-BBFF-6595751B7B41}" type="pres">
      <dgm:prSet presAssocID="{960B3197-41FF-46AB-8DB9-A4691A59B4B3}" presName="descendantArrow" presStyleCnt="0"/>
      <dgm:spPr/>
    </dgm:pt>
    <dgm:pt modelId="{9C6427D9-40CE-4FE5-B2FF-17D42EA585CA}" type="pres">
      <dgm:prSet presAssocID="{3601835C-CCB0-451C-9E81-5D13493DCFA8}" presName="childTextArrow" presStyleLbl="fgAccFollowNode1" presStyleIdx="3" presStyleCnt="11">
        <dgm:presLayoutVars>
          <dgm:bulletEnabled val="1"/>
        </dgm:presLayoutVars>
      </dgm:prSet>
      <dgm:spPr/>
    </dgm:pt>
    <dgm:pt modelId="{36D3418F-266C-4C5A-8D14-40A8E902CA5E}" type="pres">
      <dgm:prSet presAssocID="{5338CFD8-000A-45C9-A65B-525BF4260791}" presName="childTextArrow" presStyleLbl="fgAccFollowNode1" presStyleIdx="4" presStyleCnt="11">
        <dgm:presLayoutVars>
          <dgm:bulletEnabled val="1"/>
        </dgm:presLayoutVars>
      </dgm:prSet>
      <dgm:spPr/>
    </dgm:pt>
    <dgm:pt modelId="{88E6A7E9-A6D0-4A6C-89BB-09A5955AA4F1}" type="pres">
      <dgm:prSet presAssocID="{E29E8D32-56E0-4BB1-B826-526FE8CF8476}" presName="childTextArrow" presStyleLbl="fgAccFollowNode1" presStyleIdx="5" presStyleCnt="11">
        <dgm:presLayoutVars>
          <dgm:bulletEnabled val="1"/>
        </dgm:presLayoutVars>
      </dgm:prSet>
      <dgm:spPr/>
    </dgm:pt>
    <dgm:pt modelId="{B06E2D10-6024-4AFF-8F04-2EFEF2E60ACE}" type="pres">
      <dgm:prSet presAssocID="{99410668-7633-4916-AE5A-E06EF6A0235E}" presName="sp" presStyleCnt="0"/>
      <dgm:spPr/>
    </dgm:pt>
    <dgm:pt modelId="{59099865-E9ED-4715-9C35-7CD703123DD0}" type="pres">
      <dgm:prSet presAssocID="{B9FC180D-65D7-4999-962B-28876DDCECCB}" presName="arrowAndChildren" presStyleCnt="0"/>
      <dgm:spPr/>
    </dgm:pt>
    <dgm:pt modelId="{F5AB2FA8-454D-4D1F-9D92-BDA785786873}" type="pres">
      <dgm:prSet presAssocID="{B9FC180D-65D7-4999-962B-28876DDCECCB}" presName="parentTextArrow" presStyleLbl="node1" presStyleIdx="1" presStyleCnt="4"/>
      <dgm:spPr/>
    </dgm:pt>
    <dgm:pt modelId="{662AC4DD-7B2C-4B2C-AD2C-2E9E36BE9E04}" type="pres">
      <dgm:prSet presAssocID="{B9FC180D-65D7-4999-962B-28876DDCECCB}" presName="arrow" presStyleLbl="node1" presStyleIdx="2" presStyleCnt="4"/>
      <dgm:spPr/>
    </dgm:pt>
    <dgm:pt modelId="{9E99F967-7C70-4A2B-BCF5-315E0A3A3CA8}" type="pres">
      <dgm:prSet presAssocID="{B9FC180D-65D7-4999-962B-28876DDCECCB}" presName="descendantArrow" presStyleCnt="0"/>
      <dgm:spPr/>
    </dgm:pt>
    <dgm:pt modelId="{B56D6843-45BC-4D0D-B39A-907D2A8530F5}" type="pres">
      <dgm:prSet presAssocID="{3781F9FD-997D-4346-9B35-C73B378B65BE}" presName="childTextArrow" presStyleLbl="fgAccFollowNode1" presStyleIdx="6" presStyleCnt="11">
        <dgm:presLayoutVars>
          <dgm:bulletEnabled val="1"/>
        </dgm:presLayoutVars>
      </dgm:prSet>
      <dgm:spPr/>
    </dgm:pt>
    <dgm:pt modelId="{3958C0A0-B21C-4635-BD7F-E5B5F1A562D5}" type="pres">
      <dgm:prSet presAssocID="{0BAD4E0E-DD8D-4B8E-BF1E-037538902F34}" presName="childTextArrow" presStyleLbl="fgAccFollowNode1" presStyleIdx="7" presStyleCnt="11">
        <dgm:presLayoutVars>
          <dgm:bulletEnabled val="1"/>
        </dgm:presLayoutVars>
      </dgm:prSet>
      <dgm:spPr/>
    </dgm:pt>
    <dgm:pt modelId="{133BF250-96A4-4627-9A13-B75859345912}" type="pres">
      <dgm:prSet presAssocID="{7199217E-CCAA-4126-89E4-F6C6F64A2A16}" presName="childTextArrow" presStyleLbl="fgAccFollowNode1" presStyleIdx="8" presStyleCnt="11">
        <dgm:presLayoutVars>
          <dgm:bulletEnabled val="1"/>
        </dgm:presLayoutVars>
      </dgm:prSet>
      <dgm:spPr/>
    </dgm:pt>
    <dgm:pt modelId="{A3A2E719-A122-4A4A-9C6A-EC37C91CA90D}" type="pres">
      <dgm:prSet presAssocID="{AAA434E5-C83B-4C32-B33D-4186CB0AB0BE}" presName="sp" presStyleCnt="0"/>
      <dgm:spPr/>
    </dgm:pt>
    <dgm:pt modelId="{4E8C7A95-8085-4EFB-AB03-829B3E64B000}" type="pres">
      <dgm:prSet presAssocID="{1D9655FB-0691-43A1-A79B-0FA159AB602E}" presName="arrowAndChildren" presStyleCnt="0"/>
      <dgm:spPr/>
    </dgm:pt>
    <dgm:pt modelId="{FD958835-C336-4D59-A7D9-8C146B1C3D2F}" type="pres">
      <dgm:prSet presAssocID="{1D9655FB-0691-43A1-A79B-0FA159AB602E}" presName="parentTextArrow" presStyleLbl="node1" presStyleIdx="2" presStyleCnt="4"/>
      <dgm:spPr/>
    </dgm:pt>
    <dgm:pt modelId="{134689C9-02F4-41C3-9EB0-B8134ABD381B}" type="pres">
      <dgm:prSet presAssocID="{1D9655FB-0691-43A1-A79B-0FA159AB602E}" presName="arrow" presStyleLbl="node1" presStyleIdx="3" presStyleCnt="4" custLinFactNeighborX="860" custLinFactNeighborY="-947"/>
      <dgm:spPr/>
    </dgm:pt>
    <dgm:pt modelId="{849E0902-0E9A-446A-A260-5F2C8C6A0AE0}" type="pres">
      <dgm:prSet presAssocID="{1D9655FB-0691-43A1-A79B-0FA159AB602E}" presName="descendantArrow" presStyleCnt="0"/>
      <dgm:spPr/>
    </dgm:pt>
    <dgm:pt modelId="{0BA0576C-3FE8-409D-A423-579498AC9B27}" type="pres">
      <dgm:prSet presAssocID="{C9E9D1DB-CB0D-40E0-87BE-BECC1B44CD38}" presName="childTextArrow" presStyleLbl="fgAccFollowNode1" presStyleIdx="9" presStyleCnt="11">
        <dgm:presLayoutVars>
          <dgm:bulletEnabled val="1"/>
        </dgm:presLayoutVars>
      </dgm:prSet>
      <dgm:spPr/>
    </dgm:pt>
    <dgm:pt modelId="{574F1DEE-B5AA-45B0-A80E-222468258D2B}" type="pres">
      <dgm:prSet presAssocID="{8C68B3F8-62B0-4C94-999B-A54E0907596F}" presName="childTextArrow" presStyleLbl="fgAccFollowNode1" presStyleIdx="10" presStyleCnt="11">
        <dgm:presLayoutVars>
          <dgm:bulletEnabled val="1"/>
        </dgm:presLayoutVars>
      </dgm:prSet>
      <dgm:spPr/>
    </dgm:pt>
  </dgm:ptLst>
  <dgm:cxnLst>
    <dgm:cxn modelId="{734E510E-E004-4A63-8A90-3E7D56C28044}" type="presOf" srcId="{BC5D5D9D-3065-45F8-A3A5-DB9DA5DD498A}" destId="{9C9ECF77-D375-40CD-AA95-69CF2F2F2B6D}" srcOrd="0" destOrd="0" presId="urn:microsoft.com/office/officeart/2005/8/layout/process4"/>
    <dgm:cxn modelId="{0334A714-EFE3-4169-A767-03A9246BDBFF}" type="presOf" srcId="{FF59DB93-E736-4F04-B48D-2DC8F38B3D76}" destId="{76C2D277-9915-438E-BCB1-8A9038D6F012}" srcOrd="1" destOrd="0" presId="urn:microsoft.com/office/officeart/2005/8/layout/process4"/>
    <dgm:cxn modelId="{399EC01A-8583-4707-A609-885CD1CE4C24}" srcId="{556DBDF2-06DD-49CF-8744-A3CBCB3D4E5A}" destId="{1D9655FB-0691-43A1-A79B-0FA159AB602E}" srcOrd="0" destOrd="0" parTransId="{6D44A62D-A1E4-4EAA-B69E-B71CEA1E3903}" sibTransId="{AAA434E5-C83B-4C32-B33D-4186CB0AB0BE}"/>
    <dgm:cxn modelId="{26AF2834-EBE2-49C2-BCCC-60021B58ACF0}" srcId="{960B3197-41FF-46AB-8DB9-A4691A59B4B3}" destId="{5338CFD8-000A-45C9-A65B-525BF4260791}" srcOrd="1" destOrd="0" parTransId="{3DE5604C-6202-4B01-8AE8-0CA32B9EF01D}" sibTransId="{84A3F84E-A296-4EF0-B8D6-1E46D73A0838}"/>
    <dgm:cxn modelId="{D89DBB38-7A64-4BA9-93B6-E6A97289D4DD}" srcId="{556DBDF2-06DD-49CF-8744-A3CBCB3D4E5A}" destId="{960B3197-41FF-46AB-8DB9-A4691A59B4B3}" srcOrd="2" destOrd="0" parTransId="{97FE189A-5191-4073-A568-DFEC70F7ADB0}" sibTransId="{B37D4FE6-C92C-47F0-A5A3-CB38B2A60488}"/>
    <dgm:cxn modelId="{5E2C033B-94E1-461C-8650-8075EF60362C}" srcId="{556DBDF2-06DD-49CF-8744-A3CBCB3D4E5A}" destId="{FF59DB93-E736-4F04-B48D-2DC8F38B3D76}" srcOrd="3" destOrd="0" parTransId="{8CF92022-6066-48FC-B0D0-BA175DC0D412}" sibTransId="{E9610D4B-4360-4A07-83DB-42904FC8848D}"/>
    <dgm:cxn modelId="{0D27CD3E-7D7C-4A44-8EC0-02C9AF1BB5D7}" srcId="{FF59DB93-E736-4F04-B48D-2DC8F38B3D76}" destId="{BC5D5D9D-3065-45F8-A3A5-DB9DA5DD498A}" srcOrd="1" destOrd="0" parTransId="{86C33691-BE5D-4EFB-A5AB-4EC02FD4D07F}" sibTransId="{0B42D9C8-903D-48A5-9E6C-62255FE7731E}"/>
    <dgm:cxn modelId="{C5E61D41-7A4F-44FA-90B7-5A91255DA18E}" srcId="{B9FC180D-65D7-4999-962B-28876DDCECCB}" destId="{0BAD4E0E-DD8D-4B8E-BF1E-037538902F34}" srcOrd="1" destOrd="0" parTransId="{8D6B4602-3BCF-4533-B978-4C693A7119CA}" sibTransId="{73A3F009-C3D3-437D-93AC-DA50DC20305D}"/>
    <dgm:cxn modelId="{1A015448-49CD-41D3-8EEC-020D3D9FC7CE}" type="presOf" srcId="{0BAD4E0E-DD8D-4B8E-BF1E-037538902F34}" destId="{3958C0A0-B21C-4635-BD7F-E5B5F1A562D5}" srcOrd="0" destOrd="0" presId="urn:microsoft.com/office/officeart/2005/8/layout/process4"/>
    <dgm:cxn modelId="{AB930049-4E5E-4BDA-9D83-DFE9565E0604}" type="presOf" srcId="{960B3197-41FF-46AB-8DB9-A4691A59B4B3}" destId="{5C370A65-34C7-40B8-A069-5D6349D665B8}" srcOrd="0" destOrd="0" presId="urn:microsoft.com/office/officeart/2005/8/layout/process4"/>
    <dgm:cxn modelId="{D042484A-870F-4D1E-86B8-D71D2DA54AD0}" srcId="{960B3197-41FF-46AB-8DB9-A4691A59B4B3}" destId="{E29E8D32-56E0-4BB1-B826-526FE8CF8476}" srcOrd="2" destOrd="0" parTransId="{0AE6EBB7-73E3-47AC-9249-D8AD1ADDA0E3}" sibTransId="{E1FDAEDE-CE99-4496-AC72-D710F144B9E4}"/>
    <dgm:cxn modelId="{D5436A4D-0AE2-4ECA-AC4B-37EF09D0828F}" srcId="{FF59DB93-E736-4F04-B48D-2DC8F38B3D76}" destId="{B75A4963-28D7-4430-BCB5-F5C4A56957CB}" srcOrd="0" destOrd="0" parTransId="{78978729-80BC-44B7-9A4D-A7BFCE28CBF6}" sibTransId="{B4A523B6-1B49-483D-BB6B-29925B3BC35D}"/>
    <dgm:cxn modelId="{A603A54D-8BAF-4349-81EF-96FDAAB37152}" srcId="{1D9655FB-0691-43A1-A79B-0FA159AB602E}" destId="{C9E9D1DB-CB0D-40E0-87BE-BECC1B44CD38}" srcOrd="0" destOrd="0" parTransId="{E6E51C0F-6C55-4911-B865-FEF61D2FDF64}" sibTransId="{3397F811-C835-4233-B80F-B0E2A0C695D9}"/>
    <dgm:cxn modelId="{00BBE84F-0AC9-448E-A4C5-A2C397C133FB}" type="presOf" srcId="{E29E8D32-56E0-4BB1-B826-526FE8CF8476}" destId="{88E6A7E9-A6D0-4A6C-89BB-09A5955AA4F1}" srcOrd="0" destOrd="0" presId="urn:microsoft.com/office/officeart/2005/8/layout/process4"/>
    <dgm:cxn modelId="{F84CBA50-5CB1-46EB-86DE-C514A53A11A4}" type="presOf" srcId="{3601835C-CCB0-451C-9E81-5D13493DCFA8}" destId="{9C6427D9-40CE-4FE5-B2FF-17D42EA585CA}" srcOrd="0" destOrd="0" presId="urn:microsoft.com/office/officeart/2005/8/layout/process4"/>
    <dgm:cxn modelId="{34CCF557-E287-4103-AACA-28878A148F47}" type="presOf" srcId="{1D9655FB-0691-43A1-A79B-0FA159AB602E}" destId="{134689C9-02F4-41C3-9EB0-B8134ABD381B}" srcOrd="1" destOrd="0" presId="urn:microsoft.com/office/officeart/2005/8/layout/process4"/>
    <dgm:cxn modelId="{FC46B059-0184-45C8-9E5F-20C82F256351}" type="presOf" srcId="{1D9655FB-0691-43A1-A79B-0FA159AB602E}" destId="{FD958835-C336-4D59-A7D9-8C146B1C3D2F}" srcOrd="0" destOrd="0" presId="urn:microsoft.com/office/officeart/2005/8/layout/process4"/>
    <dgm:cxn modelId="{DDB33368-DFAE-4261-9C89-469C75ACB0FB}" type="presOf" srcId="{B75A4963-28D7-4430-BCB5-F5C4A56957CB}" destId="{1B957EAB-2155-4DBE-B86A-2AE6FDE5F546}" srcOrd="0" destOrd="0" presId="urn:microsoft.com/office/officeart/2005/8/layout/process4"/>
    <dgm:cxn modelId="{24B37571-5026-49A1-A319-4B34D01E154E}" srcId="{556DBDF2-06DD-49CF-8744-A3CBCB3D4E5A}" destId="{B9FC180D-65D7-4999-962B-28876DDCECCB}" srcOrd="1" destOrd="0" parTransId="{109603AF-E7B5-4430-A41A-1379E452F15A}" sibTransId="{99410668-7633-4916-AE5A-E06EF6A0235E}"/>
    <dgm:cxn modelId="{BDCDFD72-3935-4DD8-B69A-813AA63DA88B}" srcId="{B9FC180D-65D7-4999-962B-28876DDCECCB}" destId="{7199217E-CCAA-4126-89E4-F6C6F64A2A16}" srcOrd="2" destOrd="0" parTransId="{3FA9180C-E042-4597-8F1E-BD6C432B0E17}" sibTransId="{40FE266D-9CF9-425C-AC39-54B9C9CE5BE2}"/>
    <dgm:cxn modelId="{FD0AA875-6077-4517-B542-E79C10944451}" type="presOf" srcId="{960B3197-41FF-46AB-8DB9-A4691A59B4B3}" destId="{6DFA04B0-2F0E-4197-B34D-F0EB45479269}" srcOrd="1" destOrd="0" presId="urn:microsoft.com/office/officeart/2005/8/layout/process4"/>
    <dgm:cxn modelId="{85E68288-C0F1-4E9E-A5CC-D84F7DCFCBE1}" srcId="{960B3197-41FF-46AB-8DB9-A4691A59B4B3}" destId="{3601835C-CCB0-451C-9E81-5D13493DCFA8}" srcOrd="0" destOrd="0" parTransId="{CC702706-0EED-4AA8-9874-E2420541A7AD}" sibTransId="{B52ED3C3-B045-4052-B640-B88CEA5BB903}"/>
    <dgm:cxn modelId="{4E8DDC8F-649C-4868-BB4B-DB78071FC279}" type="presOf" srcId="{8C68B3F8-62B0-4C94-999B-A54E0907596F}" destId="{574F1DEE-B5AA-45B0-A80E-222468258D2B}" srcOrd="0" destOrd="0" presId="urn:microsoft.com/office/officeart/2005/8/layout/process4"/>
    <dgm:cxn modelId="{D53708A1-C5BF-4455-815A-D3F82001DE4A}" srcId="{B9FC180D-65D7-4999-962B-28876DDCECCB}" destId="{3781F9FD-997D-4346-9B35-C73B378B65BE}" srcOrd="0" destOrd="0" parTransId="{E4FFD2C4-FCB2-4FC8-9270-F980A625E93D}" sibTransId="{9C8D7D31-88CB-48CF-9067-EFCE3332D87D}"/>
    <dgm:cxn modelId="{59FAF2B3-968C-4372-9AF4-25ED71CE697F}" type="presOf" srcId="{88174EC2-8012-47F1-812C-369AB59C9974}" destId="{126DF5C6-A8ED-4ABA-A337-7C37F8BE7C59}" srcOrd="0" destOrd="0" presId="urn:microsoft.com/office/officeart/2005/8/layout/process4"/>
    <dgm:cxn modelId="{E92BD3B8-6C9E-4142-A78E-47B28BB680A9}" type="presOf" srcId="{B9FC180D-65D7-4999-962B-28876DDCECCB}" destId="{F5AB2FA8-454D-4D1F-9D92-BDA785786873}" srcOrd="0" destOrd="0" presId="urn:microsoft.com/office/officeart/2005/8/layout/process4"/>
    <dgm:cxn modelId="{0528E2BA-A3AC-41E9-9FA5-9227801052ED}" type="presOf" srcId="{B9FC180D-65D7-4999-962B-28876DDCECCB}" destId="{662AC4DD-7B2C-4B2C-AD2C-2E9E36BE9E04}" srcOrd="1" destOrd="0" presId="urn:microsoft.com/office/officeart/2005/8/layout/process4"/>
    <dgm:cxn modelId="{9DD4E6C0-D858-4954-8E0A-022B4A9D6A4B}" type="presOf" srcId="{3781F9FD-997D-4346-9B35-C73B378B65BE}" destId="{B56D6843-45BC-4D0D-B39A-907D2A8530F5}" srcOrd="0" destOrd="0" presId="urn:microsoft.com/office/officeart/2005/8/layout/process4"/>
    <dgm:cxn modelId="{C1D2E6CA-07A4-40CF-BCB0-71D57C70F3F2}" type="presOf" srcId="{5338CFD8-000A-45C9-A65B-525BF4260791}" destId="{36D3418F-266C-4C5A-8D14-40A8E902CA5E}" srcOrd="0" destOrd="0" presId="urn:microsoft.com/office/officeart/2005/8/layout/process4"/>
    <dgm:cxn modelId="{FAF741D2-009A-459B-8462-68CD5B0FEACF}" type="presOf" srcId="{FF59DB93-E736-4F04-B48D-2DC8F38B3D76}" destId="{F5E86669-E204-4BD2-AD20-7CA04A014C3B}" srcOrd="0" destOrd="0" presId="urn:microsoft.com/office/officeart/2005/8/layout/process4"/>
    <dgm:cxn modelId="{09C2AED2-1943-487F-B942-7F500E65BB29}" type="presOf" srcId="{C9E9D1DB-CB0D-40E0-87BE-BECC1B44CD38}" destId="{0BA0576C-3FE8-409D-A423-579498AC9B27}" srcOrd="0" destOrd="0" presId="urn:microsoft.com/office/officeart/2005/8/layout/process4"/>
    <dgm:cxn modelId="{D500F1E4-0ABA-4973-8FFB-08B7F6C10DA3}" srcId="{1D9655FB-0691-43A1-A79B-0FA159AB602E}" destId="{8C68B3F8-62B0-4C94-999B-A54E0907596F}" srcOrd="1" destOrd="0" parTransId="{6E9A16FF-29C2-4523-8E64-474A65436A74}" sibTransId="{0F984EA5-1AFB-4656-A4B8-AA4423E87A77}"/>
    <dgm:cxn modelId="{C0C05DE5-81E9-4B03-A0BA-876673982041}" type="presOf" srcId="{556DBDF2-06DD-49CF-8744-A3CBCB3D4E5A}" destId="{A498792B-ABB2-49B3-9995-9E5B633507C6}" srcOrd="0" destOrd="0" presId="urn:microsoft.com/office/officeart/2005/8/layout/process4"/>
    <dgm:cxn modelId="{009815E8-B057-4E8F-89CD-0AB8AB690C8A}" srcId="{FF59DB93-E736-4F04-B48D-2DC8F38B3D76}" destId="{88174EC2-8012-47F1-812C-369AB59C9974}" srcOrd="2" destOrd="0" parTransId="{707EA2A6-4B61-4946-8F3C-EFC7FF76B441}" sibTransId="{E810F098-4066-4D68-A7F6-18A9E229F94C}"/>
    <dgm:cxn modelId="{521D4BE8-71F3-40EC-99C0-F4B2C4C9E770}" type="presOf" srcId="{7199217E-CCAA-4126-89E4-F6C6F64A2A16}" destId="{133BF250-96A4-4627-9A13-B75859345912}" srcOrd="0" destOrd="0" presId="urn:microsoft.com/office/officeart/2005/8/layout/process4"/>
    <dgm:cxn modelId="{3B859DA0-A2BD-4B25-8F21-56D97F1EB9D8}" type="presParOf" srcId="{A498792B-ABB2-49B3-9995-9E5B633507C6}" destId="{37C1244A-FA7D-441A-883F-EE43AA945E2E}" srcOrd="0" destOrd="0" presId="urn:microsoft.com/office/officeart/2005/8/layout/process4"/>
    <dgm:cxn modelId="{B2B00460-E663-4980-8442-848012D06D56}" type="presParOf" srcId="{37C1244A-FA7D-441A-883F-EE43AA945E2E}" destId="{F5E86669-E204-4BD2-AD20-7CA04A014C3B}" srcOrd="0" destOrd="0" presId="urn:microsoft.com/office/officeart/2005/8/layout/process4"/>
    <dgm:cxn modelId="{C7B0359E-792E-4788-A7EC-5B3991FCBB6C}" type="presParOf" srcId="{37C1244A-FA7D-441A-883F-EE43AA945E2E}" destId="{76C2D277-9915-438E-BCB1-8A9038D6F012}" srcOrd="1" destOrd="0" presId="urn:microsoft.com/office/officeart/2005/8/layout/process4"/>
    <dgm:cxn modelId="{BAAD7A3D-E58F-43CB-926F-E484F1C78915}" type="presParOf" srcId="{37C1244A-FA7D-441A-883F-EE43AA945E2E}" destId="{AD1C0085-A537-454D-9A67-4033C8C2AAC3}" srcOrd="2" destOrd="0" presId="urn:microsoft.com/office/officeart/2005/8/layout/process4"/>
    <dgm:cxn modelId="{5BF047DC-286C-4E20-AC29-670BF1D41343}" type="presParOf" srcId="{AD1C0085-A537-454D-9A67-4033C8C2AAC3}" destId="{1B957EAB-2155-4DBE-B86A-2AE6FDE5F546}" srcOrd="0" destOrd="0" presId="urn:microsoft.com/office/officeart/2005/8/layout/process4"/>
    <dgm:cxn modelId="{944AE5D6-1939-46D9-B0F9-E94A3E486F7A}" type="presParOf" srcId="{AD1C0085-A537-454D-9A67-4033C8C2AAC3}" destId="{9C9ECF77-D375-40CD-AA95-69CF2F2F2B6D}" srcOrd="1" destOrd="0" presId="urn:microsoft.com/office/officeart/2005/8/layout/process4"/>
    <dgm:cxn modelId="{310352D0-DE66-446A-879A-E93347C96537}" type="presParOf" srcId="{AD1C0085-A537-454D-9A67-4033C8C2AAC3}" destId="{126DF5C6-A8ED-4ABA-A337-7C37F8BE7C59}" srcOrd="2" destOrd="0" presId="urn:microsoft.com/office/officeart/2005/8/layout/process4"/>
    <dgm:cxn modelId="{F3D48230-5B59-4A56-BAA7-CF3649EC3CBC}" type="presParOf" srcId="{A498792B-ABB2-49B3-9995-9E5B633507C6}" destId="{F8B14DC6-6AE6-4879-8A4F-81BE21EC7BEA}" srcOrd="1" destOrd="0" presId="urn:microsoft.com/office/officeart/2005/8/layout/process4"/>
    <dgm:cxn modelId="{30260932-F2C3-4224-9C66-A0C4950441E8}" type="presParOf" srcId="{A498792B-ABB2-49B3-9995-9E5B633507C6}" destId="{D62D82BC-A919-41E9-A0ED-A91D3546ACDB}" srcOrd="2" destOrd="0" presId="urn:microsoft.com/office/officeart/2005/8/layout/process4"/>
    <dgm:cxn modelId="{D3B5D124-31A9-41C2-90F6-FF2734EB7A4C}" type="presParOf" srcId="{D62D82BC-A919-41E9-A0ED-A91D3546ACDB}" destId="{5C370A65-34C7-40B8-A069-5D6349D665B8}" srcOrd="0" destOrd="0" presId="urn:microsoft.com/office/officeart/2005/8/layout/process4"/>
    <dgm:cxn modelId="{36F0C3A0-EFC6-4DB8-9531-3E5BA24FB6F4}" type="presParOf" srcId="{D62D82BC-A919-41E9-A0ED-A91D3546ACDB}" destId="{6DFA04B0-2F0E-4197-B34D-F0EB45479269}" srcOrd="1" destOrd="0" presId="urn:microsoft.com/office/officeart/2005/8/layout/process4"/>
    <dgm:cxn modelId="{DF16C40C-F122-4EB9-B349-6ABDCF88B311}" type="presParOf" srcId="{D62D82BC-A919-41E9-A0ED-A91D3546ACDB}" destId="{C2F675C4-F38F-48DE-BBFF-6595751B7B41}" srcOrd="2" destOrd="0" presId="urn:microsoft.com/office/officeart/2005/8/layout/process4"/>
    <dgm:cxn modelId="{883E1015-EEF2-450B-8825-967257046194}" type="presParOf" srcId="{C2F675C4-F38F-48DE-BBFF-6595751B7B41}" destId="{9C6427D9-40CE-4FE5-B2FF-17D42EA585CA}" srcOrd="0" destOrd="0" presId="urn:microsoft.com/office/officeart/2005/8/layout/process4"/>
    <dgm:cxn modelId="{AC74A8EC-6B39-4FEE-A206-66B81173B34E}" type="presParOf" srcId="{C2F675C4-F38F-48DE-BBFF-6595751B7B41}" destId="{36D3418F-266C-4C5A-8D14-40A8E902CA5E}" srcOrd="1" destOrd="0" presId="urn:microsoft.com/office/officeart/2005/8/layout/process4"/>
    <dgm:cxn modelId="{5B85F690-B310-4522-9F6C-CD1872972488}" type="presParOf" srcId="{C2F675C4-F38F-48DE-BBFF-6595751B7B41}" destId="{88E6A7E9-A6D0-4A6C-89BB-09A5955AA4F1}" srcOrd="2" destOrd="0" presId="urn:microsoft.com/office/officeart/2005/8/layout/process4"/>
    <dgm:cxn modelId="{47941063-43A1-428D-BD38-9644E507D878}" type="presParOf" srcId="{A498792B-ABB2-49B3-9995-9E5B633507C6}" destId="{B06E2D10-6024-4AFF-8F04-2EFEF2E60ACE}" srcOrd="3" destOrd="0" presId="urn:microsoft.com/office/officeart/2005/8/layout/process4"/>
    <dgm:cxn modelId="{2C0285BF-292B-4100-9F0F-A95C8EFB58EF}" type="presParOf" srcId="{A498792B-ABB2-49B3-9995-9E5B633507C6}" destId="{59099865-E9ED-4715-9C35-7CD703123DD0}" srcOrd="4" destOrd="0" presId="urn:microsoft.com/office/officeart/2005/8/layout/process4"/>
    <dgm:cxn modelId="{483B0DF8-D4AA-4072-8C42-FB09FD2D7D4C}" type="presParOf" srcId="{59099865-E9ED-4715-9C35-7CD703123DD0}" destId="{F5AB2FA8-454D-4D1F-9D92-BDA785786873}" srcOrd="0" destOrd="0" presId="urn:microsoft.com/office/officeart/2005/8/layout/process4"/>
    <dgm:cxn modelId="{A725A3CF-1F80-47C3-938A-DC2E6433609E}" type="presParOf" srcId="{59099865-E9ED-4715-9C35-7CD703123DD0}" destId="{662AC4DD-7B2C-4B2C-AD2C-2E9E36BE9E04}" srcOrd="1" destOrd="0" presId="urn:microsoft.com/office/officeart/2005/8/layout/process4"/>
    <dgm:cxn modelId="{9B580C66-A5AF-48E9-A3F5-84B53A31E150}" type="presParOf" srcId="{59099865-E9ED-4715-9C35-7CD703123DD0}" destId="{9E99F967-7C70-4A2B-BCF5-315E0A3A3CA8}" srcOrd="2" destOrd="0" presId="urn:microsoft.com/office/officeart/2005/8/layout/process4"/>
    <dgm:cxn modelId="{78817F7C-4621-47D0-9694-A9A8EB1C7DF3}" type="presParOf" srcId="{9E99F967-7C70-4A2B-BCF5-315E0A3A3CA8}" destId="{B56D6843-45BC-4D0D-B39A-907D2A8530F5}" srcOrd="0" destOrd="0" presId="urn:microsoft.com/office/officeart/2005/8/layout/process4"/>
    <dgm:cxn modelId="{7E204DFB-835D-4DBC-A379-CFF1E0FA5484}" type="presParOf" srcId="{9E99F967-7C70-4A2B-BCF5-315E0A3A3CA8}" destId="{3958C0A0-B21C-4635-BD7F-E5B5F1A562D5}" srcOrd="1" destOrd="0" presId="urn:microsoft.com/office/officeart/2005/8/layout/process4"/>
    <dgm:cxn modelId="{52AEEA50-B9D2-4EA7-8198-A16AB8B01F0F}" type="presParOf" srcId="{9E99F967-7C70-4A2B-BCF5-315E0A3A3CA8}" destId="{133BF250-96A4-4627-9A13-B75859345912}" srcOrd="2" destOrd="0" presId="urn:microsoft.com/office/officeart/2005/8/layout/process4"/>
    <dgm:cxn modelId="{01675169-C71C-441B-AC1C-265A7A365205}" type="presParOf" srcId="{A498792B-ABB2-49B3-9995-9E5B633507C6}" destId="{A3A2E719-A122-4A4A-9C6A-EC37C91CA90D}" srcOrd="5" destOrd="0" presId="urn:microsoft.com/office/officeart/2005/8/layout/process4"/>
    <dgm:cxn modelId="{9623650E-A736-41CF-BFE0-D3051AF1B5AC}" type="presParOf" srcId="{A498792B-ABB2-49B3-9995-9E5B633507C6}" destId="{4E8C7A95-8085-4EFB-AB03-829B3E64B000}" srcOrd="6" destOrd="0" presId="urn:microsoft.com/office/officeart/2005/8/layout/process4"/>
    <dgm:cxn modelId="{0A65E5F3-D6BE-4831-A126-B8521BE7C150}" type="presParOf" srcId="{4E8C7A95-8085-4EFB-AB03-829B3E64B000}" destId="{FD958835-C336-4D59-A7D9-8C146B1C3D2F}" srcOrd="0" destOrd="0" presId="urn:microsoft.com/office/officeart/2005/8/layout/process4"/>
    <dgm:cxn modelId="{55902BC2-F3E6-401A-A1EF-3F0BE497493F}" type="presParOf" srcId="{4E8C7A95-8085-4EFB-AB03-829B3E64B000}" destId="{134689C9-02F4-41C3-9EB0-B8134ABD381B}" srcOrd="1" destOrd="0" presId="urn:microsoft.com/office/officeart/2005/8/layout/process4"/>
    <dgm:cxn modelId="{2F06A3E9-B284-4B6E-B7A0-93BC4DC99B2A}" type="presParOf" srcId="{4E8C7A95-8085-4EFB-AB03-829B3E64B000}" destId="{849E0902-0E9A-446A-A260-5F2C8C6A0AE0}" srcOrd="2" destOrd="0" presId="urn:microsoft.com/office/officeart/2005/8/layout/process4"/>
    <dgm:cxn modelId="{78B7DF68-B19B-4A91-BA5D-1F87C32459B6}" type="presParOf" srcId="{849E0902-0E9A-446A-A260-5F2C8C6A0AE0}" destId="{0BA0576C-3FE8-409D-A423-579498AC9B27}" srcOrd="0" destOrd="0" presId="urn:microsoft.com/office/officeart/2005/8/layout/process4"/>
    <dgm:cxn modelId="{FA787364-098A-4E07-A5CF-4D9F0F318CE5}" type="presParOf" srcId="{849E0902-0E9A-446A-A260-5F2C8C6A0AE0}" destId="{574F1DEE-B5AA-45B0-A80E-222468258D2B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CEB83-D2D5-4383-9A1E-B8A36BC212E6}">
      <dsp:nvSpPr>
        <dsp:cNvPr id="0" name=""/>
        <dsp:cNvSpPr/>
      </dsp:nvSpPr>
      <dsp:spPr>
        <a:xfrm>
          <a:off x="0" y="1934"/>
          <a:ext cx="3140273" cy="18841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3200" kern="1200"/>
            <a:t>Prinsip Konsekuensi: 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i="0" kern="1200"/>
            <a:t>Hukum Tanam-Tuai</a:t>
          </a:r>
        </a:p>
      </dsp:txBody>
      <dsp:txXfrm>
        <a:off x="0" y="1934"/>
        <a:ext cx="3140273" cy="1884163"/>
      </dsp:txXfrm>
    </dsp:sp>
    <dsp:sp modelId="{9578C42F-E877-4C27-9DF9-C7009A521527}">
      <dsp:nvSpPr>
        <dsp:cNvPr id="0" name=""/>
        <dsp:cNvSpPr/>
      </dsp:nvSpPr>
      <dsp:spPr>
        <a:xfrm>
          <a:off x="3454300" y="1934"/>
          <a:ext cx="3140273" cy="18841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3000" kern="1200"/>
            <a:t>Prinsip Konsekuensi: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kern="1200"/>
            <a:t>Hukum Ujung Tongkat</a:t>
          </a:r>
        </a:p>
      </dsp:txBody>
      <dsp:txXfrm>
        <a:off x="3454300" y="1934"/>
        <a:ext cx="3140273" cy="1884163"/>
      </dsp:txXfrm>
    </dsp:sp>
    <dsp:sp modelId="{0625799B-4799-4047-9A20-8C12A0649D6D}">
      <dsp:nvSpPr>
        <dsp:cNvPr id="0" name=""/>
        <dsp:cNvSpPr/>
      </dsp:nvSpPr>
      <dsp:spPr>
        <a:xfrm>
          <a:off x="6908600" y="1934"/>
          <a:ext cx="3140273" cy="18841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3900" kern="1200"/>
            <a:t>Bersikap Proaktif</a:t>
          </a:r>
        </a:p>
      </dsp:txBody>
      <dsp:txXfrm>
        <a:off x="6908600" y="1934"/>
        <a:ext cx="3140273" cy="1884163"/>
      </dsp:txXfrm>
    </dsp:sp>
    <dsp:sp modelId="{4A3C6308-B037-4D96-96BE-AA579C8ECC07}">
      <dsp:nvSpPr>
        <dsp:cNvPr id="0" name=""/>
        <dsp:cNvSpPr/>
      </dsp:nvSpPr>
      <dsp:spPr>
        <a:xfrm>
          <a:off x="1727150" y="2200126"/>
          <a:ext cx="3140273" cy="18841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3900" kern="1200"/>
            <a:t>Lingkar Kendali-Pengaruh</a:t>
          </a:r>
        </a:p>
      </dsp:txBody>
      <dsp:txXfrm>
        <a:off x="1727150" y="2200126"/>
        <a:ext cx="3140273" cy="1884163"/>
      </dsp:txXfrm>
    </dsp:sp>
    <dsp:sp modelId="{FCD6AFD9-FAAF-4F45-A737-FA34D9A53C75}">
      <dsp:nvSpPr>
        <dsp:cNvPr id="0" name=""/>
        <dsp:cNvSpPr/>
      </dsp:nvSpPr>
      <dsp:spPr>
        <a:xfrm>
          <a:off x="5181450" y="2200126"/>
          <a:ext cx="3140273" cy="188416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Kematangan</a:t>
          </a:r>
        </a:p>
      </dsp:txBody>
      <dsp:txXfrm>
        <a:off x="5181450" y="2200126"/>
        <a:ext cx="3140273" cy="18841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30C49-1B11-4882-A834-EA151D17B2D6}">
      <dsp:nvSpPr>
        <dsp:cNvPr id="0" name=""/>
        <dsp:cNvSpPr/>
      </dsp:nvSpPr>
      <dsp:spPr>
        <a:xfrm>
          <a:off x="0" y="320097"/>
          <a:ext cx="3112975" cy="124519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STIMULUS</a:t>
          </a:r>
        </a:p>
      </dsp:txBody>
      <dsp:txXfrm>
        <a:off x="622595" y="320097"/>
        <a:ext cx="1867785" cy="12451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30C49-1B11-4882-A834-EA151D17B2D6}">
      <dsp:nvSpPr>
        <dsp:cNvPr id="0" name=""/>
        <dsp:cNvSpPr/>
      </dsp:nvSpPr>
      <dsp:spPr>
        <a:xfrm>
          <a:off x="0" y="0"/>
          <a:ext cx="3112975" cy="124519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STIMULUS</a:t>
          </a:r>
        </a:p>
      </dsp:txBody>
      <dsp:txXfrm>
        <a:off x="622595" y="0"/>
        <a:ext cx="1867785" cy="12451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30C49-1B11-4882-A834-EA151D17B2D6}">
      <dsp:nvSpPr>
        <dsp:cNvPr id="0" name=""/>
        <dsp:cNvSpPr/>
      </dsp:nvSpPr>
      <dsp:spPr>
        <a:xfrm>
          <a:off x="0" y="0"/>
          <a:ext cx="3112975" cy="124519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RESPONS</a:t>
          </a:r>
        </a:p>
      </dsp:txBody>
      <dsp:txXfrm>
        <a:off x="622595" y="0"/>
        <a:ext cx="1867785" cy="12451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30C49-1B11-4882-A834-EA151D17B2D6}">
      <dsp:nvSpPr>
        <dsp:cNvPr id="0" name=""/>
        <dsp:cNvSpPr/>
      </dsp:nvSpPr>
      <dsp:spPr>
        <a:xfrm>
          <a:off x="0" y="320097"/>
          <a:ext cx="3112975" cy="124519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REAKSI</a:t>
          </a:r>
        </a:p>
      </dsp:txBody>
      <dsp:txXfrm>
        <a:off x="622595" y="320097"/>
        <a:ext cx="1867785" cy="12451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EF1F2A-8C2F-47AD-AED3-ACB221DFD3F1}">
      <dsp:nvSpPr>
        <dsp:cNvPr id="0" name=""/>
        <dsp:cNvSpPr/>
      </dsp:nvSpPr>
      <dsp:spPr>
        <a:xfrm>
          <a:off x="0" y="50754"/>
          <a:ext cx="3457576" cy="1351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suara menghakimi</a:t>
          </a:r>
        </a:p>
      </dsp:txBody>
      <dsp:txXfrm>
        <a:off x="65967" y="116721"/>
        <a:ext cx="3325642" cy="1219415"/>
      </dsp:txXfrm>
    </dsp:sp>
    <dsp:sp modelId="{B5B432A5-5122-4CE3-8565-3F4B05F5D9B3}">
      <dsp:nvSpPr>
        <dsp:cNvPr id="0" name=""/>
        <dsp:cNvSpPr/>
      </dsp:nvSpPr>
      <dsp:spPr>
        <a:xfrm>
          <a:off x="0" y="1502904"/>
          <a:ext cx="3457576" cy="13513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suara sinis</a:t>
          </a:r>
        </a:p>
      </dsp:txBody>
      <dsp:txXfrm>
        <a:off x="65967" y="1568871"/>
        <a:ext cx="3325642" cy="1219415"/>
      </dsp:txXfrm>
    </dsp:sp>
    <dsp:sp modelId="{86F3A30D-C06A-4DFB-9AAD-80BF6F458C2B}">
      <dsp:nvSpPr>
        <dsp:cNvPr id="0" name=""/>
        <dsp:cNvSpPr/>
      </dsp:nvSpPr>
      <dsp:spPr>
        <a:xfrm>
          <a:off x="0" y="2955054"/>
          <a:ext cx="3457576" cy="13513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suara ketakutan</a:t>
          </a:r>
        </a:p>
      </dsp:txBody>
      <dsp:txXfrm>
        <a:off x="65967" y="3021021"/>
        <a:ext cx="3325642" cy="12194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EF1F2A-8C2F-47AD-AED3-ACB221DFD3F1}">
      <dsp:nvSpPr>
        <dsp:cNvPr id="0" name=""/>
        <dsp:cNvSpPr/>
      </dsp:nvSpPr>
      <dsp:spPr>
        <a:xfrm>
          <a:off x="0" y="725258"/>
          <a:ext cx="4429128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buka pikiran</a:t>
          </a:r>
        </a:p>
      </dsp:txBody>
      <dsp:txXfrm>
        <a:off x="58257" y="783515"/>
        <a:ext cx="4312614" cy="1076886"/>
      </dsp:txXfrm>
    </dsp:sp>
    <dsp:sp modelId="{B5B432A5-5122-4CE3-8565-3F4B05F5D9B3}">
      <dsp:nvSpPr>
        <dsp:cNvPr id="0" name=""/>
        <dsp:cNvSpPr/>
      </dsp:nvSpPr>
      <dsp:spPr>
        <a:xfrm>
          <a:off x="0" y="2065538"/>
          <a:ext cx="4429128" cy="1193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buka hati</a:t>
          </a:r>
        </a:p>
      </dsp:txBody>
      <dsp:txXfrm>
        <a:off x="58257" y="2123795"/>
        <a:ext cx="4312614" cy="1076886"/>
      </dsp:txXfrm>
    </dsp:sp>
    <dsp:sp modelId="{86F3A30D-C06A-4DFB-9AAD-80BF6F458C2B}">
      <dsp:nvSpPr>
        <dsp:cNvPr id="0" name=""/>
        <dsp:cNvSpPr/>
      </dsp:nvSpPr>
      <dsp:spPr>
        <a:xfrm>
          <a:off x="0" y="3405818"/>
          <a:ext cx="4429128" cy="1193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buka tekad</a:t>
          </a:r>
        </a:p>
      </dsp:txBody>
      <dsp:txXfrm>
        <a:off x="58257" y="3464075"/>
        <a:ext cx="4312614" cy="10768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2D277-9915-438E-BCB1-8A9038D6F012}">
      <dsp:nvSpPr>
        <dsp:cNvPr id="0" name=""/>
        <dsp:cNvSpPr/>
      </dsp:nvSpPr>
      <dsp:spPr>
        <a:xfrm>
          <a:off x="0" y="5032935"/>
          <a:ext cx="6532438" cy="11010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Dialog Solutif</a:t>
          </a:r>
        </a:p>
      </dsp:txBody>
      <dsp:txXfrm>
        <a:off x="0" y="5032935"/>
        <a:ext cx="6532438" cy="594584"/>
      </dsp:txXfrm>
    </dsp:sp>
    <dsp:sp modelId="{1B957EAB-2155-4DBE-B86A-2AE6FDE5F546}">
      <dsp:nvSpPr>
        <dsp:cNvPr id="0" name=""/>
        <dsp:cNvSpPr/>
      </dsp:nvSpPr>
      <dsp:spPr>
        <a:xfrm>
          <a:off x="2170" y="5605498"/>
          <a:ext cx="1990352" cy="50649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bekerjasama</a:t>
          </a:r>
        </a:p>
      </dsp:txBody>
      <dsp:txXfrm>
        <a:off x="2170" y="5605498"/>
        <a:ext cx="1990352" cy="506498"/>
      </dsp:txXfrm>
    </dsp:sp>
    <dsp:sp modelId="{9C9ECF77-D375-40CD-AA95-69CF2F2F2B6D}">
      <dsp:nvSpPr>
        <dsp:cNvPr id="0" name=""/>
        <dsp:cNvSpPr/>
      </dsp:nvSpPr>
      <dsp:spPr>
        <a:xfrm>
          <a:off x="1992523" y="5605498"/>
          <a:ext cx="2547392" cy="506498"/>
        </a:xfrm>
        <a:prstGeom prst="rect">
          <a:avLst/>
        </a:prstGeom>
        <a:solidFill>
          <a:schemeClr val="accent2">
            <a:tint val="40000"/>
            <a:alpha val="90000"/>
            <a:hueOff val="197456"/>
            <a:satOff val="-517"/>
            <a:lumOff val="1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"/>
              <a:satOff val="-517"/>
              <a:lumOff val="1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tantangan: rasa takut</a:t>
          </a:r>
        </a:p>
      </dsp:txBody>
      <dsp:txXfrm>
        <a:off x="1992523" y="5605498"/>
        <a:ext cx="2547392" cy="506498"/>
      </dsp:txXfrm>
    </dsp:sp>
    <dsp:sp modelId="{126DF5C6-A8ED-4ABA-A337-7C37F8BE7C59}">
      <dsp:nvSpPr>
        <dsp:cNvPr id="0" name=""/>
        <dsp:cNvSpPr/>
      </dsp:nvSpPr>
      <dsp:spPr>
        <a:xfrm>
          <a:off x="4539915" y="5605498"/>
          <a:ext cx="1990352" cy="506498"/>
        </a:xfrm>
        <a:prstGeom prst="rect">
          <a:avLst/>
        </a:prstGeom>
        <a:solidFill>
          <a:schemeClr val="accent2">
            <a:tint val="40000"/>
            <a:alpha val="90000"/>
            <a:hueOff val="394913"/>
            <a:satOff val="-1035"/>
            <a:lumOff val="37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94913"/>
              <a:satOff val="-1035"/>
              <a:lumOff val="3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perlu </a:t>
          </a:r>
          <a:r>
            <a:rPr lang="en-US" sz="1800" i="1" kern="1200"/>
            <a:t>open will (buka tekad)</a:t>
          </a:r>
        </a:p>
      </dsp:txBody>
      <dsp:txXfrm>
        <a:off x="4539915" y="5605498"/>
        <a:ext cx="1990352" cy="506498"/>
      </dsp:txXfrm>
    </dsp:sp>
    <dsp:sp modelId="{6DFA04B0-2F0E-4197-B34D-F0EB45479269}">
      <dsp:nvSpPr>
        <dsp:cNvPr id="0" name=""/>
        <dsp:cNvSpPr/>
      </dsp:nvSpPr>
      <dsp:spPr>
        <a:xfrm rot="10800000">
          <a:off x="0" y="3355985"/>
          <a:ext cx="6532438" cy="1693466"/>
        </a:xfrm>
        <a:prstGeom prst="upArrowCallout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Dialog Reflektif</a:t>
          </a:r>
        </a:p>
      </dsp:txBody>
      <dsp:txXfrm rot="-10800000">
        <a:off x="0" y="3355985"/>
        <a:ext cx="6532438" cy="594406"/>
      </dsp:txXfrm>
    </dsp:sp>
    <dsp:sp modelId="{9C6427D9-40CE-4FE5-B2FF-17D42EA585CA}">
      <dsp:nvSpPr>
        <dsp:cNvPr id="0" name=""/>
        <dsp:cNvSpPr/>
      </dsp:nvSpPr>
      <dsp:spPr>
        <a:xfrm>
          <a:off x="3189" y="3950392"/>
          <a:ext cx="2175353" cy="506346"/>
        </a:xfrm>
        <a:prstGeom prst="rect">
          <a:avLst/>
        </a:prstGeom>
        <a:solidFill>
          <a:schemeClr val="accent2">
            <a:tint val="40000"/>
            <a:alpha val="90000"/>
            <a:hueOff val="592369"/>
            <a:satOff val="-1552"/>
            <a:lumOff val="5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92369"/>
              <a:satOff val="-1552"/>
              <a:lumOff val="5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empati, saling memahami</a:t>
          </a:r>
        </a:p>
      </dsp:txBody>
      <dsp:txXfrm>
        <a:off x="3189" y="3950392"/>
        <a:ext cx="2175353" cy="506346"/>
      </dsp:txXfrm>
    </dsp:sp>
    <dsp:sp modelId="{36D3418F-266C-4C5A-8D14-40A8E902CA5E}">
      <dsp:nvSpPr>
        <dsp:cNvPr id="0" name=""/>
        <dsp:cNvSpPr/>
      </dsp:nvSpPr>
      <dsp:spPr>
        <a:xfrm>
          <a:off x="2178542" y="3950392"/>
          <a:ext cx="2175353" cy="506346"/>
        </a:xfrm>
        <a:prstGeom prst="rect">
          <a:avLst/>
        </a:prstGeom>
        <a:solidFill>
          <a:schemeClr val="accent2">
            <a:tint val="40000"/>
            <a:alpha val="90000"/>
            <a:hueOff val="789826"/>
            <a:satOff val="-2069"/>
            <a:lumOff val="74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89826"/>
              <a:satOff val="-2069"/>
              <a:lumOff val="7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tantangan: sikap sinis</a:t>
          </a:r>
        </a:p>
      </dsp:txBody>
      <dsp:txXfrm>
        <a:off x="2178542" y="3950392"/>
        <a:ext cx="2175353" cy="506346"/>
      </dsp:txXfrm>
    </dsp:sp>
    <dsp:sp modelId="{88E6A7E9-A6D0-4A6C-89BB-09A5955AA4F1}">
      <dsp:nvSpPr>
        <dsp:cNvPr id="0" name=""/>
        <dsp:cNvSpPr/>
      </dsp:nvSpPr>
      <dsp:spPr>
        <a:xfrm>
          <a:off x="4353896" y="3950392"/>
          <a:ext cx="2175353" cy="506346"/>
        </a:xfrm>
        <a:prstGeom prst="rect">
          <a:avLst/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perlu </a:t>
          </a:r>
          <a:r>
            <a:rPr lang="en-US" sz="1800" i="1" kern="1200"/>
            <a:t>open heart (membuka hati)</a:t>
          </a:r>
        </a:p>
      </dsp:txBody>
      <dsp:txXfrm>
        <a:off x="4353896" y="3950392"/>
        <a:ext cx="2175353" cy="506346"/>
      </dsp:txXfrm>
    </dsp:sp>
    <dsp:sp modelId="{662AC4DD-7B2C-4B2C-AD2C-2E9E36BE9E04}">
      <dsp:nvSpPr>
        <dsp:cNvPr id="0" name=""/>
        <dsp:cNvSpPr/>
      </dsp:nvSpPr>
      <dsp:spPr>
        <a:xfrm rot="10800000">
          <a:off x="0" y="1679035"/>
          <a:ext cx="6532438" cy="1693466"/>
        </a:xfrm>
        <a:prstGeom prst="upArrowCallout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Berdebat</a:t>
          </a:r>
        </a:p>
      </dsp:txBody>
      <dsp:txXfrm rot="-10800000">
        <a:off x="0" y="1679035"/>
        <a:ext cx="6532438" cy="594406"/>
      </dsp:txXfrm>
    </dsp:sp>
    <dsp:sp modelId="{B56D6843-45BC-4D0D-B39A-907D2A8530F5}">
      <dsp:nvSpPr>
        <dsp:cNvPr id="0" name=""/>
        <dsp:cNvSpPr/>
      </dsp:nvSpPr>
      <dsp:spPr>
        <a:xfrm>
          <a:off x="3189" y="2273442"/>
          <a:ext cx="2175353" cy="506346"/>
        </a:xfrm>
        <a:prstGeom prst="rect">
          <a:avLst/>
        </a:prstGeom>
        <a:solidFill>
          <a:schemeClr val="accent2">
            <a:tint val="40000"/>
            <a:alpha val="90000"/>
            <a:hueOff val="1184739"/>
            <a:satOff val="-3104"/>
            <a:lumOff val="111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184739"/>
              <a:satOff val="-3104"/>
              <a:lumOff val="11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pendapat pribadi</a:t>
          </a:r>
        </a:p>
      </dsp:txBody>
      <dsp:txXfrm>
        <a:off x="3189" y="2273442"/>
        <a:ext cx="2175353" cy="506346"/>
      </dsp:txXfrm>
    </dsp:sp>
    <dsp:sp modelId="{3958C0A0-B21C-4635-BD7F-E5B5F1A562D5}">
      <dsp:nvSpPr>
        <dsp:cNvPr id="0" name=""/>
        <dsp:cNvSpPr/>
      </dsp:nvSpPr>
      <dsp:spPr>
        <a:xfrm>
          <a:off x="2178542" y="2273442"/>
          <a:ext cx="2175353" cy="506346"/>
        </a:xfrm>
        <a:prstGeom prst="rect">
          <a:avLst/>
        </a:prstGeom>
        <a:solidFill>
          <a:schemeClr val="accent2">
            <a:tint val="40000"/>
            <a:alpha val="90000"/>
            <a:hueOff val="1382195"/>
            <a:satOff val="-3621"/>
            <a:lumOff val="129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382195"/>
              <a:satOff val="-3621"/>
              <a:lumOff val="1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/>
            <a:t>tantangan: menghakimi orang lain</a:t>
          </a:r>
        </a:p>
      </dsp:txBody>
      <dsp:txXfrm>
        <a:off x="2178542" y="2273442"/>
        <a:ext cx="2175353" cy="506346"/>
      </dsp:txXfrm>
    </dsp:sp>
    <dsp:sp modelId="{133BF250-96A4-4627-9A13-B75859345912}">
      <dsp:nvSpPr>
        <dsp:cNvPr id="0" name=""/>
        <dsp:cNvSpPr/>
      </dsp:nvSpPr>
      <dsp:spPr>
        <a:xfrm>
          <a:off x="4353896" y="2273442"/>
          <a:ext cx="2175353" cy="506346"/>
        </a:xfrm>
        <a:prstGeom prst="rect">
          <a:avLst/>
        </a:prstGeom>
        <a:solidFill>
          <a:schemeClr val="accent2">
            <a:tint val="40000"/>
            <a:alpha val="90000"/>
            <a:hueOff val="1579651"/>
            <a:satOff val="-4138"/>
            <a:lumOff val="14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579651"/>
              <a:satOff val="-4138"/>
              <a:lumOff val="14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perlu </a:t>
          </a:r>
          <a:r>
            <a:rPr lang="en-US" sz="1400" i="1" kern="1200"/>
            <a:t>open mind (membuka pikiran)</a:t>
          </a:r>
        </a:p>
      </dsp:txBody>
      <dsp:txXfrm>
        <a:off x="4353896" y="2273442"/>
        <a:ext cx="2175353" cy="506346"/>
      </dsp:txXfrm>
    </dsp:sp>
    <dsp:sp modelId="{134689C9-02F4-41C3-9EB0-B8134ABD381B}">
      <dsp:nvSpPr>
        <dsp:cNvPr id="0" name=""/>
        <dsp:cNvSpPr/>
      </dsp:nvSpPr>
      <dsp:spPr>
        <a:xfrm rot="10800000">
          <a:off x="0" y="0"/>
          <a:ext cx="6532438" cy="1693466"/>
        </a:xfrm>
        <a:prstGeom prst="upArrowCallou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Basa-basi</a:t>
          </a:r>
        </a:p>
      </dsp:txBody>
      <dsp:txXfrm rot="-10800000">
        <a:off x="0" y="0"/>
        <a:ext cx="6532438" cy="594406"/>
      </dsp:txXfrm>
    </dsp:sp>
    <dsp:sp modelId="{0BA0576C-3FE8-409D-A423-579498AC9B27}">
      <dsp:nvSpPr>
        <dsp:cNvPr id="0" name=""/>
        <dsp:cNvSpPr/>
      </dsp:nvSpPr>
      <dsp:spPr>
        <a:xfrm>
          <a:off x="0" y="596492"/>
          <a:ext cx="3266219" cy="506346"/>
        </a:xfrm>
        <a:prstGeom prst="rect">
          <a:avLst/>
        </a:prstGeom>
        <a:solidFill>
          <a:schemeClr val="accent2">
            <a:tint val="40000"/>
            <a:alpha val="90000"/>
            <a:hueOff val="1777108"/>
            <a:satOff val="-4656"/>
            <a:lumOff val="166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777108"/>
              <a:satOff val="-4656"/>
              <a:lumOff val="16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downloading, penjajagan</a:t>
          </a:r>
        </a:p>
      </dsp:txBody>
      <dsp:txXfrm>
        <a:off x="0" y="596492"/>
        <a:ext cx="3266219" cy="506346"/>
      </dsp:txXfrm>
    </dsp:sp>
    <dsp:sp modelId="{574F1DEE-B5AA-45B0-A80E-222468258D2B}">
      <dsp:nvSpPr>
        <dsp:cNvPr id="0" name=""/>
        <dsp:cNvSpPr/>
      </dsp:nvSpPr>
      <dsp:spPr>
        <a:xfrm>
          <a:off x="3266219" y="596492"/>
          <a:ext cx="3266219" cy="506346"/>
        </a:xfrm>
        <a:prstGeom prst="rect">
          <a:avLst/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mengukur orang lain</a:t>
          </a:r>
        </a:p>
      </dsp:txBody>
      <dsp:txXfrm>
        <a:off x="3266219" y="596492"/>
        <a:ext cx="3266219" cy="506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#3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#4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AFB8F-3841-C840-8EE6-127F67B1FE96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B96C2-41DB-0047-8229-86ED97F48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3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B96C2-41DB-0047-8229-86ED97F485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81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anose="02060903040505020403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anose="02060903040505020403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anose="02060903040505020403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anose="02060903040505020403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58060B1-0F57-F449-A4C2-C1DBFFEC483A}" type="datetimeFigureOut">
              <a:rPr lang="en-US" smtClean="0"/>
              <a:t>10/17/21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anose="02060903040505020403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3050B8B-6A3E-6345-84BE-F96065D9FF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3" Type="http://schemas.openxmlformats.org/officeDocument/2006/relationships/diagramLayout" Target="../diagrams/layout2.xml"/><Relationship Id="rId21" Type="http://schemas.microsoft.com/office/2007/relationships/diagramDrawing" Target="../diagrams/drawing5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20" Type="http://schemas.openxmlformats.org/officeDocument/2006/relationships/diagramColors" Target="../diagrams/colors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8846" y="2218765"/>
            <a:ext cx="9408459" cy="1613648"/>
          </a:xfrm>
        </p:spPr>
        <p:txBody>
          <a:bodyPr/>
          <a:lstStyle/>
          <a:p>
            <a:r>
              <a:rPr lang="en-US" dirty="0"/>
              <a:t>BIMBINGAN REMAJA USIA SEKOLAH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65728" y="4604273"/>
            <a:ext cx="7495391" cy="1069848"/>
          </a:xfrm>
        </p:spPr>
        <p:txBody>
          <a:bodyPr>
            <a:normAutofit/>
          </a:bodyPr>
          <a:lstStyle/>
          <a:p>
            <a:r>
              <a:rPr lang="en-US" sz="4000" dirty="0" err="1"/>
              <a:t>Sesi</a:t>
            </a:r>
            <a:r>
              <a:rPr lang="en-US" sz="4000" dirty="0"/>
              <a:t> 2: </a:t>
            </a:r>
            <a:r>
              <a:rPr lang="en-US" sz="4000" dirty="0" err="1"/>
              <a:t>Terampil</a:t>
            </a:r>
            <a:r>
              <a:rPr lang="en-US" sz="4000" dirty="0"/>
              <a:t> </a:t>
            </a:r>
            <a:r>
              <a:rPr lang="en-US" sz="4000" dirty="0" err="1"/>
              <a:t>Mengelola</a:t>
            </a:r>
            <a:r>
              <a:rPr lang="en-US" sz="4000" dirty="0"/>
              <a:t> </a:t>
            </a:r>
            <a:r>
              <a:rPr lang="en-US" sz="4000" dirty="0" err="1"/>
              <a:t>Diri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36592"/>
          </a:xfrm>
        </p:spPr>
        <p:txBody>
          <a:bodyPr/>
          <a:lstStyle/>
          <a:p>
            <a:r>
              <a:rPr lang="en-US" dirty="0"/>
              <a:t>TUJUAN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425" y="1411941"/>
            <a:ext cx="10058400" cy="4356847"/>
          </a:xfrm>
        </p:spPr>
        <p:txBody>
          <a:bodyPr/>
          <a:lstStyle/>
          <a:p>
            <a:pPr marL="0" lvl="0" indent="0">
              <a:buNone/>
            </a:pPr>
            <a:endParaRPr lang="en-US" sz="2400" dirty="0"/>
          </a:p>
          <a:p>
            <a:pPr lvl="0"/>
            <a:r>
              <a:rPr lang="en-US" sz="2800" dirty="0" err="1"/>
              <a:t>Memahami</a:t>
            </a:r>
            <a:r>
              <a:rPr lang="en-US" sz="2800" dirty="0"/>
              <a:t> </a:t>
            </a: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diri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dinamika</a:t>
            </a:r>
            <a:r>
              <a:rPr lang="en-US" sz="2800" dirty="0"/>
              <a:t> </a:t>
            </a:r>
            <a:r>
              <a:rPr lang="en-US" sz="2800" dirty="0" err="1"/>
              <a:t>remaja</a:t>
            </a:r>
            <a:endParaRPr lang="en-US" sz="2800" dirty="0"/>
          </a:p>
          <a:p>
            <a:pPr lvl="0"/>
            <a:r>
              <a:rPr lang="en-US" sz="2800" dirty="0" err="1"/>
              <a:t>Memiliki</a:t>
            </a:r>
            <a:r>
              <a:rPr lang="en-US" sz="2800" dirty="0"/>
              <a:t> life skill: </a:t>
            </a:r>
          </a:p>
          <a:p>
            <a:pPr lvl="1"/>
            <a:r>
              <a:rPr lang="en-US" sz="2800" dirty="0" err="1"/>
              <a:t>pengelolaan</a:t>
            </a:r>
            <a:r>
              <a:rPr lang="en-US" sz="2800" dirty="0"/>
              <a:t> </a:t>
            </a:r>
            <a:r>
              <a:rPr lang="en-US" sz="2800" dirty="0" err="1"/>
              <a:t>emosi</a:t>
            </a:r>
            <a:r>
              <a:rPr lang="en-US" sz="2800" dirty="0"/>
              <a:t>, </a:t>
            </a:r>
          </a:p>
          <a:p>
            <a:pPr lvl="1"/>
            <a:r>
              <a:rPr lang="en-US" sz="2800" dirty="0"/>
              <a:t>self protection,</a:t>
            </a:r>
          </a:p>
          <a:p>
            <a:pPr lvl="1"/>
            <a:r>
              <a:rPr lang="en-US" sz="2800" dirty="0" err="1"/>
              <a:t>pengambilan</a:t>
            </a:r>
            <a:r>
              <a:rPr lang="en-US" sz="2800" dirty="0"/>
              <a:t> </a:t>
            </a:r>
            <a:r>
              <a:rPr lang="en-US" sz="2800" dirty="0" err="1"/>
              <a:t>keputusan</a:t>
            </a:r>
            <a:r>
              <a:rPr lang="en-US" sz="2800" dirty="0"/>
              <a:t>,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</a:p>
          <a:p>
            <a:pPr lvl="1"/>
            <a:r>
              <a:rPr lang="en-US" sz="2800" dirty="0" err="1"/>
              <a:t>ketrampilan</a:t>
            </a:r>
            <a:r>
              <a:rPr lang="en-US" sz="2800" dirty="0"/>
              <a:t> </a:t>
            </a:r>
            <a:r>
              <a:rPr lang="en-US" sz="2800" dirty="0" err="1"/>
              <a:t>membangun</a:t>
            </a:r>
            <a:r>
              <a:rPr lang="en-US" sz="2800" dirty="0"/>
              <a:t> </a:t>
            </a:r>
            <a:r>
              <a:rPr lang="en-US" sz="2800" dirty="0" err="1"/>
              <a:t>relasi</a:t>
            </a:r>
            <a:r>
              <a:rPr lang="en-US" sz="2800" dirty="0"/>
              <a:t> social</a:t>
            </a:r>
          </a:p>
          <a:p>
            <a:r>
              <a:rPr lang="en-US" sz="2800" dirty="0" err="1"/>
              <a:t>Ketrampilan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endParaRPr lang="en-US" sz="2800" dirty="0"/>
          </a:p>
          <a:p>
            <a:pPr marL="0" lv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519518"/>
            <a:ext cx="10058400" cy="46526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sz="2800" dirty="0" err="1"/>
              <a:t>Mengelola</a:t>
            </a:r>
            <a:r>
              <a:rPr lang="en-US" sz="2800" dirty="0"/>
              <a:t> </a:t>
            </a:r>
            <a:r>
              <a:rPr lang="en-US" sz="2800" dirty="0" err="1"/>
              <a:t>emosi</a:t>
            </a:r>
            <a:r>
              <a:rPr lang="en-US" sz="2800" dirty="0"/>
              <a:t> </a:t>
            </a:r>
          </a:p>
          <a:p>
            <a:pPr lvl="0"/>
            <a:r>
              <a:rPr lang="en-US" sz="2800" dirty="0" err="1"/>
              <a:t>Berkomunikasi</a:t>
            </a:r>
            <a:r>
              <a:rPr lang="en-US" sz="2800" dirty="0"/>
              <a:t> yang </a:t>
            </a:r>
            <a:r>
              <a:rPr lang="en-US" sz="2800" dirty="0" err="1"/>
              <a:t>sehat</a:t>
            </a:r>
            <a:r>
              <a:rPr lang="en-US" sz="2800" dirty="0"/>
              <a:t> </a:t>
            </a:r>
          </a:p>
          <a:p>
            <a:pPr lvl="0"/>
            <a:r>
              <a:rPr lang="en-US" sz="2800" dirty="0" err="1"/>
              <a:t>Mengambil</a:t>
            </a:r>
            <a:r>
              <a:rPr lang="en-US" sz="2800" dirty="0"/>
              <a:t> </a:t>
            </a:r>
            <a:r>
              <a:rPr lang="en-US" sz="2800" dirty="0" err="1"/>
              <a:t>keputusan</a:t>
            </a:r>
            <a:r>
              <a:rPr lang="en-US" sz="2800" dirty="0"/>
              <a:t> 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B41D0F-A6D4-4F46-B7FF-30D9E8A8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36592"/>
          </a:xfrm>
        </p:spPr>
        <p:txBody>
          <a:bodyPr/>
          <a:lstStyle/>
          <a:p>
            <a:r>
              <a:rPr lang="en-US" dirty="0" err="1"/>
              <a:t>materi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CC5076-7604-564E-8668-C7F929ED8FB8}"/>
              </a:ext>
            </a:extLst>
          </p:cNvPr>
          <p:cNvGrpSpPr/>
          <p:nvPr/>
        </p:nvGrpSpPr>
        <p:grpSpPr>
          <a:xfrm>
            <a:off x="256309" y="268418"/>
            <a:ext cx="11623964" cy="1061618"/>
            <a:chOff x="0" y="40022"/>
            <a:chExt cx="11623964" cy="1555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4703B9-5C0B-4042-A30B-040EF8841CCC}"/>
                </a:ext>
              </a:extLst>
            </p:cNvPr>
            <p:cNvSpPr/>
            <p:nvPr/>
          </p:nvSpPr>
          <p:spPr>
            <a:xfrm>
              <a:off x="0" y="40022"/>
              <a:ext cx="11623964" cy="1555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010904-706F-0045-8114-1CCA229251B1}"/>
                </a:ext>
              </a:extLst>
            </p:cNvPr>
            <p:cNvSpPr txBox="1"/>
            <p:nvPr/>
          </p:nvSpPr>
          <p:spPr>
            <a:xfrm>
              <a:off x="0" y="40022"/>
              <a:ext cx="11623964" cy="1555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4048" tIns="219456" rIns="384048" bIns="219456" numCol="1" spcCol="1270" anchor="ctr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5400" kern="1200" dirty="0" err="1"/>
                <a:t>Waktu</a:t>
              </a:r>
              <a:r>
                <a:rPr lang="en-US" sz="5400" kern="1200" dirty="0"/>
                <a:t> </a:t>
              </a:r>
              <a:r>
                <a:rPr lang="en-US" sz="5400" dirty="0"/>
                <a:t>– </a:t>
              </a:r>
              <a:r>
                <a:rPr lang="en-US" sz="5400" kern="1200" dirty="0" err="1"/>
                <a:t>Metode</a:t>
              </a:r>
              <a:r>
                <a:rPr lang="en-US" sz="5400" kern="1200" dirty="0"/>
                <a:t> - Media 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9C65FC5-2F25-0B4F-A55D-D7F392DF17E9}"/>
              </a:ext>
            </a:extLst>
          </p:cNvPr>
          <p:cNvSpPr txBox="1"/>
          <p:nvPr/>
        </p:nvSpPr>
        <p:spPr>
          <a:xfrm>
            <a:off x="256309" y="1330035"/>
            <a:ext cx="5512479" cy="52508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88036" tIns="288036" rIns="384048" bIns="432054" numCol="1" spcCol="1270" anchor="t" anchorCtr="0">
            <a:noAutofit/>
          </a:bodyPr>
          <a:lstStyle/>
          <a:p>
            <a:pPr marL="0" lvl="1" algn="l" defTabSz="2400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800" b="1" dirty="0"/>
              <a:t>WAKTU : </a:t>
            </a:r>
          </a:p>
          <a:p>
            <a:pPr marL="0" lvl="1" algn="l" defTabSz="2400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000" dirty="0"/>
              <a:t>180 </a:t>
            </a:r>
            <a:r>
              <a:rPr lang="en-US" sz="2000" dirty="0" err="1"/>
              <a:t>Menit</a:t>
            </a:r>
            <a:endParaRPr lang="en-US" sz="2000" dirty="0"/>
          </a:p>
          <a:p>
            <a:pPr marL="0" lvl="1" defTabSz="2400300">
              <a:spcBef>
                <a:spcPct val="0"/>
              </a:spcBef>
              <a:spcAft>
                <a:spcPct val="15000"/>
              </a:spcAft>
            </a:pPr>
            <a:endParaRPr lang="en-US" sz="2000" b="1" dirty="0"/>
          </a:p>
          <a:p>
            <a:pPr marL="0" lvl="1" defTabSz="2400300">
              <a:spcBef>
                <a:spcPct val="0"/>
              </a:spcBef>
              <a:spcAft>
                <a:spcPct val="15000"/>
              </a:spcAft>
            </a:pPr>
            <a:r>
              <a:rPr lang="en-US" sz="2800" b="1" dirty="0"/>
              <a:t>METODE</a:t>
            </a:r>
          </a:p>
          <a:p>
            <a:pPr lvl="1" indent="-548640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Presentasi</a:t>
            </a:r>
            <a:endParaRPr lang="en-US" sz="2000" b="1" dirty="0"/>
          </a:p>
          <a:p>
            <a:pPr lvl="1" indent="-548640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Diskusi</a:t>
            </a:r>
            <a:r>
              <a:rPr lang="en-US" sz="2000" b="1" dirty="0"/>
              <a:t> </a:t>
            </a:r>
            <a:r>
              <a:rPr lang="en-US" sz="2000" b="1" dirty="0" err="1"/>
              <a:t>kelompok</a:t>
            </a:r>
            <a:endParaRPr lang="en-US" sz="2000" b="1" dirty="0"/>
          </a:p>
          <a:p>
            <a:pPr lvl="1" indent="-548640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Simulasi</a:t>
            </a:r>
            <a:r>
              <a:rPr lang="en-US" sz="2000" b="1" dirty="0"/>
              <a:t> personal</a:t>
            </a:r>
          </a:p>
          <a:p>
            <a:pPr lvl="1" indent="-548640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Bedah</a:t>
            </a:r>
            <a:r>
              <a:rPr lang="en-US" sz="2000" b="1" dirty="0"/>
              <a:t> </a:t>
            </a:r>
            <a:r>
              <a:rPr lang="en-US" sz="2000" b="1" dirty="0" err="1"/>
              <a:t>kasus</a:t>
            </a:r>
            <a:endParaRPr lang="en-US" sz="2000" b="1" dirty="0"/>
          </a:p>
          <a:p>
            <a:pPr lvl="1" indent="-548640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Praktek</a:t>
            </a:r>
            <a:r>
              <a:rPr lang="en-US" sz="2000" b="1" dirty="0"/>
              <a:t> </a:t>
            </a:r>
            <a:r>
              <a:rPr lang="en-US" sz="2000" b="1" dirty="0" err="1"/>
              <a:t>komunikasi</a:t>
            </a:r>
            <a:r>
              <a:rPr lang="en-US" sz="2000" b="1" dirty="0"/>
              <a:t> </a:t>
            </a:r>
            <a:r>
              <a:rPr lang="en-US" sz="2000" b="1" dirty="0" err="1"/>
              <a:t>bertingkat</a:t>
            </a:r>
            <a:endParaRPr lang="en-US" sz="2000" b="1" dirty="0"/>
          </a:p>
          <a:p>
            <a:pPr lvl="1" indent="-548640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Ceramah</a:t>
            </a:r>
            <a:r>
              <a:rPr lang="en-US" sz="2000" b="1" dirty="0"/>
              <a:t> </a:t>
            </a:r>
            <a:r>
              <a:rPr lang="en-US" sz="2000" b="1" dirty="0" err="1"/>
              <a:t>dan</a:t>
            </a:r>
            <a:r>
              <a:rPr lang="en-US" sz="2000" b="1" dirty="0"/>
              <a:t> </a:t>
            </a:r>
            <a:r>
              <a:rPr lang="en-US" sz="2000" b="1" dirty="0" err="1"/>
              <a:t>tanya</a:t>
            </a:r>
            <a:r>
              <a:rPr lang="en-US" sz="2000" b="1" dirty="0"/>
              <a:t> </a:t>
            </a:r>
            <a:r>
              <a:rPr lang="en-US" sz="2000" b="1" dirty="0" err="1"/>
              <a:t>jawab</a:t>
            </a:r>
            <a:endParaRPr lang="en-US" sz="2000" b="1" dirty="0"/>
          </a:p>
          <a:p>
            <a:pPr lvl="1" indent="-548640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endParaRPr lang="en-US" sz="2000" b="1" dirty="0"/>
          </a:p>
          <a:p>
            <a:pPr marL="0" lvl="1" algn="l" defTabSz="2400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1700" kern="1200" dirty="0"/>
          </a:p>
          <a:p>
            <a:pPr marL="0" lvl="1" algn="l" defTabSz="2400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1700" dirty="0"/>
          </a:p>
          <a:p>
            <a:pPr marL="0" lvl="1" algn="l" defTabSz="2400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1700" kern="1200" dirty="0"/>
          </a:p>
          <a:p>
            <a:pPr marL="0" lvl="1" algn="l" defTabSz="2400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2800" b="1" kern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0C112-C62E-CA44-B570-02D5610B1CFC}"/>
              </a:ext>
            </a:extLst>
          </p:cNvPr>
          <p:cNvSpPr txBox="1"/>
          <p:nvPr/>
        </p:nvSpPr>
        <p:spPr>
          <a:xfrm>
            <a:off x="6024282" y="1330035"/>
            <a:ext cx="5855992" cy="5250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88036" tIns="288036" rIns="384048" bIns="432054" numCol="1" spcCol="1270" anchor="t" anchorCtr="0">
            <a:noAutofit/>
          </a:bodyPr>
          <a:lstStyle/>
          <a:p>
            <a:pPr marL="0" lvl="1" algn="l" defTabSz="2400300">
              <a:spcBef>
                <a:spcPct val="0"/>
              </a:spcBef>
              <a:spcAft>
                <a:spcPct val="15000"/>
              </a:spcAft>
            </a:pPr>
            <a:r>
              <a:rPr lang="en-US" sz="2400" b="1" dirty="0"/>
              <a:t>MEDIA</a:t>
            </a:r>
            <a:endParaRPr lang="en-US" sz="2400" b="1" kern="1200" dirty="0"/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kern="1200" dirty="0"/>
              <a:t>Modul 2: </a:t>
            </a:r>
            <a:r>
              <a:rPr lang="en-US" sz="2000" b="1" kern="1200" dirty="0" err="1"/>
              <a:t>Terampil</a:t>
            </a:r>
            <a:r>
              <a:rPr lang="en-US" sz="2000" b="1" kern="1200" dirty="0"/>
              <a:t> </a:t>
            </a:r>
            <a:r>
              <a:rPr lang="en-US" sz="2000" b="1" kern="1200" dirty="0" err="1"/>
              <a:t>Mengelola</a:t>
            </a:r>
            <a:r>
              <a:rPr lang="en-US" sz="2000" b="1" kern="1200" dirty="0"/>
              <a:t> </a:t>
            </a:r>
            <a:r>
              <a:rPr lang="en-US" sz="2000" b="1" kern="1200" dirty="0" err="1"/>
              <a:t>Diri</a:t>
            </a:r>
            <a:endParaRPr lang="en-US" sz="2000" b="1" kern="1200" dirty="0"/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/>
              <a:t>File power point</a:t>
            </a:r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kern="1200" dirty="0"/>
              <a:t>Flipchart</a:t>
            </a:r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Kertas</a:t>
            </a:r>
            <a:r>
              <a:rPr lang="en-US" sz="2000" b="1" dirty="0"/>
              <a:t> HVS</a:t>
            </a:r>
            <a:endParaRPr lang="en-US" sz="2000" b="1" kern="1200" dirty="0"/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Kertas</a:t>
            </a:r>
            <a:r>
              <a:rPr lang="en-US" sz="2000" b="1" dirty="0"/>
              <a:t> </a:t>
            </a:r>
            <a:r>
              <a:rPr lang="en-US" sz="2000" b="1" dirty="0" err="1"/>
              <a:t>metaplan</a:t>
            </a:r>
            <a:endParaRPr lang="en-US" sz="2000" b="1" dirty="0"/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Instrumen</a:t>
            </a:r>
            <a:r>
              <a:rPr lang="en-US" sz="2000" b="1" dirty="0"/>
              <a:t> </a:t>
            </a:r>
            <a:r>
              <a:rPr lang="en-US" sz="2000" b="1" dirty="0" err="1"/>
              <a:t>matrik</a:t>
            </a:r>
            <a:r>
              <a:rPr lang="en-US" sz="2000" b="1" dirty="0"/>
              <a:t> </a:t>
            </a:r>
            <a:r>
              <a:rPr lang="en-US" sz="2000" b="1" dirty="0" err="1"/>
              <a:t>emosiku</a:t>
            </a:r>
            <a:endParaRPr lang="en-US" sz="2000" b="1" dirty="0"/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kern="1200" dirty="0" err="1"/>
              <a:t>Spidol</a:t>
            </a:r>
            <a:r>
              <a:rPr lang="en-US" sz="2000" b="1" kern="1200" dirty="0"/>
              <a:t> </a:t>
            </a:r>
            <a:r>
              <a:rPr lang="en-US" sz="2000" b="1" kern="1200" dirty="0" err="1"/>
              <a:t>besar</a:t>
            </a:r>
            <a:r>
              <a:rPr lang="en-US" sz="2000" b="1" kern="1200" dirty="0"/>
              <a:t>, </a:t>
            </a:r>
            <a:r>
              <a:rPr lang="en-US" sz="2000" b="1" kern="1200" dirty="0" err="1"/>
              <a:t>spidol</a:t>
            </a:r>
            <a:r>
              <a:rPr lang="en-US" sz="2000" b="1" kern="1200" dirty="0"/>
              <a:t> </a:t>
            </a:r>
            <a:r>
              <a:rPr lang="en-US" sz="2000" b="1" kern="1200" dirty="0" err="1"/>
              <a:t>kecil</a:t>
            </a:r>
            <a:endParaRPr lang="en-US" sz="2000" b="1" kern="1200" dirty="0"/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dirty="0" err="1"/>
              <a:t>Lakban</a:t>
            </a:r>
            <a:r>
              <a:rPr lang="en-US" sz="2000" b="1" dirty="0"/>
              <a:t> </a:t>
            </a:r>
            <a:r>
              <a:rPr lang="en-US" sz="2000" b="1" dirty="0" err="1"/>
              <a:t>kertas</a:t>
            </a:r>
            <a:endParaRPr lang="en-US" sz="2000" b="1" dirty="0"/>
          </a:p>
          <a:p>
            <a:pPr lvl="1" indent="-457200" algn="l" defTabSz="2400300">
              <a:spcBef>
                <a:spcPct val="0"/>
              </a:spcBef>
              <a:spcAft>
                <a:spcPct val="15000"/>
              </a:spcAft>
              <a:buFont typeface="Wingdings" pitchFamily="2" charset="2"/>
              <a:buChar char="Ø"/>
            </a:pPr>
            <a:r>
              <a:rPr lang="en-US" sz="2000" b="1" kern="1200" dirty="0"/>
              <a:t>Laptop, LCD, Screen.</a:t>
            </a:r>
          </a:p>
        </p:txBody>
      </p:sp>
    </p:spTree>
    <p:extLst>
      <p:ext uri="{BB962C8B-B14F-4D97-AF65-F5344CB8AC3E}">
        <p14:creationId xmlns:p14="http://schemas.microsoft.com/office/powerpoint/2010/main" val="270205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CC5076-7604-564E-8668-C7F929ED8FB8}"/>
              </a:ext>
            </a:extLst>
          </p:cNvPr>
          <p:cNvGrpSpPr/>
          <p:nvPr/>
        </p:nvGrpSpPr>
        <p:grpSpPr>
          <a:xfrm>
            <a:off x="256309" y="268418"/>
            <a:ext cx="11623964" cy="1089735"/>
            <a:chOff x="0" y="40022"/>
            <a:chExt cx="11623964" cy="11529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4703B9-5C0B-4042-A30B-040EF8841CCC}"/>
                </a:ext>
              </a:extLst>
            </p:cNvPr>
            <p:cNvSpPr/>
            <p:nvPr/>
          </p:nvSpPr>
          <p:spPr>
            <a:xfrm>
              <a:off x="0" y="40022"/>
              <a:ext cx="11623964" cy="11529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010904-706F-0045-8114-1CCA229251B1}"/>
                </a:ext>
              </a:extLst>
            </p:cNvPr>
            <p:cNvSpPr txBox="1"/>
            <p:nvPr/>
          </p:nvSpPr>
          <p:spPr>
            <a:xfrm>
              <a:off x="0" y="40022"/>
              <a:ext cx="11623964" cy="9680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4048" tIns="219456" rIns="384048" bIns="219456" numCol="1" spcCol="1270" anchor="ctr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ts val="516"/>
                </a:spcAft>
                <a:buNone/>
              </a:pPr>
              <a:r>
                <a:rPr lang="en-US" sz="3200" b="1" kern="1200" dirty="0" err="1"/>
                <a:t>Penjelasan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Langkah</a:t>
              </a:r>
              <a:r>
                <a:rPr lang="en-US" sz="3200" b="1" kern="1200" dirty="0"/>
                <a:t> 1: </a:t>
              </a:r>
            </a:p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ts val="516"/>
                </a:spcAft>
                <a:buNone/>
              </a:pPr>
              <a:r>
                <a:rPr lang="en-US" sz="3200" b="1" kern="1200" dirty="0" err="1"/>
                <a:t>Mendalami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Isu</a:t>
              </a:r>
              <a:r>
                <a:rPr lang="en-US" sz="3200" b="1" kern="1200" dirty="0"/>
                <a:t> Khas </a:t>
              </a:r>
              <a:r>
                <a:rPr lang="en-US" sz="3200" b="1" kern="1200" dirty="0" err="1"/>
                <a:t>Pergaulan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Remaja</a:t>
              </a:r>
              <a:endParaRPr lang="en-US" sz="3200" b="1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7182651-F0B6-FA48-A3B9-25CE73F8A021}"/>
              </a:ext>
            </a:extLst>
          </p:cNvPr>
          <p:cNvGrpSpPr/>
          <p:nvPr/>
        </p:nvGrpSpPr>
        <p:grpSpPr>
          <a:xfrm>
            <a:off x="256309" y="1358153"/>
            <a:ext cx="11623964" cy="5415401"/>
            <a:chOff x="0" y="1143760"/>
            <a:chExt cx="11623964" cy="506175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0D548F-9F95-EC49-A727-6ED6E6373AD6}"/>
                </a:ext>
              </a:extLst>
            </p:cNvPr>
            <p:cNvSpPr/>
            <p:nvPr/>
          </p:nvSpPr>
          <p:spPr>
            <a:xfrm>
              <a:off x="0" y="1143760"/>
              <a:ext cx="11623964" cy="4898362"/>
            </a:xfrm>
            <a:prstGeom prst="rect">
              <a:avLst/>
            </a:prstGeom>
            <a:grpFill/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C65FC5-2F25-0B4F-A55D-D7F392DF17E9}"/>
                </a:ext>
              </a:extLst>
            </p:cNvPr>
            <p:cNvSpPr txBox="1"/>
            <p:nvPr/>
          </p:nvSpPr>
          <p:spPr>
            <a:xfrm>
              <a:off x="0" y="1231742"/>
              <a:ext cx="11623964" cy="497377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8036" tIns="288036" rIns="384048" bIns="432054" numCol="1" spcCol="1270" anchor="t" anchorCtr="0">
              <a:noAutofit/>
            </a:bodyPr>
            <a:lstStyle/>
            <a:p>
              <a:pPr lvl="1" indent="-457200" algn="l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dirty="0" err="1"/>
                <a:t>Bagi</a:t>
              </a:r>
              <a:r>
                <a:rPr lang="en-US" dirty="0"/>
                <a:t> </a:t>
              </a:r>
              <a:r>
                <a:rPr lang="en-US" dirty="0" err="1"/>
                <a:t>peserta</a:t>
              </a:r>
              <a:r>
                <a:rPr lang="en-US" dirty="0"/>
                <a:t> </a:t>
              </a:r>
              <a:r>
                <a:rPr lang="en-US" dirty="0" err="1"/>
                <a:t>ke</a:t>
              </a:r>
              <a:r>
                <a:rPr lang="en-US" dirty="0"/>
                <a:t> </a:t>
              </a:r>
              <a:r>
                <a:rPr lang="en-US" dirty="0" err="1"/>
                <a:t>dalam</a:t>
              </a:r>
              <a:r>
                <a:rPr lang="en-US" dirty="0"/>
                <a:t> 4 </a:t>
              </a:r>
              <a:r>
                <a:rPr lang="en-US" dirty="0" err="1"/>
                <a:t>kelompok</a:t>
              </a:r>
              <a:endParaRPr lang="en-US" dirty="0"/>
            </a:p>
            <a:p>
              <a:pPr lvl="1" indent="-457200" algn="l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dirty="0" err="1"/>
                <a:t>Tiap</a:t>
              </a:r>
              <a:r>
                <a:rPr lang="en-US" dirty="0"/>
                <a:t> </a:t>
              </a:r>
              <a:r>
                <a:rPr lang="en-US" dirty="0" err="1"/>
                <a:t>kelompok</a:t>
              </a:r>
              <a:r>
                <a:rPr lang="en-US" dirty="0"/>
                <a:t> </a:t>
              </a:r>
              <a:r>
                <a:rPr lang="en-US" dirty="0" err="1"/>
                <a:t>mendiskusikan</a:t>
              </a:r>
              <a:r>
                <a:rPr lang="en-US" dirty="0"/>
                <a:t> 1 </a:t>
              </a:r>
              <a:r>
                <a:rPr lang="en-US" dirty="0" err="1"/>
                <a:t>isu</a:t>
              </a:r>
              <a:r>
                <a:rPr lang="en-US" dirty="0"/>
                <a:t> </a:t>
              </a:r>
              <a:r>
                <a:rPr lang="en-US" dirty="0" err="1"/>
                <a:t>khas</a:t>
              </a:r>
              <a:r>
                <a:rPr lang="en-US" dirty="0"/>
                <a:t> </a:t>
              </a:r>
              <a:r>
                <a:rPr lang="en-US" dirty="0" err="1"/>
                <a:t>remaja</a:t>
              </a:r>
              <a:r>
                <a:rPr lang="en-US" dirty="0"/>
                <a:t>:</a:t>
              </a:r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dirty="0" err="1"/>
                <a:t>Remaja</a:t>
              </a:r>
              <a:r>
                <a:rPr lang="en-US" dirty="0"/>
                <a:t> </a:t>
              </a:r>
              <a:r>
                <a:rPr lang="en-US" dirty="0" err="1"/>
                <a:t>terlibat</a:t>
              </a:r>
              <a:r>
                <a:rPr lang="en-US" dirty="0"/>
                <a:t> </a:t>
              </a:r>
              <a:r>
                <a:rPr lang="en-US" dirty="0" err="1"/>
                <a:t>narkoba</a:t>
              </a:r>
              <a:endParaRPr lang="en-US" dirty="0"/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dirty="0" err="1"/>
                <a:t>Remaja</a:t>
              </a:r>
              <a:r>
                <a:rPr lang="en-US" dirty="0"/>
                <a:t> </a:t>
              </a:r>
              <a:r>
                <a:rPr lang="en-US" dirty="0" err="1"/>
                <a:t>terlibat</a:t>
              </a:r>
              <a:r>
                <a:rPr lang="en-US" dirty="0"/>
                <a:t> </a:t>
              </a:r>
              <a:r>
                <a:rPr lang="en-US" dirty="0" err="1"/>
                <a:t>tawuran</a:t>
              </a:r>
              <a:endParaRPr lang="en-US" dirty="0"/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dirty="0" err="1"/>
                <a:t>Remaja</a:t>
              </a:r>
              <a:r>
                <a:rPr lang="en-US" dirty="0"/>
                <a:t> </a:t>
              </a:r>
              <a:r>
                <a:rPr lang="en-US" dirty="0" err="1"/>
                <a:t>berperilaku</a:t>
              </a:r>
              <a:r>
                <a:rPr lang="en-US" dirty="0"/>
                <a:t> </a:t>
              </a:r>
              <a:r>
                <a:rPr lang="en-US" dirty="0" err="1"/>
                <a:t>seksual</a:t>
              </a:r>
              <a:r>
                <a:rPr lang="en-US" dirty="0"/>
                <a:t> </a:t>
              </a:r>
              <a:r>
                <a:rPr lang="en-US" dirty="0" err="1"/>
                <a:t>aktif</a:t>
              </a:r>
              <a:endParaRPr lang="en-US" dirty="0"/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dirty="0" err="1"/>
                <a:t>Remaja</a:t>
              </a:r>
              <a:r>
                <a:rPr lang="en-US" dirty="0"/>
                <a:t> </a:t>
              </a:r>
              <a:r>
                <a:rPr lang="en-US" dirty="0" err="1"/>
                <a:t>kecanduan</a:t>
              </a:r>
              <a:r>
                <a:rPr lang="en-US" dirty="0"/>
                <a:t> media social (gadget)</a:t>
              </a:r>
            </a:p>
            <a:p>
              <a:pPr marL="457200" lvl="2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dirty="0" err="1"/>
                <a:t>Pertanyaan</a:t>
              </a:r>
              <a:r>
                <a:rPr lang="en-US" dirty="0"/>
                <a:t> </a:t>
              </a:r>
              <a:r>
                <a:rPr lang="en-US" dirty="0" err="1"/>
                <a:t>kunci</a:t>
              </a:r>
              <a:r>
                <a:rPr lang="en-US" dirty="0"/>
                <a:t>: </a:t>
              </a:r>
              <a:r>
                <a:rPr lang="en-US" dirty="0" err="1"/>
                <a:t>apa</a:t>
              </a:r>
              <a:r>
                <a:rPr lang="en-US" dirty="0"/>
                <a:t> yang </a:t>
              </a:r>
              <a:r>
                <a:rPr lang="en-US" dirty="0" err="1"/>
                <a:t>didapatkan</a:t>
              </a:r>
              <a:r>
                <a:rPr lang="en-US" dirty="0"/>
                <a:t> </a:t>
              </a:r>
              <a:r>
                <a:rPr lang="en-US" dirty="0" err="1"/>
                <a:t>ketika</a:t>
              </a:r>
              <a:r>
                <a:rPr lang="en-US" dirty="0"/>
                <a:t> </a:t>
              </a:r>
              <a:r>
                <a:rPr lang="en-US" dirty="0" err="1"/>
                <a:t>remaja</a:t>
              </a:r>
              <a:r>
                <a:rPr lang="en-US" dirty="0"/>
                <a:t> </a:t>
              </a:r>
              <a:r>
                <a:rPr lang="en-US" dirty="0" err="1"/>
                <a:t>terlibat</a:t>
              </a:r>
              <a:r>
                <a:rPr lang="en-US" dirty="0"/>
                <a:t> </a:t>
              </a:r>
              <a:r>
                <a:rPr lang="en-US" dirty="0" err="1"/>
                <a:t>dengan</a:t>
              </a:r>
              <a:r>
                <a:rPr lang="en-US" dirty="0"/>
                <a:t>  </a:t>
              </a:r>
              <a:r>
                <a:rPr lang="en-US" dirty="0" err="1"/>
                <a:t>permaslahan</a:t>
              </a:r>
              <a:r>
                <a:rPr lang="en-US" dirty="0"/>
                <a:t> </a:t>
              </a:r>
              <a:r>
                <a:rPr lang="en-US" dirty="0" err="1"/>
                <a:t>tsb</a:t>
              </a:r>
              <a:r>
                <a:rPr lang="en-US" dirty="0"/>
                <a:t>? </a:t>
              </a:r>
              <a:r>
                <a:rPr lang="en-US" dirty="0" err="1"/>
                <a:t>Konsekuensi</a:t>
              </a:r>
              <a:r>
                <a:rPr lang="en-US" dirty="0"/>
                <a:t> </a:t>
              </a:r>
              <a:r>
                <a:rPr lang="en-US" dirty="0" err="1"/>
                <a:t>apa</a:t>
              </a:r>
              <a:r>
                <a:rPr lang="en-US" dirty="0"/>
                <a:t> </a:t>
              </a:r>
              <a:r>
                <a:rPr lang="en-US" dirty="0" err="1"/>
                <a:t>saja</a:t>
              </a:r>
              <a:r>
                <a:rPr lang="en-US" dirty="0"/>
                <a:t> yang </a:t>
              </a:r>
              <a:r>
                <a:rPr lang="en-US" dirty="0" err="1"/>
                <a:t>mungkin</a:t>
              </a:r>
              <a:r>
                <a:rPr lang="en-US" dirty="0"/>
                <a:t> </a:t>
              </a:r>
              <a:r>
                <a:rPr lang="en-US" dirty="0" err="1"/>
                <a:t>terjadi</a:t>
              </a:r>
              <a:r>
                <a:rPr lang="en-US" dirty="0"/>
                <a:t> </a:t>
              </a:r>
              <a:r>
                <a:rPr lang="en-US" dirty="0" err="1"/>
                <a:t>dari</a:t>
              </a:r>
              <a:r>
                <a:rPr lang="en-US" dirty="0"/>
                <a:t> </a:t>
              </a:r>
              <a:r>
                <a:rPr lang="en-US" dirty="0" err="1"/>
                <a:t>keterlibatan</a:t>
              </a:r>
              <a:r>
                <a:rPr lang="en-US" dirty="0"/>
                <a:t> </a:t>
              </a:r>
              <a:r>
                <a:rPr lang="en-US" dirty="0" err="1"/>
                <a:t>tersebut</a:t>
              </a:r>
              <a:r>
                <a:rPr lang="en-US" dirty="0"/>
                <a:t>?</a:t>
              </a:r>
            </a:p>
            <a:p>
              <a:pPr lvl="1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AutoNum type="arabicPeriod" startAt="3"/>
              </a:pPr>
              <a:r>
                <a:rPr lang="en-US" dirty="0" err="1"/>
                <a:t>Setiap</a:t>
              </a:r>
              <a:r>
                <a:rPr lang="en-US" dirty="0"/>
                <a:t> </a:t>
              </a:r>
              <a:r>
                <a:rPr lang="en-US" dirty="0" err="1"/>
                <a:t>kelompok</a:t>
              </a:r>
              <a:r>
                <a:rPr lang="en-US" dirty="0"/>
                <a:t> </a:t>
              </a:r>
              <a:r>
                <a:rPr lang="en-US" dirty="0" err="1"/>
                <a:t>diminta</a:t>
              </a:r>
              <a:r>
                <a:rPr lang="en-US" dirty="0"/>
                <a:t> </a:t>
              </a:r>
              <a:r>
                <a:rPr lang="en-US" dirty="0" err="1"/>
                <a:t>untuk</a:t>
              </a:r>
              <a:r>
                <a:rPr lang="en-US" dirty="0"/>
                <a:t> </a:t>
              </a:r>
              <a:r>
                <a:rPr lang="en-US" dirty="0" err="1"/>
                <a:t>presentasi</a:t>
              </a:r>
              <a:r>
                <a:rPr lang="en-US" dirty="0"/>
                <a:t>, </a:t>
              </a:r>
              <a:r>
                <a:rPr lang="en-US" dirty="0" err="1"/>
                <a:t>lalu</a:t>
              </a:r>
              <a:r>
                <a:rPr lang="en-US" dirty="0"/>
                <a:t> </a:t>
              </a:r>
              <a:r>
                <a:rPr lang="en-US" dirty="0" err="1"/>
                <a:t>lakukan</a:t>
              </a:r>
              <a:r>
                <a:rPr lang="en-US" dirty="0"/>
                <a:t> </a:t>
              </a:r>
              <a:r>
                <a:rPr lang="en-US" dirty="0" err="1"/>
                <a:t>diskusi</a:t>
              </a:r>
              <a:r>
                <a:rPr lang="en-US" dirty="0"/>
                <a:t> </a:t>
              </a:r>
              <a:r>
                <a:rPr lang="en-US" dirty="0" err="1"/>
                <a:t>interaktif</a:t>
              </a:r>
              <a:endParaRPr lang="en-US" dirty="0"/>
            </a:p>
            <a:p>
              <a:pPr lvl="1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AutoNum type="arabicPeriod" startAt="3"/>
              </a:pPr>
              <a:r>
                <a:rPr lang="en-US" dirty="0" err="1"/>
                <a:t>Ajak</a:t>
              </a:r>
              <a:r>
                <a:rPr lang="en-US" dirty="0"/>
                <a:t> </a:t>
              </a:r>
              <a:r>
                <a:rPr lang="en-US" dirty="0" err="1"/>
                <a:t>pesrta</a:t>
              </a:r>
              <a:r>
                <a:rPr lang="en-US" dirty="0"/>
                <a:t> </a:t>
              </a:r>
              <a:r>
                <a:rPr lang="en-US" dirty="0" err="1"/>
                <a:t>untuk</a:t>
              </a:r>
              <a:r>
                <a:rPr lang="en-US" dirty="0"/>
                <a:t> </a:t>
              </a:r>
              <a:r>
                <a:rPr lang="en-US" dirty="0" err="1"/>
                <a:t>menyimpulkan</a:t>
              </a:r>
              <a:r>
                <a:rPr lang="en-US" dirty="0"/>
                <a:t>, </a:t>
              </a:r>
              <a:r>
                <a:rPr lang="en-US" dirty="0" err="1"/>
                <a:t>beberapa</a:t>
              </a:r>
              <a:r>
                <a:rPr lang="en-US" dirty="0"/>
                <a:t> </a:t>
              </a:r>
              <a:r>
                <a:rPr lang="en-US" dirty="0" err="1"/>
                <a:t>poin</a:t>
              </a:r>
              <a:r>
                <a:rPr lang="en-US" dirty="0"/>
                <a:t> </a:t>
              </a:r>
              <a:r>
                <a:rPr lang="en-US" dirty="0" err="1"/>
                <a:t>kesimpulan</a:t>
              </a:r>
              <a:r>
                <a:rPr lang="en-US" dirty="0"/>
                <a:t> </a:t>
              </a:r>
              <a:r>
                <a:rPr lang="en-US" dirty="0" err="1"/>
                <a:t>penting</a:t>
              </a:r>
              <a:r>
                <a:rPr lang="en-US" dirty="0"/>
                <a:t>:</a:t>
              </a:r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AutoNum type="alphaLcPeriod"/>
              </a:pPr>
              <a:r>
                <a:rPr lang="en-US" dirty="0" err="1"/>
                <a:t>Seberapa</a:t>
              </a:r>
              <a:r>
                <a:rPr lang="en-US" dirty="0"/>
                <a:t> </a:t>
              </a:r>
              <a:r>
                <a:rPr lang="en-US" dirty="0" err="1"/>
                <a:t>besar</a:t>
              </a:r>
              <a:r>
                <a:rPr lang="en-US" dirty="0"/>
                <a:t> </a:t>
              </a:r>
              <a:r>
                <a:rPr lang="en-US" dirty="0" err="1"/>
                <a:t>pengaruh</a:t>
              </a:r>
              <a:r>
                <a:rPr lang="en-US" dirty="0"/>
                <a:t> </a:t>
              </a:r>
              <a:r>
                <a:rPr lang="en-US" dirty="0" err="1"/>
                <a:t>teman</a:t>
              </a:r>
              <a:r>
                <a:rPr lang="en-US" dirty="0"/>
                <a:t> </a:t>
              </a:r>
              <a:r>
                <a:rPr lang="en-US" dirty="0" err="1"/>
                <a:t>dalam</a:t>
              </a:r>
              <a:r>
                <a:rPr lang="en-US" dirty="0"/>
                <a:t> </a:t>
              </a:r>
              <a:r>
                <a:rPr lang="en-US" dirty="0" err="1"/>
                <a:t>menentukan</a:t>
              </a:r>
              <a:r>
                <a:rPr lang="en-US" dirty="0"/>
                <a:t> </a:t>
              </a:r>
              <a:r>
                <a:rPr lang="en-US" dirty="0" err="1"/>
                <a:t>pilihan</a:t>
              </a:r>
              <a:r>
                <a:rPr lang="en-US" dirty="0"/>
                <a:t>/</a:t>
              </a:r>
              <a:r>
                <a:rPr lang="en-US" dirty="0" err="1"/>
                <a:t>tindakan</a:t>
              </a:r>
              <a:endParaRPr lang="en-US" dirty="0"/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AutoNum type="alphaLcPeriod"/>
              </a:pPr>
              <a:r>
                <a:rPr lang="en-US" dirty="0" err="1"/>
                <a:t>Isu</a:t>
              </a:r>
              <a:r>
                <a:rPr lang="en-US" dirty="0"/>
                <a:t> </a:t>
              </a:r>
              <a:r>
                <a:rPr lang="en-US" dirty="0" err="1"/>
                <a:t>khas</a:t>
              </a:r>
              <a:r>
                <a:rPr lang="en-US" dirty="0"/>
                <a:t> </a:t>
              </a:r>
              <a:r>
                <a:rPr lang="en-US" dirty="0" err="1"/>
                <a:t>remaja</a:t>
              </a:r>
              <a:r>
                <a:rPr lang="en-US" dirty="0"/>
                <a:t> </a:t>
              </a:r>
              <a:r>
                <a:rPr lang="en-US" dirty="0" err="1"/>
                <a:t>ini</a:t>
              </a:r>
              <a:r>
                <a:rPr lang="en-US" dirty="0"/>
                <a:t> </a:t>
              </a:r>
              <a:r>
                <a:rPr lang="en-US" dirty="0" err="1"/>
                <a:t>bukan</a:t>
              </a:r>
              <a:r>
                <a:rPr lang="en-US" dirty="0"/>
                <a:t> </a:t>
              </a:r>
              <a:r>
                <a:rPr lang="en-US" dirty="0" err="1"/>
                <a:t>hanya</a:t>
              </a:r>
              <a:r>
                <a:rPr lang="en-US" dirty="0"/>
                <a:t> </a:t>
              </a:r>
              <a:r>
                <a:rPr lang="en-US" dirty="0" err="1"/>
                <a:t>kasus</a:t>
              </a:r>
              <a:r>
                <a:rPr lang="en-US" dirty="0"/>
                <a:t> 1-2 </a:t>
              </a:r>
              <a:r>
                <a:rPr lang="en-US" dirty="0" err="1"/>
                <a:t>tapi</a:t>
              </a:r>
              <a:r>
                <a:rPr lang="en-US" dirty="0"/>
                <a:t> </a:t>
              </a:r>
              <a:r>
                <a:rPr lang="en-US" dirty="0" err="1"/>
                <a:t>dialami</a:t>
              </a:r>
              <a:r>
                <a:rPr lang="en-US" dirty="0"/>
                <a:t> </a:t>
              </a:r>
              <a:r>
                <a:rPr lang="en-US" dirty="0" err="1"/>
                <a:t>oleh</a:t>
              </a:r>
              <a:r>
                <a:rPr lang="en-US" dirty="0"/>
                <a:t> </a:t>
              </a:r>
              <a:r>
                <a:rPr lang="en-US" dirty="0" err="1"/>
                <a:t>sebagian</a:t>
              </a:r>
              <a:r>
                <a:rPr lang="en-US" dirty="0"/>
                <a:t> </a:t>
              </a:r>
              <a:r>
                <a:rPr lang="en-US" dirty="0" err="1"/>
                <a:t>besar</a:t>
              </a:r>
              <a:r>
                <a:rPr lang="en-US" dirty="0"/>
                <a:t> </a:t>
              </a:r>
              <a:r>
                <a:rPr lang="en-US" dirty="0" err="1"/>
                <a:t>remaja</a:t>
              </a:r>
              <a:endParaRPr lang="en-US" dirty="0"/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AutoNum type="alphaLcPeriod"/>
              </a:pPr>
              <a:r>
                <a:rPr lang="en-US" dirty="0" err="1"/>
                <a:t>Dinamika</a:t>
              </a:r>
              <a:r>
                <a:rPr lang="en-US" dirty="0"/>
                <a:t> </a:t>
              </a:r>
              <a:r>
                <a:rPr lang="en-US" dirty="0" err="1"/>
                <a:t>psikologi</a:t>
              </a:r>
              <a:r>
                <a:rPr lang="en-US" dirty="0"/>
                <a:t> </a:t>
              </a:r>
              <a:r>
                <a:rPr lang="en-US" dirty="0" err="1"/>
                <a:t>pada</a:t>
              </a:r>
              <a:r>
                <a:rPr lang="en-US" dirty="0"/>
                <a:t> masa </a:t>
              </a:r>
              <a:r>
                <a:rPr lang="en-US" dirty="0" err="1"/>
                <a:t>remaja</a:t>
              </a:r>
              <a:r>
                <a:rPr lang="en-US" dirty="0"/>
                <a:t> juga </a:t>
              </a:r>
              <a:r>
                <a:rPr lang="en-US" dirty="0" err="1"/>
                <a:t>turut</a:t>
              </a:r>
              <a:r>
                <a:rPr lang="en-US" dirty="0"/>
                <a:t> </a:t>
              </a:r>
              <a:r>
                <a:rPr lang="en-US" dirty="0" err="1"/>
                <a:t>mempengaruhi</a:t>
              </a:r>
              <a:endParaRPr lang="en-US" dirty="0"/>
            </a:p>
            <a:p>
              <a:pPr lvl="1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AutoNum type="arabicPeriod" startAt="3"/>
              </a:pPr>
              <a:r>
                <a:rPr lang="en-US" dirty="0" err="1"/>
                <a:t>Gunakan</a:t>
              </a:r>
              <a:r>
                <a:rPr lang="en-US" dirty="0"/>
                <a:t> </a:t>
              </a:r>
              <a:r>
                <a:rPr lang="en-US" dirty="0" err="1"/>
                <a:t>hasil</a:t>
              </a:r>
              <a:r>
                <a:rPr lang="en-US" dirty="0"/>
                <a:t> </a:t>
              </a:r>
              <a:r>
                <a:rPr lang="en-US" dirty="0" err="1"/>
                <a:t>diskusi</a:t>
              </a:r>
              <a:r>
                <a:rPr lang="en-US" dirty="0"/>
                <a:t> </a:t>
              </a:r>
              <a:r>
                <a:rPr lang="en-US" dirty="0" err="1"/>
                <a:t>untuk</a:t>
              </a:r>
              <a:r>
                <a:rPr lang="en-US" dirty="0"/>
                <a:t> </a:t>
              </a:r>
              <a:r>
                <a:rPr lang="en-US" dirty="0" err="1"/>
                <a:t>mendalaman</a:t>
              </a:r>
              <a:r>
                <a:rPr lang="en-US" dirty="0"/>
                <a:t> </a:t>
              </a:r>
              <a:r>
                <a:rPr lang="en-US" dirty="0" err="1"/>
                <a:t>pemahaman</a:t>
              </a:r>
              <a:r>
                <a:rPr lang="en-US" dirty="0"/>
                <a:t> </a:t>
              </a:r>
              <a:r>
                <a:rPr lang="en-US" dirty="0" err="1"/>
                <a:t>tentang</a:t>
              </a:r>
              <a:r>
                <a:rPr lang="en-US" dirty="0"/>
                <a:t>:</a:t>
              </a:r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dirty="0" err="1"/>
                <a:t>Hukum</a:t>
              </a:r>
              <a:r>
                <a:rPr lang="en-US" dirty="0"/>
                <a:t> </a:t>
              </a:r>
              <a:r>
                <a:rPr lang="en-US" dirty="0" err="1"/>
                <a:t>aksi</a:t>
              </a:r>
              <a:r>
                <a:rPr lang="en-US" dirty="0"/>
                <a:t> – </a:t>
              </a:r>
              <a:r>
                <a:rPr lang="en-US" dirty="0" err="1"/>
                <a:t>konsekuensi</a:t>
              </a:r>
              <a:endParaRPr lang="en-US" dirty="0"/>
            </a:p>
            <a:p>
              <a:pPr lvl="2" indent="-457200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dirty="0" err="1"/>
                <a:t>Terampil</a:t>
              </a:r>
              <a:r>
                <a:rPr lang="en-US" dirty="0"/>
                <a:t> </a:t>
              </a:r>
              <a:r>
                <a:rPr lang="en-US" dirty="0" err="1"/>
                <a:t>mengendalikan</a:t>
              </a:r>
              <a:r>
                <a:rPr lang="en-US" dirty="0"/>
                <a:t> </a:t>
              </a:r>
              <a:r>
                <a:rPr lang="en-US" dirty="0" err="1"/>
                <a:t>diri</a:t>
              </a:r>
              <a:r>
                <a:rPr lang="en-US" dirty="0"/>
                <a:t> </a:t>
              </a:r>
              <a:r>
                <a:rPr lang="en-US" dirty="0" err="1"/>
                <a:t>dan</a:t>
              </a:r>
              <a:r>
                <a:rPr lang="en-US" dirty="0"/>
                <a:t> </a:t>
              </a:r>
              <a:r>
                <a:rPr lang="en-US" dirty="0" err="1"/>
                <a:t>mengambil</a:t>
              </a:r>
              <a:r>
                <a:rPr lang="en-US" dirty="0"/>
                <a:t> </a:t>
              </a:r>
              <a:r>
                <a:rPr lang="en-US" dirty="0" err="1"/>
                <a:t>keputusan</a:t>
              </a:r>
              <a:r>
                <a:rPr lang="en-US" dirty="0"/>
                <a:t> </a:t>
              </a:r>
              <a:r>
                <a:rPr lang="en-US" dirty="0" err="1"/>
                <a:t>menjadi</a:t>
              </a:r>
              <a:r>
                <a:rPr lang="en-US" dirty="0"/>
                <a:t> </a:t>
              </a:r>
              <a:r>
                <a:rPr lang="en-US" dirty="0" err="1"/>
                <a:t>sangat</a:t>
              </a:r>
              <a:r>
                <a:rPr lang="en-US" dirty="0"/>
                <a:t> </a:t>
              </a:r>
              <a:r>
                <a:rPr lang="en-US" dirty="0" err="1"/>
                <a:t>penting</a:t>
              </a:r>
              <a:r>
                <a:rPr lang="en-US" dirty="0"/>
                <a:t> </a:t>
              </a:r>
              <a:r>
                <a:rPr lang="en-US" dirty="0" err="1"/>
                <a:t>untuk</a:t>
              </a:r>
              <a:r>
                <a:rPr lang="en-US" dirty="0"/>
                <a:t> </a:t>
              </a:r>
              <a:r>
                <a:rPr lang="en-US" dirty="0" err="1"/>
                <a:t>dimiliki</a:t>
              </a:r>
              <a:r>
                <a:rPr lang="en-US" dirty="0"/>
                <a:t> agar </a:t>
              </a:r>
              <a:r>
                <a:rPr lang="en-US" dirty="0" err="1"/>
                <a:t>nilai</a:t>
              </a:r>
              <a:r>
                <a:rPr lang="en-US" dirty="0"/>
                <a:t> </a:t>
              </a:r>
              <a:r>
                <a:rPr lang="en-US" dirty="0" err="1"/>
                <a:t>hidup</a:t>
              </a:r>
              <a:r>
                <a:rPr lang="en-US" dirty="0"/>
                <a:t> yang </a:t>
              </a:r>
              <a:r>
                <a:rPr lang="en-US" dirty="0" err="1"/>
                <a:t>kita</a:t>
              </a:r>
              <a:r>
                <a:rPr lang="en-US" dirty="0"/>
                <a:t> </a:t>
              </a:r>
              <a:r>
                <a:rPr lang="en-US" dirty="0" err="1"/>
                <a:t>yakini</a:t>
              </a:r>
              <a:r>
                <a:rPr lang="en-US" dirty="0"/>
                <a:t> </a:t>
              </a:r>
              <a:r>
                <a:rPr lang="en-US" dirty="0" err="1"/>
                <a:t>dan</a:t>
              </a:r>
              <a:r>
                <a:rPr lang="en-US" dirty="0"/>
                <a:t> </a:t>
              </a:r>
              <a:r>
                <a:rPr lang="en-US" dirty="0" err="1"/>
                <a:t>harapan</a:t>
              </a:r>
              <a:r>
                <a:rPr lang="en-US" dirty="0"/>
                <a:t> masa </a:t>
              </a:r>
              <a:r>
                <a:rPr lang="en-US" dirty="0" err="1"/>
                <a:t>depan</a:t>
              </a:r>
              <a:r>
                <a:rPr lang="en-US" dirty="0"/>
                <a:t> </a:t>
              </a:r>
              <a:r>
                <a:rPr lang="en-US" dirty="0" err="1"/>
                <a:t>dapat</a:t>
              </a:r>
              <a:r>
                <a:rPr lang="en-US" dirty="0"/>
                <a:t> </a:t>
              </a:r>
              <a:r>
                <a:rPr lang="en-US" dirty="0" err="1"/>
                <a:t>terjaga</a:t>
              </a:r>
              <a:r>
                <a:rPr lang="en-US" dirty="0"/>
                <a:t>.</a:t>
              </a:r>
            </a:p>
            <a:p>
              <a:pPr marL="0" lvl="1" defTabSz="2400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3295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971551" y="2000250"/>
          <a:ext cx="10048874" cy="4086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19119" y="30480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prinsip-prinsip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yang </a:t>
            </a:r>
            <a:r>
              <a:rPr lang="en-US" dirty="0" err="1"/>
              <a:t>mempengaruhi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CC5076-7604-564E-8668-C7F929ED8FB8}"/>
              </a:ext>
            </a:extLst>
          </p:cNvPr>
          <p:cNvGrpSpPr/>
          <p:nvPr/>
        </p:nvGrpSpPr>
        <p:grpSpPr>
          <a:xfrm>
            <a:off x="256309" y="268418"/>
            <a:ext cx="11623964" cy="1089735"/>
            <a:chOff x="0" y="40022"/>
            <a:chExt cx="11623964" cy="11529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4703B9-5C0B-4042-A30B-040EF8841CCC}"/>
                </a:ext>
              </a:extLst>
            </p:cNvPr>
            <p:cNvSpPr/>
            <p:nvPr/>
          </p:nvSpPr>
          <p:spPr>
            <a:xfrm>
              <a:off x="0" y="40022"/>
              <a:ext cx="11623964" cy="11529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010904-706F-0045-8114-1CCA229251B1}"/>
                </a:ext>
              </a:extLst>
            </p:cNvPr>
            <p:cNvSpPr txBox="1"/>
            <p:nvPr/>
          </p:nvSpPr>
          <p:spPr>
            <a:xfrm>
              <a:off x="0" y="40022"/>
              <a:ext cx="11623964" cy="9680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4048" tIns="219456" rIns="384048" bIns="219456" numCol="1" spcCol="1270" anchor="ctr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ts val="516"/>
                </a:spcAft>
                <a:buNone/>
              </a:pPr>
              <a:r>
                <a:rPr lang="en-US" sz="3200" b="1" kern="1200" dirty="0" err="1"/>
                <a:t>Penjelasan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Langkah</a:t>
              </a:r>
              <a:r>
                <a:rPr lang="en-US" sz="3200" b="1" kern="1200" dirty="0"/>
                <a:t> 2: </a:t>
              </a:r>
            </a:p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ts val="516"/>
                </a:spcAft>
                <a:buNone/>
              </a:pPr>
              <a:r>
                <a:rPr lang="en-US" sz="3200" b="1" kern="1200" dirty="0" err="1"/>
                <a:t>Mengendalikan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Diri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dan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Mengelola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Emosi</a:t>
              </a:r>
              <a:endParaRPr lang="en-US" sz="3200" b="1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7182651-F0B6-FA48-A3B9-25CE73F8A021}"/>
              </a:ext>
            </a:extLst>
          </p:cNvPr>
          <p:cNvGrpSpPr/>
          <p:nvPr/>
        </p:nvGrpSpPr>
        <p:grpSpPr>
          <a:xfrm>
            <a:off x="256309" y="1358153"/>
            <a:ext cx="11623964" cy="5415401"/>
            <a:chOff x="0" y="1143760"/>
            <a:chExt cx="11623964" cy="506175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0D548F-9F95-EC49-A727-6ED6E6373AD6}"/>
                </a:ext>
              </a:extLst>
            </p:cNvPr>
            <p:cNvSpPr/>
            <p:nvPr/>
          </p:nvSpPr>
          <p:spPr>
            <a:xfrm>
              <a:off x="0" y="1143760"/>
              <a:ext cx="11623964" cy="4898362"/>
            </a:xfrm>
            <a:prstGeom prst="rect">
              <a:avLst/>
            </a:prstGeom>
            <a:grpFill/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C65FC5-2F25-0B4F-A55D-D7F392DF17E9}"/>
                </a:ext>
              </a:extLst>
            </p:cNvPr>
            <p:cNvSpPr txBox="1"/>
            <p:nvPr/>
          </p:nvSpPr>
          <p:spPr>
            <a:xfrm>
              <a:off x="0" y="1231742"/>
              <a:ext cx="11623964" cy="497377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8036" tIns="288036" rIns="384048" bIns="432054" numCol="1" spcCol="1270" anchor="t" anchorCtr="0">
              <a:noAutofit/>
            </a:bodyPr>
            <a:lstStyle/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900" dirty="0" err="1"/>
                <a:t>Kepada</a:t>
              </a:r>
              <a:r>
                <a:rPr lang="en-US" sz="1900" dirty="0"/>
                <a:t> </a:t>
              </a:r>
              <a:r>
                <a:rPr lang="en-US" sz="1900" dirty="0" err="1"/>
                <a:t>setiap</a:t>
              </a:r>
              <a:r>
                <a:rPr lang="en-US" sz="1900" dirty="0"/>
                <a:t> </a:t>
              </a:r>
              <a:r>
                <a:rPr lang="en-US" sz="1900" dirty="0" err="1"/>
                <a:t>peserta</a:t>
              </a:r>
              <a:r>
                <a:rPr lang="en-US" sz="1900" dirty="0"/>
                <a:t> </a:t>
              </a:r>
              <a:r>
                <a:rPr lang="en-US" sz="1900" dirty="0" err="1"/>
                <a:t>dibagikan</a:t>
              </a:r>
              <a:r>
                <a:rPr lang="en-US" sz="1900" dirty="0"/>
                <a:t> instrument “</a:t>
              </a:r>
              <a:r>
                <a:rPr lang="en-US" sz="1900" dirty="0" err="1"/>
                <a:t>Matrik</a:t>
              </a:r>
              <a:r>
                <a:rPr lang="en-US" sz="1900" dirty="0"/>
                <a:t> </a:t>
              </a:r>
              <a:r>
                <a:rPr lang="en-US" sz="1900" dirty="0" err="1"/>
                <a:t>Emosiku</a:t>
              </a:r>
              <a:r>
                <a:rPr lang="en-US" sz="1900" dirty="0"/>
                <a:t>”. </a:t>
              </a:r>
              <a:r>
                <a:rPr lang="en-US" sz="1900" dirty="0" err="1"/>
                <a:t>Langkah</a:t>
              </a:r>
              <a:r>
                <a:rPr lang="en-US" sz="1900" dirty="0"/>
                <a:t> </a:t>
              </a:r>
              <a:r>
                <a:rPr lang="en-US" sz="1900" dirty="0" err="1"/>
                <a:t>ini</a:t>
              </a:r>
              <a:r>
                <a:rPr lang="en-US" sz="1900" dirty="0"/>
                <a:t> juga </a:t>
              </a:r>
              <a:r>
                <a:rPr lang="en-US" sz="1900" dirty="0" err="1"/>
                <a:t>dapat</a:t>
              </a:r>
              <a:r>
                <a:rPr lang="en-US" sz="1900" dirty="0"/>
                <a:t> </a:t>
              </a:r>
              <a:r>
                <a:rPr lang="en-US" sz="1900" dirty="0" err="1"/>
                <a:t>disajikan</a:t>
              </a:r>
              <a:r>
                <a:rPr lang="en-US" sz="1900" dirty="0"/>
                <a:t> </a:t>
              </a:r>
              <a:r>
                <a:rPr lang="en-US" sz="1900" dirty="0" err="1"/>
                <a:t>dengan</a:t>
              </a:r>
              <a:r>
                <a:rPr lang="en-US" sz="1900" dirty="0"/>
                <a:t> </a:t>
              </a:r>
              <a:r>
                <a:rPr lang="en-US" sz="1900" dirty="0" err="1"/>
                <a:t>cara</a:t>
              </a:r>
              <a:r>
                <a:rPr lang="en-US" sz="1900" dirty="0"/>
                <a:t> </a:t>
              </a:r>
              <a:r>
                <a:rPr lang="en-US" sz="1900" dirty="0" err="1"/>
                <a:t>menayangkan</a:t>
              </a:r>
              <a:r>
                <a:rPr lang="en-US" sz="1900" dirty="0"/>
                <a:t> instrument “</a:t>
              </a:r>
              <a:r>
                <a:rPr lang="en-US" sz="1900" dirty="0" err="1"/>
                <a:t>Matrik</a:t>
              </a:r>
              <a:r>
                <a:rPr lang="en-US" sz="1900" dirty="0"/>
                <a:t> </a:t>
              </a:r>
              <a:r>
                <a:rPr lang="en-US" sz="1900" dirty="0" err="1"/>
                <a:t>Emosiku</a:t>
              </a:r>
              <a:r>
                <a:rPr lang="en-US" sz="1900" dirty="0"/>
                <a:t>” , </a:t>
              </a:r>
              <a:r>
                <a:rPr lang="en-US" sz="1900" dirty="0" err="1"/>
                <a:t>kemudian</a:t>
              </a:r>
              <a:r>
                <a:rPr lang="en-US" sz="1900" dirty="0"/>
                <a:t> </a:t>
              </a:r>
              <a:r>
                <a:rPr lang="en-US" sz="1900" dirty="0" err="1"/>
                <a:t>peserta</a:t>
              </a:r>
              <a:r>
                <a:rPr lang="en-US" sz="1900" dirty="0"/>
                <a:t> </a:t>
              </a:r>
              <a:r>
                <a:rPr lang="en-US" sz="1900" dirty="0" err="1"/>
                <a:t>diminta</a:t>
              </a:r>
              <a:r>
                <a:rPr lang="en-US" sz="1900" dirty="0"/>
                <a:t> </a:t>
              </a:r>
              <a:r>
                <a:rPr lang="en-US" sz="1900" dirty="0" err="1"/>
                <a:t>untuk</a:t>
              </a:r>
              <a:r>
                <a:rPr lang="en-US" sz="1900" dirty="0"/>
                <a:t> </a:t>
              </a:r>
              <a:r>
                <a:rPr lang="en-US" sz="1900" dirty="0" err="1"/>
                <a:t>menyalinnya</a:t>
              </a:r>
              <a:r>
                <a:rPr lang="en-US" sz="1900" dirty="0"/>
                <a:t> di </a:t>
              </a:r>
              <a:r>
                <a:rPr lang="en-US" sz="1900" dirty="0" err="1"/>
                <a:t>lembar</a:t>
              </a:r>
              <a:r>
                <a:rPr lang="en-US" sz="1900" dirty="0"/>
                <a:t> HVS/</a:t>
              </a:r>
              <a:r>
                <a:rPr lang="en-US" sz="1900" dirty="0" err="1"/>
                <a:t>buku</a:t>
              </a:r>
              <a:r>
                <a:rPr lang="en-US" sz="1900" dirty="0"/>
                <a:t> </a:t>
              </a:r>
              <a:r>
                <a:rPr lang="en-US" sz="1900" dirty="0" err="1"/>
                <a:t>jurnalnya</a:t>
              </a:r>
              <a:r>
                <a:rPr lang="en-US" sz="1900" dirty="0"/>
                <a:t>. Minta </a:t>
              </a:r>
              <a:r>
                <a:rPr lang="en-US" sz="1900" dirty="0" err="1"/>
                <a:t>masing-masing</a:t>
              </a:r>
              <a:r>
                <a:rPr lang="en-US" sz="1900" dirty="0"/>
                <a:t> </a:t>
              </a:r>
              <a:r>
                <a:rPr lang="en-US" sz="1900" dirty="0" err="1"/>
                <a:t>peserta</a:t>
              </a:r>
              <a:r>
                <a:rPr lang="en-US" sz="1900" dirty="0"/>
                <a:t> </a:t>
              </a:r>
              <a:r>
                <a:rPr lang="en-US" sz="1900" dirty="0" err="1"/>
                <a:t>untuk</a:t>
              </a:r>
              <a:r>
                <a:rPr lang="en-US" sz="1900" dirty="0"/>
                <a:t> </a:t>
              </a:r>
              <a:r>
                <a:rPr lang="en-US" sz="1900" dirty="0" err="1"/>
                <a:t>mengisinya</a:t>
              </a:r>
              <a:r>
                <a:rPr lang="en-US" sz="1900" dirty="0"/>
                <a:t>. </a:t>
              </a:r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900" dirty="0"/>
                <a:t>Setelah </a:t>
              </a:r>
              <a:r>
                <a:rPr lang="en-US" sz="1900" dirty="0" err="1"/>
                <a:t>semua</a:t>
              </a:r>
              <a:r>
                <a:rPr lang="en-US" sz="1900" dirty="0"/>
                <a:t> </a:t>
              </a:r>
              <a:r>
                <a:rPr lang="en-US" sz="1900" dirty="0" err="1"/>
                <a:t>peserta</a:t>
              </a:r>
              <a:r>
                <a:rPr lang="en-US" sz="1900" dirty="0"/>
                <a:t> </a:t>
              </a:r>
              <a:r>
                <a:rPr lang="en-US" sz="1900" dirty="0" err="1"/>
                <a:t>selesai</a:t>
              </a:r>
              <a:r>
                <a:rPr lang="en-US" sz="1900" dirty="0"/>
                <a:t> </a:t>
              </a:r>
              <a:r>
                <a:rPr lang="en-US" sz="1900" dirty="0" err="1"/>
                <a:t>mengisi</a:t>
              </a:r>
              <a:r>
                <a:rPr lang="en-US" sz="1900" dirty="0"/>
                <a:t> </a:t>
              </a:r>
              <a:r>
                <a:rPr lang="en-US" sz="1900" dirty="0" err="1"/>
                <a:t>lembar</a:t>
              </a:r>
              <a:r>
                <a:rPr lang="en-US" sz="1900" dirty="0"/>
                <a:t> </a:t>
              </a:r>
              <a:r>
                <a:rPr lang="en-US" sz="1900" dirty="0" err="1"/>
                <a:t>Matrik</a:t>
              </a:r>
              <a:r>
                <a:rPr lang="en-US" sz="1900" dirty="0"/>
                <a:t> </a:t>
              </a:r>
              <a:r>
                <a:rPr lang="en-US" sz="1900" dirty="0" err="1"/>
                <a:t>Emosiku</a:t>
              </a:r>
              <a:r>
                <a:rPr lang="en-US" sz="1900" dirty="0"/>
                <a:t>, </a:t>
              </a:r>
              <a:r>
                <a:rPr lang="en-US" sz="1900" dirty="0" err="1"/>
                <a:t>fasilitator</a:t>
              </a:r>
              <a:r>
                <a:rPr lang="en-US" sz="1900" dirty="0"/>
                <a:t> </a:t>
              </a:r>
              <a:r>
                <a:rPr lang="en-US" sz="1900" dirty="0" err="1"/>
                <a:t>meminta</a:t>
              </a:r>
              <a:r>
                <a:rPr lang="en-US" sz="1900" dirty="0"/>
                <a:t> </a:t>
              </a:r>
              <a:r>
                <a:rPr lang="en-US" sz="1900" dirty="0" err="1"/>
                <a:t>peserta</a:t>
              </a:r>
              <a:r>
                <a:rPr lang="en-US" sz="1900" dirty="0"/>
                <a:t> </a:t>
              </a:r>
              <a:r>
                <a:rPr lang="en-US" sz="1900" dirty="0" err="1"/>
                <a:t>berkelompok</a:t>
              </a:r>
              <a:r>
                <a:rPr lang="en-US" sz="1900" dirty="0"/>
                <a:t> per 4 orang </a:t>
              </a:r>
              <a:r>
                <a:rPr lang="en-US" sz="1900" dirty="0" err="1"/>
                <a:t>dengan</a:t>
              </a:r>
              <a:r>
                <a:rPr lang="en-US" sz="1900" dirty="0"/>
                <a:t> </a:t>
              </a:r>
              <a:r>
                <a:rPr lang="en-US" sz="1900" dirty="0" err="1"/>
                <a:t>posisi</a:t>
              </a:r>
              <a:r>
                <a:rPr lang="en-US" sz="1900" dirty="0"/>
                <a:t> </a:t>
              </a:r>
              <a:r>
                <a:rPr lang="en-US" sz="1900" dirty="0" err="1"/>
                <a:t>berdiri</a:t>
              </a:r>
              <a:r>
                <a:rPr lang="en-US" sz="1900" dirty="0"/>
                <a:t> </a:t>
              </a:r>
              <a:r>
                <a:rPr lang="en-US" sz="1900" dirty="0" err="1"/>
                <a:t>dalam</a:t>
              </a:r>
              <a:r>
                <a:rPr lang="en-US" sz="1900" dirty="0"/>
                <a:t> </a:t>
              </a:r>
              <a:r>
                <a:rPr lang="en-US" sz="1900" dirty="0" err="1"/>
                <a:t>kelompok</a:t>
              </a:r>
              <a:r>
                <a:rPr lang="en-US" sz="1900" dirty="0"/>
                <a:t>. </a:t>
              </a:r>
              <a:r>
                <a:rPr lang="en-US" sz="1900" dirty="0" err="1"/>
                <a:t>Fasilitator</a:t>
              </a:r>
              <a:r>
                <a:rPr lang="en-US" sz="1900" dirty="0"/>
                <a:t> </a:t>
              </a:r>
              <a:r>
                <a:rPr lang="en-US" sz="1900" dirty="0" err="1"/>
                <a:t>menjelaskan</a:t>
              </a:r>
              <a:r>
                <a:rPr lang="en-US" sz="1900" dirty="0"/>
                <a:t> </a:t>
              </a:r>
              <a:r>
                <a:rPr lang="en-US" sz="1900" dirty="0" err="1"/>
                <a:t>aktivitas</a:t>
              </a:r>
              <a:r>
                <a:rPr lang="en-US" sz="1900" dirty="0"/>
                <a:t> “</a:t>
              </a:r>
              <a:r>
                <a:rPr lang="en-US" sz="1900" dirty="0" err="1"/>
                <a:t>Patung</a:t>
              </a:r>
              <a:r>
                <a:rPr lang="en-US" sz="1900" dirty="0"/>
                <a:t> </a:t>
              </a:r>
              <a:r>
                <a:rPr lang="en-US" sz="1900" dirty="0" err="1"/>
                <a:t>Ekspresi</a:t>
              </a:r>
              <a:r>
                <a:rPr lang="en-US" sz="1900" dirty="0"/>
                <a:t>” </a:t>
              </a:r>
              <a:r>
                <a:rPr lang="en-US" sz="1900" dirty="0" err="1"/>
                <a:t>untuk</a:t>
              </a:r>
              <a:r>
                <a:rPr lang="en-US" sz="1900" dirty="0"/>
                <a:t> </a:t>
              </a:r>
              <a:r>
                <a:rPr lang="en-US" sz="1900" dirty="0" err="1"/>
                <a:t>mengekspresikan</a:t>
              </a:r>
              <a:r>
                <a:rPr lang="en-US" sz="1900" dirty="0"/>
                <a:t> </a:t>
              </a:r>
              <a:r>
                <a:rPr lang="en-US" sz="1900" dirty="0" err="1"/>
                <a:t>emosinya</a:t>
              </a:r>
              <a:r>
                <a:rPr lang="en-US" sz="1900" dirty="0"/>
                <a:t>, </a:t>
              </a:r>
              <a:r>
                <a:rPr lang="en-US" sz="1900" dirty="0" err="1"/>
                <a:t>lalu</a:t>
              </a:r>
              <a:r>
                <a:rPr lang="en-US" sz="1900" dirty="0"/>
                <a:t> </a:t>
              </a:r>
              <a:r>
                <a:rPr lang="en-US" sz="1900" dirty="0" err="1"/>
                <a:t>dilanjutkan</a:t>
              </a:r>
              <a:r>
                <a:rPr lang="en-US" sz="1900" dirty="0"/>
                <a:t> </a:t>
              </a:r>
              <a:r>
                <a:rPr lang="en-US" sz="1900" dirty="0" err="1"/>
                <a:t>menjadi</a:t>
              </a:r>
              <a:r>
                <a:rPr lang="en-US" sz="1900" dirty="0"/>
                <a:t> </a:t>
              </a:r>
              <a:r>
                <a:rPr lang="en-US" sz="1900" dirty="0" err="1"/>
                <a:t>patung</a:t>
              </a:r>
              <a:r>
                <a:rPr lang="en-US" sz="1900" dirty="0"/>
                <a:t> </a:t>
              </a:r>
              <a:r>
                <a:rPr lang="en-US" sz="1900" dirty="0" err="1"/>
                <a:t>ekspresi</a:t>
              </a:r>
              <a:r>
                <a:rPr lang="en-US" sz="1900" dirty="0"/>
                <a:t> </a:t>
              </a:r>
              <a:r>
                <a:rPr lang="en-US" sz="1900" dirty="0" err="1"/>
                <a:t>kedua</a:t>
              </a:r>
              <a:r>
                <a:rPr lang="en-US" sz="1900" dirty="0"/>
                <a:t> </a:t>
              </a:r>
              <a:r>
                <a:rPr lang="en-US" sz="1900" dirty="0" err="1"/>
                <a:t>yaitu</a:t>
              </a:r>
              <a:r>
                <a:rPr lang="en-US" sz="1900" dirty="0"/>
                <a:t> </a:t>
              </a:r>
              <a:r>
                <a:rPr lang="en-US" sz="1900" dirty="0" err="1"/>
                <a:t>saat</a:t>
              </a:r>
              <a:r>
                <a:rPr lang="en-US" sz="1900" dirty="0"/>
                <a:t> </a:t>
              </a:r>
              <a:r>
                <a:rPr lang="en-US" sz="1900" dirty="0" err="1"/>
                <a:t>mereka</a:t>
              </a:r>
              <a:r>
                <a:rPr lang="en-US" sz="1900" dirty="0"/>
                <a:t> </a:t>
              </a:r>
              <a:r>
                <a:rPr lang="en-US" sz="1900" dirty="0" err="1"/>
                <a:t>berupaya</a:t>
              </a:r>
              <a:r>
                <a:rPr lang="en-US" sz="1900" dirty="0"/>
                <a:t> </a:t>
              </a:r>
              <a:r>
                <a:rPr lang="en-US" sz="1900" dirty="0" err="1"/>
                <a:t>meredakan</a:t>
              </a:r>
              <a:r>
                <a:rPr lang="en-US" sz="1900" dirty="0"/>
                <a:t> </a:t>
              </a:r>
              <a:r>
                <a:rPr lang="en-US" sz="1900" dirty="0" err="1"/>
                <a:t>emosinya</a:t>
              </a:r>
              <a:r>
                <a:rPr lang="en-US" sz="1900" dirty="0"/>
                <a:t>. </a:t>
              </a:r>
              <a:r>
                <a:rPr lang="en-US" sz="1900" dirty="0" err="1"/>
                <a:t>Fasilitator</a:t>
              </a:r>
              <a:r>
                <a:rPr lang="en-US" sz="1900" dirty="0"/>
                <a:t> </a:t>
              </a:r>
              <a:r>
                <a:rPr lang="en-US" sz="1900" dirty="0" err="1"/>
                <a:t>memberi</a:t>
              </a:r>
              <a:r>
                <a:rPr lang="en-US" sz="1900" dirty="0"/>
                <a:t> </a:t>
              </a:r>
              <a:r>
                <a:rPr lang="en-US" sz="1900" dirty="0" err="1"/>
                <a:t>contoh</a:t>
              </a:r>
              <a:r>
                <a:rPr lang="en-US" sz="1900" dirty="0"/>
                <a:t>.</a:t>
              </a:r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900" dirty="0"/>
                <a:t>Di </a:t>
              </a:r>
              <a:r>
                <a:rPr lang="en-US" sz="1900" dirty="0" err="1"/>
                <a:t>dalam</a:t>
              </a:r>
              <a:r>
                <a:rPr lang="en-US" sz="1900" dirty="0"/>
                <a:t> </a:t>
              </a:r>
              <a:r>
                <a:rPr lang="en-US" sz="1900" dirty="0" err="1"/>
                <a:t>kelompok</a:t>
              </a:r>
              <a:r>
                <a:rPr lang="en-US" sz="1900" dirty="0"/>
                <a:t> </a:t>
              </a:r>
              <a:r>
                <a:rPr lang="en-US" sz="1900" dirty="0" err="1"/>
                <a:t>masing-masing</a:t>
              </a:r>
              <a:r>
                <a:rPr lang="en-US" sz="1900" dirty="0"/>
                <a:t>, </a:t>
              </a:r>
              <a:r>
                <a:rPr lang="en-US" sz="1900" dirty="0" err="1"/>
                <a:t>mintalah</a:t>
              </a:r>
              <a:r>
                <a:rPr lang="en-US" sz="1900" dirty="0"/>
                <a:t> </a:t>
              </a:r>
              <a:r>
                <a:rPr lang="en-US" sz="1900" dirty="0" err="1"/>
                <a:t>secara</a:t>
              </a:r>
              <a:r>
                <a:rPr lang="en-US" sz="1900" dirty="0"/>
                <a:t> </a:t>
              </a:r>
              <a:r>
                <a:rPr lang="en-US" sz="1900" dirty="0" err="1"/>
                <a:t>bergantian</a:t>
              </a:r>
              <a:r>
                <a:rPr lang="en-US" sz="1900" dirty="0"/>
                <a:t> salah </a:t>
              </a:r>
              <a:r>
                <a:rPr lang="en-US" sz="1900" dirty="0" err="1"/>
                <a:t>satu</a:t>
              </a:r>
              <a:r>
                <a:rPr lang="en-US" sz="1900" dirty="0"/>
                <a:t> </a:t>
              </a:r>
              <a:r>
                <a:rPr lang="en-US" sz="1900" dirty="0" err="1"/>
                <a:t>anggota</a:t>
              </a:r>
              <a:r>
                <a:rPr lang="en-US" sz="1900" dirty="0"/>
                <a:t> </a:t>
              </a:r>
              <a:r>
                <a:rPr lang="en-US" sz="1900" dirty="0" err="1"/>
                <a:t>kelompok</a:t>
              </a:r>
              <a:r>
                <a:rPr lang="en-US" sz="1900" dirty="0"/>
                <a:t> </a:t>
              </a:r>
              <a:r>
                <a:rPr lang="en-US" sz="1900" dirty="0" err="1"/>
                <a:t>mempraktekkan</a:t>
              </a:r>
              <a:r>
                <a:rPr lang="en-US" sz="1900" dirty="0"/>
                <a:t> </a:t>
              </a:r>
              <a:r>
                <a:rPr lang="en-US" sz="1900" dirty="0" err="1"/>
                <a:t>secara</a:t>
              </a:r>
              <a:r>
                <a:rPr lang="en-US" sz="1900" dirty="0"/>
                <a:t> </a:t>
              </a:r>
              <a:r>
                <a:rPr lang="en-US" sz="1900" dirty="0" err="1"/>
                <a:t>acak</a:t>
              </a:r>
              <a:r>
                <a:rPr lang="en-US" sz="1900" dirty="0"/>
                <a:t> </a:t>
              </a:r>
              <a:r>
                <a:rPr lang="en-US" sz="1900" dirty="0" err="1"/>
                <a:t>patung</a:t>
              </a:r>
              <a:r>
                <a:rPr lang="en-US" sz="1900" dirty="0"/>
                <a:t> </a:t>
              </a:r>
              <a:r>
                <a:rPr lang="en-US" sz="1900" dirty="0" err="1"/>
                <a:t>ekspresi</a:t>
              </a:r>
              <a:r>
                <a:rPr lang="en-US" sz="1900" dirty="0"/>
                <a:t> 1 (</a:t>
              </a:r>
              <a:r>
                <a:rPr lang="en-US" sz="1900" dirty="0" err="1"/>
                <a:t>saat</a:t>
              </a:r>
              <a:r>
                <a:rPr lang="en-US" sz="1900" dirty="0"/>
                <a:t> </a:t>
              </a:r>
              <a:r>
                <a:rPr lang="en-US" sz="1900" dirty="0" err="1"/>
                <a:t>merasakan</a:t>
              </a:r>
              <a:r>
                <a:rPr lang="en-US" sz="1900" dirty="0"/>
                <a:t> </a:t>
              </a:r>
              <a:r>
                <a:rPr lang="en-US" sz="1900" dirty="0" err="1"/>
                <a:t>emosi</a:t>
              </a:r>
              <a:r>
                <a:rPr lang="en-US" sz="1900" dirty="0"/>
                <a:t> </a:t>
              </a:r>
              <a:r>
                <a:rPr lang="en-US" sz="1900" dirty="0" err="1"/>
                <a:t>tertentu</a:t>
              </a:r>
              <a:r>
                <a:rPr lang="en-US" sz="1900" dirty="0"/>
                <a:t>) </a:t>
              </a:r>
              <a:r>
                <a:rPr lang="en-US" sz="1900" dirty="0" err="1"/>
                <a:t>lalu</a:t>
              </a:r>
              <a:r>
                <a:rPr lang="en-US" sz="1900" dirty="0"/>
                <a:t> </a:t>
              </a:r>
              <a:r>
                <a:rPr lang="en-US" sz="1900" dirty="0" err="1"/>
                <a:t>ketiga</a:t>
              </a:r>
              <a:r>
                <a:rPr lang="en-US" sz="1900" dirty="0"/>
                <a:t> </a:t>
              </a:r>
              <a:r>
                <a:rPr lang="en-US" sz="1900" dirty="0" err="1"/>
                <a:t>teman</a:t>
              </a:r>
              <a:r>
                <a:rPr lang="en-US" sz="1900" dirty="0"/>
                <a:t> yang lain </a:t>
              </a:r>
              <a:r>
                <a:rPr lang="en-US" sz="1900" dirty="0" err="1"/>
                <a:t>menebaknya</a:t>
              </a:r>
              <a:r>
                <a:rPr lang="en-US" sz="1900" dirty="0"/>
                <a:t>. </a:t>
              </a:r>
              <a:r>
                <a:rPr lang="en-US" sz="1900" dirty="0" err="1"/>
                <a:t>Lanjutkan</a:t>
              </a:r>
              <a:r>
                <a:rPr lang="en-US" sz="1900" dirty="0"/>
                <a:t> </a:t>
              </a:r>
              <a:r>
                <a:rPr lang="en-US" sz="1900" dirty="0" err="1"/>
                <a:t>dengan</a:t>
              </a:r>
              <a:r>
                <a:rPr lang="en-US" sz="1900" dirty="0"/>
                <a:t> </a:t>
              </a:r>
              <a:r>
                <a:rPr lang="en-US" sz="1900" dirty="0" err="1"/>
                <a:t>mempraktekkan</a:t>
              </a:r>
              <a:r>
                <a:rPr lang="en-US" sz="1900" dirty="0"/>
                <a:t> </a:t>
              </a:r>
              <a:r>
                <a:rPr lang="en-US" sz="1900" dirty="0" err="1"/>
                <a:t>patung</a:t>
              </a:r>
              <a:r>
                <a:rPr lang="en-US" sz="1900" dirty="0"/>
                <a:t> </a:t>
              </a:r>
              <a:r>
                <a:rPr lang="en-US" sz="1900" dirty="0" err="1"/>
                <a:t>ekspresi</a:t>
              </a:r>
              <a:r>
                <a:rPr lang="en-US" sz="1900" dirty="0"/>
                <a:t> 2 (</a:t>
              </a:r>
              <a:r>
                <a:rPr lang="en-US" sz="1900" dirty="0" err="1"/>
                <a:t>saat</a:t>
              </a:r>
              <a:r>
                <a:rPr lang="en-US" sz="1900" dirty="0"/>
                <a:t> </a:t>
              </a:r>
              <a:r>
                <a:rPr lang="en-US" sz="1900" dirty="0" err="1"/>
                <a:t>berupaya</a:t>
              </a:r>
              <a:r>
                <a:rPr lang="en-US" sz="1900" dirty="0"/>
                <a:t> </a:t>
              </a:r>
              <a:r>
                <a:rPr lang="en-US" sz="1900" dirty="0" err="1"/>
                <a:t>meredakan</a:t>
              </a:r>
              <a:r>
                <a:rPr lang="en-US" sz="1900" dirty="0"/>
                <a:t> </a:t>
              </a:r>
              <a:r>
                <a:rPr lang="en-US" sz="1900" dirty="0" err="1"/>
                <a:t>emosi</a:t>
              </a:r>
              <a:r>
                <a:rPr lang="en-US" sz="1900" dirty="0"/>
                <a:t> </a:t>
              </a:r>
              <a:r>
                <a:rPr lang="en-US" sz="1900" dirty="0" err="1"/>
                <a:t>tersebut</a:t>
              </a:r>
              <a:r>
                <a:rPr lang="en-US" sz="1900" dirty="0"/>
                <a:t>), </a:t>
              </a:r>
              <a:r>
                <a:rPr lang="en-US" sz="1900" dirty="0" err="1"/>
                <a:t>ketiga</a:t>
              </a:r>
              <a:r>
                <a:rPr lang="en-US" sz="1900" dirty="0"/>
                <a:t> </a:t>
              </a:r>
              <a:r>
                <a:rPr lang="en-US" sz="1900" dirty="0" err="1"/>
                <a:t>teman</a:t>
              </a:r>
              <a:r>
                <a:rPr lang="en-US" sz="1900" dirty="0"/>
                <a:t> yang lain </a:t>
              </a:r>
              <a:r>
                <a:rPr lang="en-US" sz="1900" dirty="0" err="1"/>
                <a:t>kembali</a:t>
              </a:r>
              <a:r>
                <a:rPr lang="en-US" sz="1900" dirty="0"/>
                <a:t> </a:t>
              </a:r>
              <a:r>
                <a:rPr lang="en-US" sz="1900" dirty="0" err="1"/>
                <a:t>menebaknya</a:t>
              </a:r>
              <a:r>
                <a:rPr lang="en-US" sz="1900" dirty="0"/>
                <a:t>. </a:t>
              </a:r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900" dirty="0" err="1"/>
                <a:t>Fasilitator</a:t>
              </a:r>
              <a:r>
                <a:rPr lang="en-US" sz="1900" dirty="0"/>
                <a:t> </a:t>
              </a:r>
              <a:r>
                <a:rPr lang="en-US" sz="1900" dirty="0" err="1"/>
                <a:t>memandu</a:t>
              </a:r>
              <a:r>
                <a:rPr lang="en-US" sz="1900" dirty="0"/>
                <a:t> </a:t>
              </a:r>
              <a:r>
                <a:rPr lang="en-US" sz="1900" dirty="0" err="1"/>
                <a:t>refleksi</a:t>
              </a:r>
              <a:r>
                <a:rPr lang="en-US" sz="1900" dirty="0"/>
                <a:t> </a:t>
              </a:r>
              <a:r>
                <a:rPr lang="en-US" sz="1900" dirty="0" err="1"/>
                <a:t>dari</a:t>
              </a:r>
              <a:r>
                <a:rPr lang="en-US" sz="1900" dirty="0"/>
                <a:t> </a:t>
              </a:r>
              <a:r>
                <a:rPr lang="en-US" sz="1900" dirty="0" err="1"/>
                <a:t>aktivitas</a:t>
              </a:r>
              <a:r>
                <a:rPr lang="en-US" sz="1900" dirty="0"/>
                <a:t> yang </a:t>
              </a:r>
              <a:r>
                <a:rPr lang="en-US" sz="1900" dirty="0" err="1"/>
                <a:t>telah</a:t>
              </a:r>
              <a:r>
                <a:rPr lang="en-US" sz="1900" dirty="0"/>
                <a:t> </a:t>
              </a:r>
              <a:r>
                <a:rPr lang="en-US" sz="1900" dirty="0" err="1"/>
                <a:t>dilakukan</a:t>
              </a:r>
              <a:r>
                <a:rPr lang="en-US" sz="1900" dirty="0"/>
                <a:t> </a:t>
              </a:r>
              <a:r>
                <a:rPr lang="en-US" sz="1900" dirty="0" err="1"/>
                <a:t>secara</a:t>
              </a:r>
              <a:r>
                <a:rPr lang="en-US" sz="1900" dirty="0"/>
                <a:t> </a:t>
              </a:r>
              <a:r>
                <a:rPr lang="en-US" sz="1900" dirty="0" err="1"/>
                <a:t>berkelompok</a:t>
              </a:r>
              <a:r>
                <a:rPr lang="en-US" sz="1900" dirty="0"/>
                <a:t> </a:t>
              </a:r>
              <a:r>
                <a:rPr lang="en-US" sz="1900" dirty="0" err="1"/>
                <a:t>ini</a:t>
              </a:r>
              <a:r>
                <a:rPr lang="en-US" sz="1900" dirty="0"/>
                <a:t>. </a:t>
              </a:r>
              <a:r>
                <a:rPr lang="en-US" sz="1900" dirty="0" err="1"/>
                <a:t>Lakukan</a:t>
              </a:r>
              <a:r>
                <a:rPr lang="en-US" sz="1900" dirty="0"/>
                <a:t> </a:t>
              </a:r>
              <a:r>
                <a:rPr lang="en-US" sz="1900" dirty="0" err="1"/>
                <a:t>diskusi</a:t>
              </a:r>
              <a:r>
                <a:rPr lang="en-US" sz="1900" dirty="0"/>
                <a:t> </a:t>
              </a:r>
              <a:r>
                <a:rPr lang="en-US" sz="1900" dirty="0" err="1"/>
                <a:t>interaktif</a:t>
              </a:r>
              <a:r>
                <a:rPr lang="en-US" sz="1900" dirty="0"/>
                <a:t> </a:t>
              </a:r>
              <a:r>
                <a:rPr lang="en-US" sz="1900" dirty="0" err="1"/>
                <a:t>dan</a:t>
              </a:r>
              <a:r>
                <a:rPr lang="en-US" sz="1900" dirty="0"/>
                <a:t> </a:t>
              </a:r>
              <a:r>
                <a:rPr lang="en-US" sz="1900" dirty="0" err="1"/>
                <a:t>ajak</a:t>
              </a:r>
              <a:r>
                <a:rPr lang="en-US" sz="1900" dirty="0"/>
                <a:t> </a:t>
              </a:r>
              <a:r>
                <a:rPr lang="en-US" sz="1900" dirty="0" err="1"/>
                <a:t>peserta</a:t>
              </a:r>
              <a:r>
                <a:rPr lang="en-US" sz="1900" dirty="0"/>
                <a:t> </a:t>
              </a:r>
              <a:r>
                <a:rPr lang="en-US" sz="1900" dirty="0" err="1"/>
                <a:t>untuk</a:t>
              </a:r>
              <a:r>
                <a:rPr lang="en-US" sz="1900" dirty="0"/>
                <a:t> </a:t>
              </a:r>
              <a:r>
                <a:rPr lang="en-US" sz="1900" dirty="0" err="1"/>
                <a:t>menyimpulkan</a:t>
              </a:r>
              <a:r>
                <a:rPr lang="en-US" sz="1900" dirty="0"/>
                <a:t>.</a:t>
              </a:r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900" dirty="0" err="1"/>
                <a:t>Poin</a:t>
              </a:r>
              <a:r>
                <a:rPr lang="en-US" sz="1900" dirty="0"/>
                <a:t> </a:t>
              </a:r>
              <a:r>
                <a:rPr lang="en-US" sz="1900" dirty="0" err="1"/>
                <a:t>kesimpulan</a:t>
              </a:r>
              <a:r>
                <a:rPr lang="en-US" sz="1900" dirty="0"/>
                <a:t>: </a:t>
              </a:r>
              <a:r>
                <a:rPr lang="en-US" sz="1900" dirty="0" err="1"/>
                <a:t>mengendalikan</a:t>
              </a:r>
              <a:r>
                <a:rPr lang="en-US" sz="1900" dirty="0"/>
                <a:t> </a:t>
              </a:r>
              <a:r>
                <a:rPr lang="en-US" sz="1900" dirty="0" err="1"/>
                <a:t>diri</a:t>
              </a:r>
              <a:r>
                <a:rPr lang="en-US" sz="1900" dirty="0"/>
                <a:t> </a:t>
              </a:r>
              <a:r>
                <a:rPr lang="en-US" sz="1900" dirty="0" err="1"/>
                <a:t>dan</a:t>
              </a:r>
              <a:r>
                <a:rPr lang="en-US" sz="1900" dirty="0"/>
                <a:t> </a:t>
              </a:r>
              <a:r>
                <a:rPr lang="en-US" sz="1900" dirty="0" err="1"/>
                <a:t>mengelola</a:t>
              </a:r>
              <a:r>
                <a:rPr lang="en-US" sz="1900" dirty="0"/>
                <a:t> </a:t>
              </a:r>
              <a:r>
                <a:rPr lang="en-US" sz="1900" dirty="0" err="1"/>
                <a:t>emosi</a:t>
              </a:r>
              <a:r>
                <a:rPr lang="en-US" sz="1900" dirty="0"/>
                <a:t> </a:t>
              </a:r>
              <a:r>
                <a:rPr lang="en-US" sz="1900" dirty="0" err="1"/>
                <a:t>menjadi</a:t>
              </a:r>
              <a:r>
                <a:rPr lang="en-US" sz="1900" dirty="0"/>
                <a:t> </a:t>
              </a:r>
              <a:r>
                <a:rPr lang="en-US" sz="1900" dirty="0" err="1"/>
                <a:t>penting</a:t>
              </a:r>
              <a:r>
                <a:rPr lang="en-US" sz="1900" dirty="0"/>
                <a:t> agar </a:t>
              </a:r>
              <a:r>
                <a:rPr lang="en-US" sz="1900" dirty="0" err="1"/>
                <a:t>dinamika</a:t>
              </a:r>
              <a:r>
                <a:rPr lang="en-US" sz="1900" dirty="0"/>
                <a:t> </a:t>
              </a:r>
              <a:r>
                <a:rPr lang="en-US" sz="1900" dirty="0" err="1"/>
                <a:t>psikologi</a:t>
              </a:r>
              <a:r>
                <a:rPr lang="en-US" sz="1900" dirty="0"/>
                <a:t> </a:t>
              </a:r>
              <a:r>
                <a:rPr lang="en-US" sz="1900" dirty="0" err="1"/>
                <a:t>tetap</a:t>
              </a:r>
              <a:r>
                <a:rPr lang="en-US" sz="1900" dirty="0"/>
                <a:t> </a:t>
              </a:r>
              <a:r>
                <a:rPr lang="en-US" sz="1900" dirty="0" err="1"/>
                <a:t>dalam</a:t>
              </a:r>
              <a:r>
                <a:rPr lang="en-US" sz="1900" dirty="0"/>
                <a:t> </a:t>
              </a:r>
              <a:r>
                <a:rPr lang="en-US" sz="1900" dirty="0" err="1"/>
                <a:t>konsisi</a:t>
              </a:r>
              <a:r>
                <a:rPr lang="en-US" sz="1900" dirty="0"/>
                <a:t> yang </a:t>
              </a:r>
              <a:r>
                <a:rPr lang="en-US" sz="1900" dirty="0" err="1"/>
                <a:t>sehat</a:t>
              </a:r>
              <a:r>
                <a:rPr lang="en-US" sz="1900" dirty="0"/>
                <a:t>.</a:t>
              </a:r>
              <a:endParaRPr lang="en-ID" sz="1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952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141762"/>
              </p:ext>
            </p:extLst>
          </p:nvPr>
        </p:nvGraphicFramePr>
        <p:xfrm>
          <a:off x="578069" y="874059"/>
          <a:ext cx="11013296" cy="558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7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6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0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Pertanyaan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Jawaban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554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Apa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biasanya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membuat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marah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senang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sedih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cemas</a:t>
                      </a:r>
                      <a:r>
                        <a:rPr lang="en-US" dirty="0"/>
                        <a:t>?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Marah: </a:t>
                      </a:r>
                    </a:p>
                    <a:p>
                      <a:pPr algn="l"/>
                      <a:r>
                        <a:rPr lang="en-US" dirty="0" err="1"/>
                        <a:t>Senang</a:t>
                      </a:r>
                      <a:r>
                        <a:rPr lang="en-US" dirty="0"/>
                        <a:t>:</a:t>
                      </a:r>
                    </a:p>
                    <a:p>
                      <a:pPr algn="l"/>
                      <a:r>
                        <a:rPr lang="en-US" dirty="0" err="1"/>
                        <a:t>Sedih</a:t>
                      </a:r>
                      <a:r>
                        <a:rPr lang="en-US" dirty="0"/>
                        <a:t>:</a:t>
                      </a:r>
                    </a:p>
                    <a:p>
                      <a:pPr algn="l"/>
                      <a:r>
                        <a:rPr lang="en-US" dirty="0" err="1"/>
                        <a:t>Cemas</a:t>
                      </a:r>
                      <a:r>
                        <a:rPr lang="en-US" dirty="0"/>
                        <a:t>: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28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Apa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emosi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negatif</a:t>
                      </a:r>
                      <a:r>
                        <a:rPr lang="en-US" dirty="0"/>
                        <a:t> yang paling </a:t>
                      </a:r>
                      <a:r>
                        <a:rPr lang="en-US" dirty="0" err="1"/>
                        <a:t>sering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dirasakan</a:t>
                      </a:r>
                      <a:r>
                        <a:rPr lang="en-US" dirty="0"/>
                        <a:t>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23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err="1"/>
                        <a:t>Apa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biasanya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terjadi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sedang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dikuasai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emosi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negatif</a:t>
                      </a:r>
                      <a:r>
                        <a:rPr lang="en-US" dirty="0"/>
                        <a:t>?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2398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Apa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biasanya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dilakukan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meredakan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emosi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negatif</a:t>
                      </a:r>
                      <a:r>
                        <a:rPr lang="en-US" dirty="0"/>
                        <a:t> ? 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2398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Apa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diharapkan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orang-orang </a:t>
                      </a:r>
                      <a:r>
                        <a:rPr lang="en-US" dirty="0" err="1"/>
                        <a:t>terdekat</a:t>
                      </a:r>
                      <a:r>
                        <a:rPr lang="en-US" dirty="0"/>
                        <a:t>?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le 5">
            <a:extLst>
              <a:ext uri="{FF2B5EF4-FFF2-40B4-BE49-F238E27FC236}">
                <a16:creationId xmlns:a16="http://schemas.microsoft.com/office/drawing/2014/main" id="{77A34A66-0707-F047-BDCB-985709715550}"/>
              </a:ext>
            </a:extLst>
          </p:cNvPr>
          <p:cNvSpPr txBox="1">
            <a:spLocks/>
          </p:cNvSpPr>
          <p:nvPr/>
        </p:nvSpPr>
        <p:spPr>
          <a:xfrm>
            <a:off x="919119" y="304800"/>
            <a:ext cx="10353762" cy="56925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Matrik</a:t>
            </a:r>
            <a:r>
              <a:rPr lang="en-US" dirty="0"/>
              <a:t> </a:t>
            </a:r>
            <a:r>
              <a:rPr lang="en-US" dirty="0" err="1"/>
              <a:t>emosiku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CC5076-7604-564E-8668-C7F929ED8FB8}"/>
              </a:ext>
            </a:extLst>
          </p:cNvPr>
          <p:cNvGrpSpPr/>
          <p:nvPr/>
        </p:nvGrpSpPr>
        <p:grpSpPr>
          <a:xfrm>
            <a:off x="256309" y="268418"/>
            <a:ext cx="11623964" cy="1089735"/>
            <a:chOff x="0" y="40022"/>
            <a:chExt cx="11623964" cy="11529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4703B9-5C0B-4042-A30B-040EF8841CCC}"/>
                </a:ext>
              </a:extLst>
            </p:cNvPr>
            <p:cNvSpPr/>
            <p:nvPr/>
          </p:nvSpPr>
          <p:spPr>
            <a:xfrm>
              <a:off x="0" y="40022"/>
              <a:ext cx="11623964" cy="11529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010904-706F-0045-8114-1CCA229251B1}"/>
                </a:ext>
              </a:extLst>
            </p:cNvPr>
            <p:cNvSpPr txBox="1"/>
            <p:nvPr/>
          </p:nvSpPr>
          <p:spPr>
            <a:xfrm>
              <a:off x="0" y="40022"/>
              <a:ext cx="11623964" cy="9680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4048" tIns="219456" rIns="384048" bIns="219456" numCol="1" spcCol="1270" anchor="ctr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ts val="516"/>
                </a:spcAft>
                <a:buNone/>
              </a:pPr>
              <a:r>
                <a:rPr lang="en-US" sz="3200" b="1" kern="1200" dirty="0" err="1"/>
                <a:t>Penjelasan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Langkah</a:t>
              </a:r>
              <a:r>
                <a:rPr lang="en-US" sz="3200" b="1" kern="1200" dirty="0"/>
                <a:t> </a:t>
              </a:r>
              <a:r>
                <a:rPr lang="en-US" sz="3200" b="1" dirty="0"/>
                <a:t>3</a:t>
              </a:r>
              <a:r>
                <a:rPr lang="en-US" sz="3200" b="1" kern="1200" dirty="0"/>
                <a:t>: </a:t>
              </a:r>
            </a:p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ts val="516"/>
                </a:spcAft>
                <a:buNone/>
              </a:pPr>
              <a:r>
                <a:rPr lang="en-US" sz="3200" b="1" kern="1200" dirty="0" err="1"/>
                <a:t>Mengambil</a:t>
              </a:r>
              <a:r>
                <a:rPr lang="en-US" sz="3200" b="1" kern="1200" dirty="0"/>
                <a:t> Keputusan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7182651-F0B6-FA48-A3B9-25CE73F8A021}"/>
              </a:ext>
            </a:extLst>
          </p:cNvPr>
          <p:cNvGrpSpPr/>
          <p:nvPr/>
        </p:nvGrpSpPr>
        <p:grpSpPr>
          <a:xfrm>
            <a:off x="256309" y="1183342"/>
            <a:ext cx="11623964" cy="5674658"/>
            <a:chOff x="0" y="979664"/>
            <a:chExt cx="11623964" cy="5326835"/>
          </a:xfrm>
          <a:solidFill>
            <a:schemeClr val="bg2">
              <a:lumMod val="9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0D548F-9F95-EC49-A727-6ED6E6373AD6}"/>
                </a:ext>
              </a:extLst>
            </p:cNvPr>
            <p:cNvSpPr/>
            <p:nvPr/>
          </p:nvSpPr>
          <p:spPr>
            <a:xfrm>
              <a:off x="0" y="1143760"/>
              <a:ext cx="11623964" cy="4898362"/>
            </a:xfrm>
            <a:prstGeom prst="rect">
              <a:avLst/>
            </a:prstGeom>
            <a:grpFill/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C65FC5-2F25-0B4F-A55D-D7F392DF17E9}"/>
                </a:ext>
              </a:extLst>
            </p:cNvPr>
            <p:cNvSpPr txBox="1"/>
            <p:nvPr/>
          </p:nvSpPr>
          <p:spPr>
            <a:xfrm>
              <a:off x="0" y="979664"/>
              <a:ext cx="11623964" cy="53268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8036" tIns="288036" rIns="384048" bIns="432054" numCol="1" spcCol="1270" anchor="t" anchorCtr="0">
              <a:noAutofit/>
            </a:bodyPr>
            <a:lstStyle/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600" dirty="0" err="1"/>
                <a:t>Fasilitator</a:t>
              </a:r>
              <a:r>
                <a:rPr lang="en-US" sz="1600" dirty="0"/>
                <a:t> </a:t>
              </a:r>
              <a:r>
                <a:rPr lang="en-US" sz="1600" dirty="0" err="1"/>
                <a:t>mereview</a:t>
              </a:r>
              <a:r>
                <a:rPr lang="en-US" sz="1600" dirty="0"/>
                <a:t> </a:t>
              </a:r>
              <a:r>
                <a:rPr lang="en-US" sz="1600" dirty="0" err="1"/>
                <a:t>hukum</a:t>
              </a:r>
              <a:r>
                <a:rPr lang="en-US" sz="1600" dirty="0"/>
                <a:t> </a:t>
              </a:r>
              <a:r>
                <a:rPr lang="en-US" sz="1600" dirty="0" err="1"/>
                <a:t>aksi-konsekuensi</a:t>
              </a:r>
              <a:endParaRPr lang="en-US" sz="1600" dirty="0"/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600" dirty="0" err="1"/>
                <a:t>Fasilitator</a:t>
              </a:r>
              <a:r>
                <a:rPr lang="en-US" sz="1600" dirty="0"/>
                <a:t> </a:t>
              </a:r>
              <a:r>
                <a:rPr lang="en-US" sz="1600" dirty="0" err="1"/>
                <a:t>melakukan</a:t>
              </a:r>
              <a:r>
                <a:rPr lang="en-US" sz="1600" dirty="0"/>
                <a:t> </a:t>
              </a:r>
              <a:r>
                <a:rPr lang="en-US" sz="1600" dirty="0" err="1"/>
                <a:t>diskusi</a:t>
              </a:r>
              <a:r>
                <a:rPr lang="en-US" sz="1600" dirty="0"/>
                <a:t> </a:t>
              </a:r>
              <a:r>
                <a:rPr lang="en-US" sz="1600" dirty="0" err="1"/>
                <a:t>interaktif</a:t>
              </a:r>
              <a:r>
                <a:rPr lang="en-US" sz="1600" dirty="0"/>
                <a:t> </a:t>
              </a:r>
              <a:r>
                <a:rPr lang="en-US" sz="1600" dirty="0" err="1"/>
                <a:t>terkait</a:t>
              </a:r>
              <a:r>
                <a:rPr lang="en-US" sz="1600" dirty="0"/>
                <a:t> </a:t>
              </a:r>
              <a:r>
                <a:rPr lang="en-US" sz="1600" dirty="0" err="1"/>
                <a:t>hal-hal</a:t>
              </a:r>
              <a:r>
                <a:rPr lang="en-US" sz="1600" dirty="0"/>
                <a:t> </a:t>
              </a:r>
              <a:r>
                <a:rPr lang="en-US" sz="1600" dirty="0" err="1"/>
                <a:t>penting</a:t>
              </a:r>
              <a:r>
                <a:rPr lang="en-US" sz="1600" dirty="0"/>
                <a:t> yang </a:t>
              </a:r>
              <a:r>
                <a:rPr lang="en-US" sz="1600" dirty="0" err="1"/>
                <a:t>perlu</a:t>
              </a:r>
              <a:r>
                <a:rPr lang="en-US" sz="1600" dirty="0"/>
                <a:t> </a:t>
              </a:r>
              <a:r>
                <a:rPr lang="en-US" sz="1600" dirty="0" err="1"/>
                <a:t>dipertimbankan</a:t>
              </a:r>
              <a:r>
                <a:rPr lang="en-US" sz="1600" dirty="0"/>
                <a:t> </a:t>
              </a:r>
              <a:r>
                <a:rPr lang="en-US" sz="1600" dirty="0" err="1"/>
                <a:t>dalam</a:t>
              </a:r>
              <a:r>
                <a:rPr lang="en-US" sz="1600" dirty="0"/>
                <a:t> </a:t>
              </a:r>
              <a:r>
                <a:rPr lang="en-US" sz="1600" dirty="0" err="1"/>
                <a:t>mengambil</a:t>
              </a:r>
              <a:r>
                <a:rPr lang="en-US" sz="1600" dirty="0"/>
                <a:t> </a:t>
              </a:r>
              <a:r>
                <a:rPr lang="en-US" sz="1600" dirty="0" err="1"/>
                <a:t>keputusan</a:t>
              </a:r>
              <a:r>
                <a:rPr lang="en-US" sz="1600" dirty="0"/>
                <a:t>: </a:t>
              </a:r>
            </a:p>
            <a:p>
              <a:pPr lvl="2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sz="1600" dirty="0"/>
                <a:t>Nilai/</a:t>
              </a:r>
              <a:r>
                <a:rPr lang="en-US" sz="1600" dirty="0" err="1"/>
                <a:t>prinsip</a:t>
              </a:r>
              <a:r>
                <a:rPr lang="en-US" sz="1600" dirty="0"/>
                <a:t> </a:t>
              </a:r>
              <a:r>
                <a:rPr lang="en-US" sz="1600" dirty="0" err="1"/>
                <a:t>hidup</a:t>
              </a:r>
              <a:endParaRPr lang="en-US" sz="1600" dirty="0"/>
            </a:p>
            <a:p>
              <a:pPr lvl="2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sz="1600" dirty="0" err="1"/>
                <a:t>Tujuan</a:t>
              </a:r>
              <a:r>
                <a:rPr lang="en-US" sz="1600" dirty="0"/>
                <a:t>/</a:t>
              </a:r>
              <a:r>
                <a:rPr lang="en-US" sz="1600" dirty="0" err="1"/>
                <a:t>harapan</a:t>
              </a:r>
              <a:r>
                <a:rPr lang="en-US" sz="1600" dirty="0"/>
                <a:t>/</a:t>
              </a:r>
              <a:r>
                <a:rPr lang="en-US" sz="1600" dirty="0" err="1"/>
                <a:t>cita-cita</a:t>
              </a:r>
              <a:endParaRPr lang="en-US" sz="1600" dirty="0"/>
            </a:p>
            <a:p>
              <a:pPr lvl="2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sz="1600" dirty="0" err="1"/>
                <a:t>Lingkar</a:t>
              </a:r>
              <a:r>
                <a:rPr lang="en-US" sz="1600" dirty="0"/>
                <a:t> </a:t>
              </a:r>
              <a:r>
                <a:rPr lang="en-US" sz="1600" dirty="0" err="1"/>
                <a:t>pengaruh</a:t>
              </a:r>
              <a:r>
                <a:rPr lang="en-US" sz="1600" dirty="0"/>
                <a:t> (</a:t>
              </a:r>
              <a:r>
                <a:rPr lang="en-US" sz="1600" dirty="0" err="1"/>
                <a:t>Lingkar</a:t>
              </a:r>
              <a:r>
                <a:rPr lang="en-US" sz="1600" dirty="0"/>
                <a:t> </a:t>
              </a:r>
              <a:r>
                <a:rPr lang="en-US" sz="1600" dirty="0" err="1"/>
                <a:t>kendali</a:t>
              </a:r>
              <a:r>
                <a:rPr lang="en-US" sz="1600" dirty="0"/>
                <a:t> </a:t>
              </a:r>
              <a:r>
                <a:rPr lang="en-US" sz="1600" dirty="0" err="1"/>
                <a:t>dan</a:t>
              </a:r>
              <a:r>
                <a:rPr lang="en-US" sz="1600" dirty="0"/>
                <a:t> </a:t>
              </a:r>
              <a:r>
                <a:rPr lang="en-US" sz="1600" dirty="0" err="1"/>
                <a:t>lingkar</a:t>
              </a:r>
              <a:r>
                <a:rPr lang="en-US" sz="1600" dirty="0"/>
                <a:t> </a:t>
              </a:r>
              <a:r>
                <a:rPr lang="en-US" sz="1600" dirty="0" err="1"/>
                <a:t>peduli</a:t>
              </a:r>
              <a:r>
                <a:rPr lang="en-US" sz="1600" dirty="0"/>
                <a:t>)</a:t>
              </a:r>
            </a:p>
            <a:p>
              <a:pPr lvl="2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lphaLcPeriod"/>
              </a:pPr>
              <a:r>
                <a:rPr lang="en-US" sz="1600" dirty="0" err="1"/>
                <a:t>Sikap</a:t>
              </a:r>
              <a:r>
                <a:rPr lang="en-US" sz="1600" dirty="0"/>
                <a:t> pro </a:t>
              </a:r>
              <a:r>
                <a:rPr lang="en-US" sz="1600" dirty="0" err="1"/>
                <a:t>aktif</a:t>
              </a:r>
              <a:endParaRPr lang="en-US" sz="1600" dirty="0"/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600" dirty="0" err="1"/>
                <a:t>Ajak</a:t>
              </a:r>
              <a:r>
                <a:rPr lang="en-US" sz="1600" dirty="0"/>
                <a:t> </a:t>
              </a:r>
              <a:r>
                <a:rPr lang="en-US" sz="1600" dirty="0" err="1"/>
                <a:t>peserta</a:t>
              </a:r>
              <a:r>
                <a:rPr lang="en-US" sz="1600" dirty="0"/>
                <a:t> (</a:t>
              </a:r>
              <a:r>
                <a:rPr lang="en-US" sz="1600" dirty="0" err="1"/>
                <a:t>dalam</a:t>
              </a:r>
              <a:r>
                <a:rPr lang="en-US" sz="1600" dirty="0"/>
                <a:t> </a:t>
              </a:r>
              <a:r>
                <a:rPr lang="en-US" sz="1600" dirty="0" err="1"/>
                <a:t>kelompok</a:t>
              </a:r>
              <a:r>
                <a:rPr lang="en-US" sz="1600" dirty="0"/>
                <a:t>) </a:t>
              </a:r>
              <a:r>
                <a:rPr lang="en-US" sz="1600" dirty="0" err="1"/>
                <a:t>untuk</a:t>
              </a:r>
              <a:r>
                <a:rPr lang="en-US" sz="1600" dirty="0"/>
                <a:t> </a:t>
              </a:r>
              <a:r>
                <a:rPr lang="en-US" sz="1600" dirty="0" err="1"/>
                <a:t>berlatih</a:t>
              </a:r>
              <a:r>
                <a:rPr lang="en-US" sz="1600" dirty="0"/>
                <a:t> </a:t>
              </a:r>
              <a:r>
                <a:rPr lang="en-US" sz="1600" dirty="0" err="1"/>
                <a:t>memetakan</a:t>
              </a:r>
              <a:r>
                <a:rPr lang="en-US" sz="1600" dirty="0"/>
                <a:t> </a:t>
              </a:r>
              <a:r>
                <a:rPr lang="en-US" sz="1600" dirty="0" err="1"/>
                <a:t>konsekuensi</a:t>
              </a:r>
              <a:r>
                <a:rPr lang="en-US" sz="1600" dirty="0"/>
                <a:t> </a:t>
              </a:r>
              <a:r>
                <a:rPr lang="en-US" sz="1600" dirty="0" err="1"/>
                <a:t>melalui</a:t>
              </a:r>
              <a:r>
                <a:rPr lang="en-US" sz="1600" dirty="0"/>
                <a:t> </a:t>
              </a:r>
              <a:r>
                <a:rPr lang="en-US" sz="1600" dirty="0" err="1"/>
                <a:t>aktivitas</a:t>
              </a:r>
              <a:r>
                <a:rPr lang="en-US" sz="1600" dirty="0"/>
                <a:t> “</a:t>
              </a:r>
              <a:r>
                <a:rPr lang="en-US" sz="1600" dirty="0" err="1"/>
                <a:t>Kemungkinan</a:t>
              </a:r>
              <a:r>
                <a:rPr lang="en-US" sz="1600" dirty="0"/>
                <a:t>” </a:t>
              </a:r>
              <a:r>
                <a:rPr lang="en-US" sz="1600" dirty="0" err="1"/>
                <a:t>dengan</a:t>
              </a:r>
              <a:r>
                <a:rPr lang="en-US" sz="1600" dirty="0"/>
                <a:t> </a:t>
              </a:r>
              <a:r>
                <a:rPr lang="en-US" sz="1600" dirty="0" err="1"/>
                <a:t>tema</a:t>
              </a:r>
              <a:r>
                <a:rPr lang="en-US" sz="1600" dirty="0"/>
                <a:t> </a:t>
              </a:r>
              <a:r>
                <a:rPr lang="en-US" sz="1600" dirty="0" err="1"/>
                <a:t>pergaulan</a:t>
              </a:r>
              <a:r>
                <a:rPr lang="en-US" sz="1600" dirty="0"/>
                <a:t> </a:t>
              </a:r>
              <a:r>
                <a:rPr lang="en-US" sz="1600" dirty="0" err="1"/>
                <a:t>tidak</a:t>
              </a:r>
              <a:r>
                <a:rPr lang="en-US" sz="1600" dirty="0"/>
                <a:t> </a:t>
              </a:r>
              <a:r>
                <a:rPr lang="en-US" sz="1600" dirty="0" err="1"/>
                <a:t>sehat</a:t>
              </a:r>
              <a:r>
                <a:rPr lang="en-US" sz="1600" dirty="0"/>
                <a:t>. </a:t>
              </a:r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600" dirty="0" err="1"/>
                <a:t>Fasilitator</a:t>
              </a:r>
              <a:r>
                <a:rPr lang="en-US" sz="1600" dirty="0"/>
                <a:t> </a:t>
              </a:r>
              <a:r>
                <a:rPr lang="en-US" sz="1600" dirty="0" err="1"/>
                <a:t>membagi</a:t>
              </a:r>
              <a:r>
                <a:rPr lang="en-US" sz="1600" dirty="0"/>
                <a:t> </a:t>
              </a:r>
              <a:r>
                <a:rPr lang="en-US" sz="1600" dirty="0" err="1"/>
                <a:t>peserta</a:t>
              </a:r>
              <a:r>
                <a:rPr lang="en-US" sz="1600" dirty="0"/>
                <a:t> </a:t>
              </a:r>
              <a:r>
                <a:rPr lang="en-US" sz="1600" dirty="0" err="1"/>
                <a:t>ke</a:t>
              </a:r>
              <a:r>
                <a:rPr lang="en-US" sz="1600" dirty="0"/>
                <a:t> </a:t>
              </a:r>
              <a:r>
                <a:rPr lang="en-US" sz="1600" dirty="0" err="1"/>
                <a:t>dalam</a:t>
              </a:r>
              <a:r>
                <a:rPr lang="en-US" sz="1600" dirty="0"/>
                <a:t> </a:t>
              </a:r>
              <a:r>
                <a:rPr lang="en-US" sz="1600" dirty="0" err="1"/>
                <a:t>beberapa</a:t>
              </a:r>
              <a:r>
                <a:rPr lang="en-US" sz="1600" dirty="0"/>
                <a:t> </a:t>
              </a:r>
              <a:r>
                <a:rPr lang="en-US" sz="1600" dirty="0" err="1"/>
                <a:t>kelompok</a:t>
              </a:r>
              <a:r>
                <a:rPr lang="en-US" sz="1600" dirty="0"/>
                <a:t> (</a:t>
              </a:r>
              <a:r>
                <a:rPr lang="en-US" sz="1600" dirty="0" err="1"/>
                <a:t>misal</a:t>
              </a:r>
              <a:r>
                <a:rPr lang="en-US" sz="1600" dirty="0"/>
                <a:t> 4 </a:t>
              </a:r>
              <a:r>
                <a:rPr lang="en-US" sz="1600" dirty="0" err="1"/>
                <a:t>kelompok</a:t>
              </a:r>
              <a:r>
                <a:rPr lang="en-US" sz="1600" dirty="0"/>
                <a:t>). </a:t>
              </a:r>
              <a:r>
                <a:rPr lang="en-US" sz="1600" dirty="0" err="1"/>
                <a:t>Setiap</a:t>
              </a:r>
              <a:r>
                <a:rPr lang="en-US" sz="1600" dirty="0"/>
                <a:t> </a:t>
              </a:r>
              <a:r>
                <a:rPr lang="en-US" sz="1600" dirty="0" err="1"/>
                <a:t>kelompok</a:t>
              </a:r>
              <a:r>
                <a:rPr lang="en-US" sz="1600" dirty="0"/>
                <a:t> </a:t>
              </a:r>
              <a:r>
                <a:rPr lang="en-US" sz="1600" dirty="0" err="1"/>
                <a:t>diminta</a:t>
              </a:r>
              <a:r>
                <a:rPr lang="en-US" sz="1600" dirty="0"/>
                <a:t> </a:t>
              </a:r>
              <a:r>
                <a:rPr lang="en-US" sz="1600" dirty="0" err="1"/>
                <a:t>melakukan</a:t>
              </a:r>
              <a:r>
                <a:rPr lang="en-US" sz="1600" dirty="0"/>
                <a:t> </a:t>
              </a:r>
              <a:r>
                <a:rPr lang="en-US" sz="1600" dirty="0" err="1"/>
                <a:t>pemetaan</a:t>
              </a:r>
              <a:r>
                <a:rPr lang="en-US" sz="1600" dirty="0"/>
                <a:t> </a:t>
              </a:r>
              <a:r>
                <a:rPr lang="en-US" sz="1600" dirty="0" err="1"/>
                <a:t>konsekuensi</a:t>
              </a:r>
              <a:r>
                <a:rPr lang="en-US" sz="1600" dirty="0"/>
                <a:t> (</a:t>
              </a:r>
              <a:r>
                <a:rPr lang="en-US" sz="1600" dirty="0" err="1"/>
                <a:t>kemungkinan-kemungkina</a:t>
              </a:r>
              <a:r>
                <a:rPr lang="en-US" sz="1600" dirty="0"/>
                <a:t> yang </a:t>
              </a:r>
              <a:r>
                <a:rPr lang="en-US" sz="1600" dirty="0" err="1"/>
                <a:t>bisa</a:t>
              </a:r>
              <a:r>
                <a:rPr lang="en-US" sz="1600" dirty="0"/>
                <a:t> </a:t>
              </a:r>
              <a:r>
                <a:rPr lang="en-US" sz="1600" dirty="0" err="1"/>
                <a:t>terjadi</a:t>
              </a:r>
              <a:r>
                <a:rPr lang="en-US" sz="1600" dirty="0"/>
                <a:t>) </a:t>
              </a:r>
              <a:r>
                <a:rPr lang="en-US" sz="1600" dirty="0" err="1"/>
                <a:t>sebagai</a:t>
              </a:r>
              <a:r>
                <a:rPr lang="en-US" sz="1600" dirty="0"/>
                <a:t> </a:t>
              </a:r>
              <a:r>
                <a:rPr lang="en-US" sz="1600" dirty="0" err="1"/>
                <a:t>resiko</a:t>
              </a:r>
              <a:r>
                <a:rPr lang="en-US" sz="1600" dirty="0"/>
                <a:t> yang </a:t>
              </a:r>
              <a:r>
                <a:rPr lang="en-US" sz="1600" dirty="0" err="1"/>
                <a:t>dihadapi</a:t>
              </a:r>
              <a:r>
                <a:rPr lang="en-US" sz="1600" dirty="0"/>
                <a:t> </a:t>
              </a:r>
              <a:r>
                <a:rPr lang="en-US" sz="1600" dirty="0" err="1"/>
                <a:t>dimualai</a:t>
              </a:r>
              <a:r>
                <a:rPr lang="en-US" sz="1600" dirty="0"/>
                <a:t> </a:t>
              </a:r>
              <a:r>
                <a:rPr lang="en-US" sz="1600" dirty="0" err="1"/>
                <a:t>dari</a:t>
              </a:r>
              <a:r>
                <a:rPr lang="en-US" sz="1600" dirty="0"/>
                <a:t> </a:t>
              </a:r>
              <a:r>
                <a:rPr lang="en-US" sz="1600" dirty="0" err="1"/>
                <a:t>pilihan</a:t>
              </a:r>
              <a:r>
                <a:rPr lang="en-US" sz="1600" dirty="0"/>
                <a:t> : </a:t>
              </a:r>
              <a:r>
                <a:rPr lang="en-US" sz="1600" dirty="0" err="1"/>
                <a:t>Pacaran</a:t>
              </a:r>
              <a:r>
                <a:rPr lang="en-US" sz="1600" dirty="0"/>
                <a:t> VS </a:t>
              </a:r>
              <a:r>
                <a:rPr lang="en-US" sz="1600" dirty="0" err="1"/>
                <a:t>Tidak</a:t>
              </a:r>
              <a:r>
                <a:rPr lang="en-US" sz="1600" dirty="0"/>
                <a:t> </a:t>
              </a:r>
              <a:r>
                <a:rPr lang="en-US" sz="1600" dirty="0" err="1"/>
                <a:t>Pacaran</a:t>
              </a:r>
              <a:endParaRPr lang="en-US" sz="1600" dirty="0"/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600" dirty="0"/>
                <a:t>Beri </a:t>
              </a:r>
              <a:r>
                <a:rPr lang="en-US" sz="1600" dirty="0" err="1"/>
                <a:t>waktu</a:t>
              </a:r>
              <a:r>
                <a:rPr lang="en-US" sz="1600" dirty="0"/>
                <a:t> 10 </a:t>
              </a:r>
              <a:r>
                <a:rPr lang="en-US" sz="1600" dirty="0" err="1"/>
                <a:t>menit</a:t>
              </a:r>
              <a:r>
                <a:rPr lang="en-US" sz="1600" dirty="0"/>
                <a:t> </a:t>
              </a:r>
              <a:r>
                <a:rPr lang="en-US" sz="1600" dirty="0" err="1"/>
                <a:t>untuk</a:t>
              </a:r>
              <a:r>
                <a:rPr lang="en-US" sz="1600" dirty="0"/>
                <a:t> </a:t>
              </a:r>
              <a:r>
                <a:rPr lang="en-US" sz="1600" dirty="0" err="1"/>
                <a:t>menyelesaikan</a:t>
              </a:r>
              <a:r>
                <a:rPr lang="en-US" sz="1600" dirty="0"/>
                <a:t> </a:t>
              </a:r>
              <a:r>
                <a:rPr lang="en-US" sz="1600" dirty="0" err="1"/>
                <a:t>diskusi</a:t>
              </a:r>
              <a:r>
                <a:rPr lang="en-US" sz="1600" dirty="0"/>
                <a:t> </a:t>
              </a:r>
              <a:r>
                <a:rPr lang="en-US" sz="1600" dirty="0" err="1"/>
                <a:t>kelompok</a:t>
              </a:r>
              <a:r>
                <a:rPr lang="en-US" sz="1600" dirty="0"/>
                <a:t>, </a:t>
              </a:r>
              <a:r>
                <a:rPr lang="en-US" sz="1600" dirty="0" err="1"/>
                <a:t>lalu</a:t>
              </a:r>
              <a:r>
                <a:rPr lang="en-US" sz="1600" dirty="0"/>
                <a:t> </a:t>
              </a:r>
              <a:r>
                <a:rPr lang="en-US" sz="1600" dirty="0" err="1"/>
                <a:t>kembali</a:t>
              </a:r>
              <a:r>
                <a:rPr lang="en-US" sz="1600" dirty="0"/>
                <a:t> </a:t>
              </a:r>
              <a:r>
                <a:rPr lang="en-US" sz="1600" dirty="0" err="1"/>
                <a:t>ke</a:t>
              </a:r>
              <a:r>
                <a:rPr lang="en-US" sz="1600" dirty="0"/>
                <a:t> forum </a:t>
              </a:r>
              <a:r>
                <a:rPr lang="en-US" sz="1600" dirty="0" err="1"/>
                <a:t>besar</a:t>
              </a:r>
              <a:r>
                <a:rPr lang="en-US" sz="1600" dirty="0"/>
                <a:t>. </a:t>
              </a:r>
              <a:r>
                <a:rPr lang="en-US" sz="1600" dirty="0" err="1"/>
                <a:t>Masing-masing</a:t>
              </a:r>
              <a:r>
                <a:rPr lang="en-US" sz="1600" dirty="0"/>
                <a:t> </a:t>
              </a:r>
              <a:r>
                <a:rPr lang="en-US" sz="1600" dirty="0" err="1"/>
                <a:t>kelompok</a:t>
              </a:r>
              <a:r>
                <a:rPr lang="en-US" sz="1600" dirty="0"/>
                <a:t> </a:t>
              </a:r>
              <a:r>
                <a:rPr lang="en-US" sz="1600" dirty="0" err="1"/>
                <a:t>secara</a:t>
              </a:r>
              <a:r>
                <a:rPr lang="en-US" sz="1600" dirty="0"/>
                <a:t> </a:t>
              </a:r>
              <a:r>
                <a:rPr lang="en-US" sz="1600" dirty="0" err="1"/>
                <a:t>bergantian</a:t>
              </a:r>
              <a:r>
                <a:rPr lang="en-US" sz="1600" dirty="0"/>
                <a:t> </a:t>
              </a:r>
              <a:r>
                <a:rPr lang="en-US" sz="1600" dirty="0" err="1"/>
                <a:t>membacakan</a:t>
              </a:r>
              <a:r>
                <a:rPr lang="en-US" sz="1600" dirty="0"/>
                <a:t> </a:t>
              </a:r>
              <a:r>
                <a:rPr lang="en-US" sz="1600" dirty="0" err="1"/>
                <a:t>hasil</a:t>
              </a:r>
              <a:r>
                <a:rPr lang="en-US" sz="1600" dirty="0"/>
                <a:t> </a:t>
              </a:r>
              <a:r>
                <a:rPr lang="en-US" sz="1600" dirty="0" err="1"/>
                <a:t>pemetaannya</a:t>
              </a:r>
              <a:r>
                <a:rPr lang="en-US" sz="1600" dirty="0"/>
                <a:t>. </a:t>
              </a:r>
            </a:p>
            <a:p>
              <a:pPr lvl="1" indent="-457200" algn="just" defTabSz="24003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1600" dirty="0" err="1"/>
                <a:t>Fasilitator</a:t>
              </a:r>
              <a:r>
                <a:rPr lang="en-US" sz="1600" dirty="0"/>
                <a:t> </a:t>
              </a:r>
              <a:r>
                <a:rPr lang="en-US" sz="1600" dirty="0" err="1"/>
                <a:t>membantu</a:t>
              </a:r>
              <a:r>
                <a:rPr lang="en-US" sz="1600" dirty="0"/>
                <a:t> </a:t>
              </a:r>
              <a:r>
                <a:rPr lang="en-US" sz="1600" dirty="0" err="1"/>
                <a:t>menyimpulkan</a:t>
              </a:r>
              <a:r>
                <a:rPr lang="en-US" sz="1600" dirty="0"/>
                <a:t> </a:t>
              </a:r>
            </a:p>
            <a:p>
              <a:pPr lvl="2" indent="-457200" algn="just" defTabSz="2400300">
                <a:spcBef>
                  <a:spcPct val="0"/>
                </a:spcBef>
                <a:spcAft>
                  <a:spcPct val="15000"/>
                </a:spcAft>
                <a:buFont typeface="Wingdings" pitchFamily="2" charset="2"/>
                <a:buChar char="Ø"/>
              </a:pPr>
              <a:r>
                <a:rPr lang="en-US" sz="1600" dirty="0" err="1"/>
                <a:t>Pergaulan</a:t>
              </a:r>
              <a:r>
                <a:rPr lang="en-US" sz="1600" dirty="0"/>
                <a:t> </a:t>
              </a:r>
              <a:r>
                <a:rPr lang="en-US" sz="1600" dirty="0" err="1"/>
                <a:t>remaja</a:t>
              </a:r>
              <a:r>
                <a:rPr lang="en-US" sz="1600" dirty="0"/>
                <a:t> yang </a:t>
              </a:r>
              <a:r>
                <a:rPr lang="en-US" sz="1600" dirty="0" err="1"/>
                <a:t>tidak</a:t>
              </a:r>
              <a:r>
                <a:rPr lang="en-US" sz="1600" dirty="0"/>
                <a:t> </a:t>
              </a:r>
              <a:r>
                <a:rPr lang="en-US" sz="1600" dirty="0" err="1"/>
                <a:t>sehat</a:t>
              </a:r>
              <a:r>
                <a:rPr lang="en-US" sz="1600" dirty="0"/>
                <a:t> </a:t>
              </a:r>
              <a:r>
                <a:rPr lang="en-US" sz="1600" dirty="0" err="1"/>
                <a:t>berda,pak</a:t>
              </a:r>
              <a:r>
                <a:rPr lang="en-US" sz="1600" dirty="0"/>
                <a:t> </a:t>
              </a:r>
              <a:r>
                <a:rPr lang="en-US" sz="1600" dirty="0" err="1"/>
                <a:t>pada</a:t>
              </a:r>
              <a:r>
                <a:rPr lang="en-US" sz="1600" dirty="0"/>
                <a:t> </a:t>
              </a:r>
              <a:r>
                <a:rPr lang="en-US" sz="1600" dirty="0" err="1"/>
                <a:t>kehancuran</a:t>
              </a:r>
              <a:r>
                <a:rPr lang="en-US" sz="1600" dirty="0"/>
                <a:t> </a:t>
              </a:r>
              <a:r>
                <a:rPr lang="en-US" sz="1600" dirty="0" err="1"/>
                <a:t>kehidupan</a:t>
              </a:r>
              <a:r>
                <a:rPr lang="en-US" sz="1600" dirty="0"/>
                <a:t> di masa </a:t>
              </a:r>
              <a:r>
                <a:rPr lang="en-US" sz="1600" dirty="0" err="1"/>
                <a:t>depan</a:t>
              </a:r>
              <a:endParaRPr lang="en-US" sz="1600" dirty="0"/>
            </a:p>
            <a:p>
              <a:pPr lvl="2" indent="-457200" algn="just" defTabSz="2400300">
                <a:spcBef>
                  <a:spcPct val="0"/>
                </a:spcBef>
                <a:spcAft>
                  <a:spcPct val="15000"/>
                </a:spcAft>
                <a:buFont typeface="Wingdings" pitchFamily="2" charset="2"/>
                <a:buChar char="Ø"/>
              </a:pPr>
              <a:r>
                <a:rPr lang="en-US" sz="1600" dirty="0" err="1"/>
                <a:t>Pilihan</a:t>
              </a:r>
              <a:r>
                <a:rPr lang="en-US" sz="1600" dirty="0"/>
                <a:t> </a:t>
              </a:r>
              <a:r>
                <a:rPr lang="en-US" sz="1600" dirty="0" err="1"/>
                <a:t>sesaat</a:t>
              </a:r>
              <a:r>
                <a:rPr lang="en-US" sz="1600" dirty="0"/>
                <a:t> </a:t>
              </a:r>
              <a:r>
                <a:rPr lang="en-US" sz="1600" dirty="0" err="1"/>
                <a:t>berpengaruh</a:t>
              </a:r>
              <a:r>
                <a:rPr lang="en-US" sz="1600" dirty="0"/>
                <a:t> </a:t>
              </a:r>
              <a:r>
                <a:rPr lang="en-US" sz="1600" dirty="0" err="1"/>
                <a:t>sangat</a:t>
              </a:r>
              <a:r>
                <a:rPr lang="en-US" sz="1600" dirty="0"/>
                <a:t> Panjang</a:t>
              </a:r>
            </a:p>
            <a:p>
              <a:pPr lvl="2" indent="-457200" algn="just" defTabSz="2400300">
                <a:spcBef>
                  <a:spcPct val="0"/>
                </a:spcBef>
                <a:spcAft>
                  <a:spcPct val="15000"/>
                </a:spcAft>
                <a:buFont typeface="Wingdings" pitchFamily="2" charset="2"/>
                <a:buChar char="Ø"/>
              </a:pPr>
              <a:r>
                <a:rPr lang="en-US" sz="1600" dirty="0" err="1"/>
                <a:t>Dalam</a:t>
              </a:r>
              <a:r>
                <a:rPr lang="en-US" sz="1600" dirty="0"/>
                <a:t> </a:t>
              </a:r>
              <a:r>
                <a:rPr lang="en-US" sz="1600" dirty="0" err="1"/>
                <a:t>mengambil</a:t>
              </a:r>
              <a:r>
                <a:rPr lang="en-US" sz="1600" dirty="0"/>
                <a:t> </a:t>
              </a:r>
              <a:r>
                <a:rPr lang="en-US" sz="1600" dirty="0" err="1"/>
                <a:t>keputusan</a:t>
              </a:r>
              <a:r>
                <a:rPr lang="en-US" sz="1600" dirty="0"/>
                <a:t>, salah </a:t>
              </a:r>
              <a:r>
                <a:rPr lang="en-US" sz="1600" dirty="0" err="1"/>
                <a:t>satu</a:t>
              </a:r>
              <a:r>
                <a:rPr lang="en-US" sz="1600" dirty="0"/>
                <a:t> yang </a:t>
              </a:r>
              <a:r>
                <a:rPr lang="en-US" sz="1600" dirty="0" err="1"/>
                <a:t>harus</a:t>
              </a:r>
              <a:r>
                <a:rPr lang="en-US" sz="1600" dirty="0"/>
                <a:t> </a:t>
              </a:r>
              <a:r>
                <a:rPr lang="en-US" sz="1600" dirty="0" err="1"/>
                <a:t>selalu</a:t>
              </a:r>
              <a:r>
                <a:rPr lang="en-US" sz="1600" dirty="0"/>
                <a:t> </a:t>
              </a:r>
              <a:r>
                <a:rPr lang="en-US" sz="1600" dirty="0" err="1"/>
                <a:t>diingat</a:t>
              </a:r>
              <a:r>
                <a:rPr lang="en-US" sz="1600" dirty="0"/>
                <a:t> </a:t>
              </a:r>
              <a:r>
                <a:rPr lang="en-US" sz="1600" dirty="0" err="1"/>
                <a:t>adalah</a:t>
              </a:r>
              <a:r>
                <a:rPr lang="en-US" sz="1600" dirty="0"/>
                <a:t> </a:t>
              </a:r>
              <a:r>
                <a:rPr lang="en-US" sz="1600" dirty="0" err="1"/>
                <a:t>mempertimbangkan</a:t>
              </a:r>
              <a:r>
                <a:rPr lang="en-US" sz="1600" dirty="0"/>
                <a:t> </a:t>
              </a:r>
              <a:r>
                <a:rPr lang="en-US" sz="1600" dirty="0" err="1"/>
                <a:t>konsekuensinya</a:t>
              </a:r>
              <a:r>
                <a:rPr lang="en-US" sz="1600" dirty="0"/>
                <a:t>. </a:t>
              </a:r>
              <a:endParaRPr lang="en-ID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747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18" name="Picture 26" descr="CircleOfInflu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894" y="1292165"/>
            <a:ext cx="7207624" cy="5249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219" name="Rectangle 27"/>
          <p:cNvSpPr>
            <a:spLocks noGrp="1" noChangeArrowheads="1"/>
          </p:cNvSpPr>
          <p:nvPr>
            <p:ph type="body" idx="4294967295"/>
          </p:nvPr>
        </p:nvSpPr>
        <p:spPr>
          <a:xfrm>
            <a:off x="1941660" y="410540"/>
            <a:ext cx="7905853" cy="576263"/>
          </a:xfrm>
          <a:noFill/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571500" indent="-571500" algn="ctr">
              <a:buNone/>
            </a:pPr>
            <a:r>
              <a:rPr lang="en-US" altLang="en-US" sz="2800" b="1">
                <a:solidFill>
                  <a:schemeClr val="accent3"/>
                </a:solidFill>
                <a:effectLst/>
              </a:rPr>
              <a:t>Lingkar Kendali vs Lingkar Peduli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3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6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6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1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7654243" y="841648"/>
            <a:ext cx="4311079" cy="5347448"/>
            <a:chOff x="1200000" y="1303530"/>
            <a:chExt cx="4311079" cy="5347448"/>
          </a:xfrm>
        </p:grpSpPr>
        <p:sp>
          <p:nvSpPr>
            <p:cNvPr id="6" name="Text Box 19"/>
            <p:cNvSpPr txBox="1">
              <a:spLocks noChangeArrowheads="1"/>
            </p:cNvSpPr>
            <p:nvPr/>
          </p:nvSpPr>
          <p:spPr bwMode="auto">
            <a:xfrm>
              <a:off x="1703639" y="1303530"/>
              <a:ext cx="2999450" cy="5191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 err="1"/>
                <a:t>Fokus</a:t>
              </a:r>
              <a:r>
                <a:rPr lang="en-US" sz="2800" b="1" dirty="0"/>
                <a:t> </a:t>
              </a:r>
              <a:r>
                <a:rPr lang="en-US" sz="2800" b="1" dirty="0" err="1"/>
                <a:t>Proaktif</a:t>
              </a:r>
              <a:endParaRPr lang="en-US" sz="2800" b="1" dirty="0"/>
            </a:p>
          </p:txBody>
        </p:sp>
        <p:sp>
          <p:nvSpPr>
            <p:cNvPr id="7" name="Oval 20"/>
            <p:cNvSpPr>
              <a:spLocks noChangeArrowheads="1"/>
            </p:cNvSpPr>
            <p:nvPr/>
          </p:nvSpPr>
          <p:spPr bwMode="auto">
            <a:xfrm>
              <a:off x="1200000" y="1947087"/>
              <a:ext cx="4311079" cy="42546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8" name="Oval 21"/>
            <p:cNvSpPr>
              <a:spLocks noChangeArrowheads="1"/>
            </p:cNvSpPr>
            <p:nvPr/>
          </p:nvSpPr>
          <p:spPr bwMode="auto">
            <a:xfrm>
              <a:off x="1915715" y="2653552"/>
              <a:ext cx="2867560" cy="286797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9" name="Text Box 22"/>
            <p:cNvSpPr txBox="1">
              <a:spLocks noChangeArrowheads="1"/>
            </p:cNvSpPr>
            <p:nvPr/>
          </p:nvSpPr>
          <p:spPr bwMode="auto">
            <a:xfrm>
              <a:off x="2666179" y="3723552"/>
              <a:ext cx="1371600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Lingkaran Pengaruh</a:t>
              </a:r>
            </a:p>
          </p:txBody>
        </p:sp>
        <p:sp>
          <p:nvSpPr>
            <p:cNvPr id="10" name="Text Box 23"/>
            <p:cNvSpPr txBox="1">
              <a:spLocks noChangeArrowheads="1"/>
            </p:cNvSpPr>
            <p:nvPr/>
          </p:nvSpPr>
          <p:spPr bwMode="auto">
            <a:xfrm>
              <a:off x="2707839" y="1985277"/>
              <a:ext cx="1295400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/>
                <a:t>Lingkaran</a:t>
              </a:r>
              <a:endParaRPr lang="en-US" sz="2000"/>
            </a:p>
          </p:txBody>
        </p:sp>
        <p:sp>
          <p:nvSpPr>
            <p:cNvPr id="11" name="Text Box 24"/>
            <p:cNvSpPr txBox="1">
              <a:spLocks noChangeArrowheads="1"/>
            </p:cNvSpPr>
            <p:nvPr/>
          </p:nvSpPr>
          <p:spPr bwMode="auto">
            <a:xfrm>
              <a:off x="2645689" y="2246876"/>
              <a:ext cx="1447800" cy="7078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2000"/>
                <a:t>Peduli</a:t>
              </a:r>
            </a:p>
            <a:p>
              <a:endParaRPr lang="en-US" sz="2000"/>
            </a:p>
          </p:txBody>
        </p:sp>
        <p:sp>
          <p:nvSpPr>
            <p:cNvPr id="12" name="AutoShape 25"/>
            <p:cNvSpPr>
              <a:spLocks noChangeArrowheads="1"/>
            </p:cNvSpPr>
            <p:nvPr/>
          </p:nvSpPr>
          <p:spPr bwMode="auto">
            <a:xfrm>
              <a:off x="4285560" y="3907795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3" name="AutoShape 26"/>
            <p:cNvSpPr>
              <a:spLocks noChangeArrowheads="1"/>
            </p:cNvSpPr>
            <p:nvPr/>
          </p:nvSpPr>
          <p:spPr bwMode="auto">
            <a:xfrm rot="10800000">
              <a:off x="1980507" y="3947893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4" name="AutoShape 27"/>
            <p:cNvSpPr>
              <a:spLocks noChangeArrowheads="1"/>
            </p:cNvSpPr>
            <p:nvPr/>
          </p:nvSpPr>
          <p:spPr bwMode="auto">
            <a:xfrm rot="16200000">
              <a:off x="3126760" y="2776586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5" name="AutoShape 28"/>
            <p:cNvSpPr>
              <a:spLocks noChangeArrowheads="1"/>
            </p:cNvSpPr>
            <p:nvPr/>
          </p:nvSpPr>
          <p:spPr bwMode="auto">
            <a:xfrm rot="5400000">
              <a:off x="3126760" y="5022676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28" name="AutoShape 25"/>
            <p:cNvSpPr>
              <a:spLocks noChangeArrowheads="1"/>
            </p:cNvSpPr>
            <p:nvPr/>
          </p:nvSpPr>
          <p:spPr bwMode="auto">
            <a:xfrm>
              <a:off x="2354879" y="6309602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40047" y="6281646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Energi POSITIF</a:t>
              </a:r>
              <a:endParaRPr lang="id-ID" b="1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22745" y="672127"/>
            <a:ext cx="4337400" cy="5327993"/>
            <a:chOff x="6218315" y="1326320"/>
            <a:chExt cx="4337400" cy="5327993"/>
          </a:xfrm>
        </p:grpSpPr>
        <p:sp>
          <p:nvSpPr>
            <p:cNvPr id="16" name="Text Box 39"/>
            <p:cNvSpPr txBox="1">
              <a:spLocks noChangeArrowheads="1"/>
            </p:cNvSpPr>
            <p:nvPr/>
          </p:nvSpPr>
          <p:spPr bwMode="auto">
            <a:xfrm>
              <a:off x="7014121" y="1326320"/>
              <a:ext cx="2667000" cy="5191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800" b="1" dirty="0" err="1"/>
                <a:t>Fokus</a:t>
              </a:r>
              <a:r>
                <a:rPr lang="en-US" sz="2800" b="1" dirty="0"/>
                <a:t> </a:t>
              </a:r>
              <a:r>
                <a:rPr lang="en-US" sz="2800" b="1" dirty="0" err="1"/>
                <a:t>Reaktif</a:t>
              </a:r>
              <a:endParaRPr lang="en-US" sz="2800" b="1" dirty="0"/>
            </a:p>
          </p:txBody>
        </p:sp>
        <p:sp>
          <p:nvSpPr>
            <p:cNvPr id="17" name="Oval 40"/>
            <p:cNvSpPr>
              <a:spLocks noChangeArrowheads="1"/>
            </p:cNvSpPr>
            <p:nvPr/>
          </p:nvSpPr>
          <p:spPr bwMode="auto">
            <a:xfrm>
              <a:off x="6218315" y="1947087"/>
              <a:ext cx="4337400" cy="42728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8" name="Oval 41"/>
            <p:cNvSpPr>
              <a:spLocks noChangeArrowheads="1"/>
            </p:cNvSpPr>
            <p:nvPr/>
          </p:nvSpPr>
          <p:spPr bwMode="auto">
            <a:xfrm>
              <a:off x="7692785" y="3399059"/>
              <a:ext cx="1422281" cy="1402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9" name="Text Box 42"/>
            <p:cNvSpPr txBox="1">
              <a:spLocks noChangeArrowheads="1"/>
            </p:cNvSpPr>
            <p:nvPr/>
          </p:nvSpPr>
          <p:spPr bwMode="auto">
            <a:xfrm>
              <a:off x="7727947" y="3730340"/>
              <a:ext cx="1371600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Lingkaran Pengaruh</a:t>
              </a:r>
            </a:p>
          </p:txBody>
        </p:sp>
        <p:sp>
          <p:nvSpPr>
            <p:cNvPr id="20" name="Text Box 43"/>
            <p:cNvSpPr txBox="1">
              <a:spLocks noChangeArrowheads="1"/>
            </p:cNvSpPr>
            <p:nvPr/>
          </p:nvSpPr>
          <p:spPr bwMode="auto">
            <a:xfrm>
              <a:off x="7766047" y="2038831"/>
              <a:ext cx="1295400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/>
                <a:t>Lingkaran</a:t>
              </a:r>
            </a:p>
          </p:txBody>
        </p:sp>
        <p:sp>
          <p:nvSpPr>
            <p:cNvPr id="21" name="Text Box 44"/>
            <p:cNvSpPr txBox="1">
              <a:spLocks noChangeArrowheads="1"/>
            </p:cNvSpPr>
            <p:nvPr/>
          </p:nvSpPr>
          <p:spPr bwMode="auto">
            <a:xfrm>
              <a:off x="7692785" y="2309268"/>
              <a:ext cx="1447800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/>
                <a:t>Peduli</a:t>
              </a:r>
            </a:p>
          </p:txBody>
        </p:sp>
        <p:sp>
          <p:nvSpPr>
            <p:cNvPr id="22" name="AutoShape 45"/>
            <p:cNvSpPr>
              <a:spLocks noChangeArrowheads="1"/>
            </p:cNvSpPr>
            <p:nvPr/>
          </p:nvSpPr>
          <p:spPr bwMode="auto">
            <a:xfrm>
              <a:off x="7171715" y="3937528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23" name="AutoShape 46"/>
            <p:cNvSpPr>
              <a:spLocks noChangeArrowheads="1"/>
            </p:cNvSpPr>
            <p:nvPr/>
          </p:nvSpPr>
          <p:spPr bwMode="auto">
            <a:xfrm rot="10800000">
              <a:off x="9209879" y="3887888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24" name="AutoShape 47"/>
            <p:cNvSpPr>
              <a:spLocks noChangeArrowheads="1"/>
            </p:cNvSpPr>
            <p:nvPr/>
          </p:nvSpPr>
          <p:spPr bwMode="auto">
            <a:xfrm rot="16200000">
              <a:off x="8173715" y="4949728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25" name="AutoShape 48"/>
            <p:cNvSpPr>
              <a:spLocks noChangeArrowheads="1"/>
            </p:cNvSpPr>
            <p:nvPr/>
          </p:nvSpPr>
          <p:spPr bwMode="auto">
            <a:xfrm rot="5400000">
              <a:off x="8158415" y="2931598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29" name="AutoShape 45"/>
            <p:cNvSpPr>
              <a:spLocks noChangeArrowheads="1"/>
            </p:cNvSpPr>
            <p:nvPr/>
          </p:nvSpPr>
          <p:spPr bwMode="auto">
            <a:xfrm>
              <a:off x="7529675" y="6319511"/>
              <a:ext cx="457200" cy="304800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986875" y="6284981"/>
              <a:ext cx="1680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Energi NEGATIF</a:t>
              </a:r>
              <a:endParaRPr lang="id-ID" b="1"/>
            </a:p>
          </p:txBody>
        </p:sp>
      </p:grpSp>
      <p:sp>
        <p:nvSpPr>
          <p:cNvPr id="32" name="Title 1"/>
          <p:cNvSpPr txBox="1"/>
          <p:nvPr/>
        </p:nvSpPr>
        <p:spPr>
          <a:xfrm>
            <a:off x="4967228" y="1458125"/>
            <a:ext cx="2676582" cy="46943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b="1" dirty="0" err="1"/>
              <a:t>Lingkaran</a:t>
            </a:r>
            <a:r>
              <a:rPr lang="en-US" sz="1600" b="1" dirty="0"/>
              <a:t> </a:t>
            </a:r>
            <a:r>
              <a:rPr lang="en-US" sz="1600" b="1" dirty="0" err="1"/>
              <a:t>Kepedulian</a:t>
            </a:r>
            <a:endParaRPr lang="en-US" sz="1600" b="1" i="1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cuaca</a:t>
            </a:r>
            <a:endParaRPr lang="en-US" sz="16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ekonomi</a:t>
            </a:r>
            <a:r>
              <a:rPr lang="en-US" sz="1600" dirty="0"/>
              <a:t> </a:t>
            </a:r>
            <a:r>
              <a:rPr lang="en-US" sz="1600" dirty="0" err="1"/>
              <a:t>nasional</a:t>
            </a:r>
            <a:endParaRPr lang="en-US" sz="16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politik</a:t>
            </a:r>
            <a:r>
              <a:rPr lang="en-US" sz="1600" dirty="0"/>
              <a:t> dunia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Peraturan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kebijakan</a:t>
            </a:r>
            <a:r>
              <a:rPr lang="en-US" sz="1600" dirty="0"/>
              <a:t> </a:t>
            </a:r>
            <a:r>
              <a:rPr lang="en-US" sz="1600" dirty="0" err="1"/>
              <a:t>pemerintah</a:t>
            </a:r>
            <a:endParaRPr lang="en-US" sz="16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Pandangan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pendapat</a:t>
            </a:r>
            <a:r>
              <a:rPr lang="en-US" sz="1600" dirty="0"/>
              <a:t> orang lain </a:t>
            </a:r>
            <a:r>
              <a:rPr lang="en-US" sz="1600" dirty="0" err="1"/>
              <a:t>tentang</a:t>
            </a:r>
            <a:r>
              <a:rPr lang="en-US" sz="1600" dirty="0"/>
              <a:t> </a:t>
            </a:r>
            <a:r>
              <a:rPr lang="en-US" sz="1600" dirty="0" err="1"/>
              <a:t>saya</a:t>
            </a:r>
            <a:endParaRPr lang="en-US" sz="1600" dirty="0"/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 err="1"/>
              <a:t>Lingkaran</a:t>
            </a:r>
            <a:r>
              <a:rPr lang="en-US" sz="1600" b="1" dirty="0"/>
              <a:t> </a:t>
            </a:r>
            <a:r>
              <a:rPr lang="en-US" sz="1600" b="1" dirty="0" err="1"/>
              <a:t>Pengaruh</a:t>
            </a:r>
            <a:r>
              <a:rPr lang="en-US" sz="1600" b="1" dirty="0"/>
              <a:t>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Pikiran</a:t>
            </a:r>
            <a:r>
              <a:rPr lang="en-US" sz="1600" dirty="0"/>
              <a:t>, </a:t>
            </a:r>
            <a:r>
              <a:rPr lang="en-US" sz="1600" dirty="0" err="1"/>
              <a:t>sikap</a:t>
            </a:r>
            <a:r>
              <a:rPr lang="en-US" sz="1600" dirty="0"/>
              <a:t>, </a:t>
            </a:r>
            <a:r>
              <a:rPr lang="en-US" sz="1600" dirty="0" err="1"/>
              <a:t>ucapan</a:t>
            </a:r>
            <a:r>
              <a:rPr lang="en-US" sz="1600" dirty="0"/>
              <a:t>, </a:t>
            </a:r>
            <a:r>
              <a:rPr lang="en-US" sz="1600" dirty="0" err="1"/>
              <a:t>tindakan</a:t>
            </a:r>
            <a:r>
              <a:rPr lang="en-US" sz="1600" dirty="0"/>
              <a:t>,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perilaku</a:t>
            </a:r>
            <a:r>
              <a:rPr lang="en-US" sz="1600" dirty="0"/>
              <a:t> </a:t>
            </a:r>
            <a:r>
              <a:rPr lang="en-US" sz="1600" dirty="0" err="1"/>
              <a:t>saya</a:t>
            </a:r>
            <a:endParaRPr lang="en-US" sz="16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Pilihan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keputusan</a:t>
            </a:r>
            <a:r>
              <a:rPr lang="en-US" sz="1600" dirty="0"/>
              <a:t> yang </a:t>
            </a:r>
            <a:r>
              <a:rPr lang="en-US" sz="1600" dirty="0" err="1"/>
              <a:t>saya</a:t>
            </a:r>
            <a:r>
              <a:rPr lang="en-US" sz="1600" dirty="0"/>
              <a:t> </a:t>
            </a:r>
            <a:r>
              <a:rPr lang="en-US" sz="1600" dirty="0" err="1"/>
              <a:t>buat</a:t>
            </a:r>
            <a:endParaRPr lang="en-US" sz="16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Pandangan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pendapat</a:t>
            </a:r>
            <a:r>
              <a:rPr lang="en-US" sz="1600" dirty="0"/>
              <a:t> </a:t>
            </a:r>
            <a:r>
              <a:rPr lang="en-US" sz="1600" dirty="0" err="1"/>
              <a:t>saya</a:t>
            </a:r>
            <a:r>
              <a:rPr lang="en-US" sz="1600" dirty="0"/>
              <a:t> </a:t>
            </a:r>
            <a:r>
              <a:rPr lang="en-US" sz="1600" dirty="0" err="1"/>
              <a:t>tentang</a:t>
            </a:r>
            <a:r>
              <a:rPr lang="en-US" sz="1600" dirty="0"/>
              <a:t> orang lain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4690856" y="864998"/>
            <a:ext cx="22624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n w="12700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REAKTIF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57" y="5003652"/>
            <a:ext cx="248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n w="12700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RESPONSIF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1723" y="3703043"/>
            <a:ext cx="2041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TUJUAN HIDUP</a:t>
            </a:r>
          </a:p>
          <a:p>
            <a:pPr algn="ctr"/>
            <a:r>
              <a:rPr lang="en-US"/>
              <a:t>PRINSIP HIDUP</a:t>
            </a:r>
          </a:p>
          <a:p>
            <a:pPr algn="ctr"/>
            <a:r>
              <a:rPr lang="en-US"/>
              <a:t>KEMATANGAN</a:t>
            </a:r>
          </a:p>
        </p:txBody>
      </p:sp>
      <p:graphicFrame>
        <p:nvGraphicFramePr>
          <p:cNvPr id="24" name="Diagram 23"/>
          <p:cNvGraphicFramePr/>
          <p:nvPr/>
        </p:nvGraphicFramePr>
        <p:xfrm>
          <a:off x="3274706" y="1277633"/>
          <a:ext cx="3112975" cy="1885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5" name="Diagram 24"/>
          <p:cNvGraphicFramePr/>
          <p:nvPr/>
        </p:nvGraphicFramePr>
        <p:xfrm>
          <a:off x="1739701" y="3572105"/>
          <a:ext cx="3112975" cy="1885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6" name="Diagram 25"/>
          <p:cNvGraphicFramePr/>
          <p:nvPr/>
        </p:nvGraphicFramePr>
        <p:xfrm>
          <a:off x="7246526" y="3572105"/>
          <a:ext cx="3112975" cy="1885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7" name="Diagram 26"/>
          <p:cNvGraphicFramePr/>
          <p:nvPr/>
        </p:nvGraphicFramePr>
        <p:xfrm>
          <a:off x="5822072" y="1269573"/>
          <a:ext cx="3112975" cy="1885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CC5076-7604-564E-8668-C7F929ED8FB8}"/>
              </a:ext>
            </a:extLst>
          </p:cNvPr>
          <p:cNvGrpSpPr/>
          <p:nvPr/>
        </p:nvGrpSpPr>
        <p:grpSpPr>
          <a:xfrm>
            <a:off x="256309" y="268418"/>
            <a:ext cx="11623964" cy="1089735"/>
            <a:chOff x="0" y="40022"/>
            <a:chExt cx="11623964" cy="11529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4703B9-5C0B-4042-A30B-040EF8841CCC}"/>
                </a:ext>
              </a:extLst>
            </p:cNvPr>
            <p:cNvSpPr/>
            <p:nvPr/>
          </p:nvSpPr>
          <p:spPr>
            <a:xfrm>
              <a:off x="0" y="40022"/>
              <a:ext cx="11623964" cy="11529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010904-706F-0045-8114-1CCA229251B1}"/>
                </a:ext>
              </a:extLst>
            </p:cNvPr>
            <p:cNvSpPr txBox="1"/>
            <p:nvPr/>
          </p:nvSpPr>
          <p:spPr>
            <a:xfrm>
              <a:off x="0" y="40022"/>
              <a:ext cx="11623964" cy="9680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4048" tIns="219456" rIns="384048" bIns="219456" numCol="1" spcCol="1270" anchor="ctr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ts val="516"/>
                </a:spcAft>
                <a:buNone/>
              </a:pPr>
              <a:r>
                <a:rPr lang="en-US" sz="3200" b="1" kern="1200" dirty="0" err="1"/>
                <a:t>Penjelasan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Langkah</a:t>
              </a:r>
              <a:r>
                <a:rPr lang="en-US" sz="3200" b="1" kern="1200" dirty="0"/>
                <a:t> </a:t>
              </a:r>
              <a:r>
                <a:rPr lang="en-US" sz="3200" b="1" dirty="0"/>
                <a:t>4</a:t>
              </a:r>
              <a:r>
                <a:rPr lang="en-US" sz="3200" b="1" kern="1200" dirty="0"/>
                <a:t>: </a:t>
              </a:r>
            </a:p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ts val="516"/>
                </a:spcAft>
                <a:buNone/>
              </a:pPr>
              <a:r>
                <a:rPr lang="en-US" sz="3200" b="1" kern="1200" dirty="0" err="1"/>
                <a:t>Keterampilan</a:t>
              </a:r>
              <a:r>
                <a:rPr lang="en-US" sz="3200" b="1" kern="1200" dirty="0"/>
                <a:t> </a:t>
              </a:r>
              <a:r>
                <a:rPr lang="en-US" sz="3200" b="1" kern="1200" dirty="0" err="1"/>
                <a:t>Komunikasi</a:t>
              </a:r>
              <a:endParaRPr lang="en-US" sz="3200" b="1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7182651-F0B6-FA48-A3B9-25CE73F8A021}"/>
              </a:ext>
            </a:extLst>
          </p:cNvPr>
          <p:cNvGrpSpPr/>
          <p:nvPr/>
        </p:nvGrpSpPr>
        <p:grpSpPr>
          <a:xfrm>
            <a:off x="256309" y="1358153"/>
            <a:ext cx="11623964" cy="5415401"/>
            <a:chOff x="0" y="1143760"/>
            <a:chExt cx="11623964" cy="506175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0D548F-9F95-EC49-A727-6ED6E6373AD6}"/>
                </a:ext>
              </a:extLst>
            </p:cNvPr>
            <p:cNvSpPr/>
            <p:nvPr/>
          </p:nvSpPr>
          <p:spPr>
            <a:xfrm>
              <a:off x="0" y="1143760"/>
              <a:ext cx="11623964" cy="4898362"/>
            </a:xfrm>
            <a:prstGeom prst="rect">
              <a:avLst/>
            </a:prstGeom>
            <a:grpFill/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C65FC5-2F25-0B4F-A55D-D7F392DF17E9}"/>
                </a:ext>
              </a:extLst>
            </p:cNvPr>
            <p:cNvSpPr txBox="1"/>
            <p:nvPr/>
          </p:nvSpPr>
          <p:spPr>
            <a:xfrm>
              <a:off x="0" y="1231742"/>
              <a:ext cx="11623964" cy="497377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8036" tIns="288036" rIns="384048" bIns="432054" numCol="1" spcCol="1270" anchor="t" anchorCtr="0">
              <a:noAutofit/>
            </a:bodyPr>
            <a:lstStyle/>
            <a:p>
              <a:pPr marL="342900" lvl="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 err="1"/>
                <a:t>Fasilitator</a:t>
              </a:r>
              <a:r>
                <a:rPr lang="en-US" dirty="0"/>
                <a:t> </a:t>
              </a:r>
              <a:r>
                <a:rPr lang="en-US" dirty="0" err="1"/>
                <a:t>menjelaskan</a:t>
              </a:r>
              <a:r>
                <a:rPr lang="en-US" dirty="0"/>
                <a:t> </a:t>
              </a:r>
              <a:r>
                <a:rPr lang="en-US" dirty="0" err="1"/>
                <a:t>racun</a:t>
              </a:r>
              <a:r>
                <a:rPr lang="en-US" dirty="0"/>
                <a:t> </a:t>
              </a:r>
              <a:r>
                <a:rPr lang="en-US" dirty="0" err="1"/>
                <a:t>komunikasi</a:t>
              </a:r>
              <a:r>
                <a:rPr lang="en-US" dirty="0"/>
                <a:t>, </a:t>
              </a:r>
              <a:r>
                <a:rPr lang="en-US" dirty="0" err="1"/>
                <a:t>penawar</a:t>
              </a:r>
              <a:r>
                <a:rPr lang="en-US" dirty="0"/>
                <a:t> </a:t>
              </a:r>
              <a:r>
                <a:rPr lang="en-US" dirty="0" err="1"/>
                <a:t>racun</a:t>
              </a:r>
              <a:r>
                <a:rPr lang="en-US" dirty="0"/>
                <a:t> </a:t>
              </a:r>
              <a:r>
                <a:rPr lang="en-US" dirty="0" err="1"/>
                <a:t>komunikasi</a:t>
              </a:r>
              <a:r>
                <a:rPr lang="en-US" dirty="0"/>
                <a:t> </a:t>
              </a:r>
              <a:r>
                <a:rPr lang="en-US" dirty="0" err="1"/>
                <a:t>dan</a:t>
              </a:r>
              <a:r>
                <a:rPr lang="en-US" dirty="0"/>
                <a:t> 4 level </a:t>
              </a:r>
              <a:r>
                <a:rPr lang="en-US" dirty="0" err="1"/>
                <a:t>komunikasi</a:t>
              </a:r>
              <a:r>
                <a:rPr lang="en-US" dirty="0"/>
                <a:t> </a:t>
              </a:r>
              <a:r>
                <a:rPr lang="en-US" dirty="0" err="1"/>
                <a:t>dalam</a:t>
              </a:r>
              <a:r>
                <a:rPr lang="en-US" dirty="0"/>
                <a:t> </a:t>
              </a:r>
              <a:r>
                <a:rPr lang="en-US" dirty="0" err="1"/>
                <a:t>konflik</a:t>
              </a:r>
              <a:r>
                <a:rPr lang="en-US" dirty="0"/>
                <a:t>, </a:t>
              </a:r>
              <a:r>
                <a:rPr lang="en-US" dirty="0" err="1"/>
                <a:t>sebagai</a:t>
              </a:r>
              <a:r>
                <a:rPr lang="en-US" dirty="0"/>
                <a:t> </a:t>
              </a:r>
              <a:r>
                <a:rPr lang="en-US" dirty="0" err="1"/>
                <a:t>keterampilan</a:t>
              </a:r>
              <a:r>
                <a:rPr lang="en-US" dirty="0"/>
                <a:t> yang </a:t>
              </a:r>
              <a:r>
                <a:rPr lang="en-US" dirty="0" err="1"/>
                <a:t>diperlukan</a:t>
              </a:r>
              <a:r>
                <a:rPr lang="en-US" dirty="0"/>
                <a:t> </a:t>
              </a:r>
              <a:r>
                <a:rPr lang="en-US" dirty="0" err="1"/>
                <a:t>oleh</a:t>
              </a:r>
              <a:r>
                <a:rPr lang="en-US" dirty="0"/>
                <a:t> </a:t>
              </a:r>
              <a:r>
                <a:rPr lang="en-US" dirty="0" err="1"/>
                <a:t>remaja</a:t>
              </a:r>
              <a:r>
                <a:rPr lang="en-US" dirty="0"/>
                <a:t> </a:t>
              </a:r>
              <a:r>
                <a:rPr lang="en-US" dirty="0" err="1"/>
                <a:t>untuk</a:t>
              </a:r>
              <a:r>
                <a:rPr lang="en-US" dirty="0"/>
                <a:t> </a:t>
              </a:r>
              <a:r>
                <a:rPr lang="en-US" dirty="0" err="1"/>
                <a:t>mengelola</a:t>
              </a:r>
              <a:r>
                <a:rPr lang="en-US" dirty="0"/>
                <a:t> </a:t>
              </a:r>
              <a:r>
                <a:rPr lang="en-US" dirty="0" err="1"/>
                <a:t>hubungan</a:t>
              </a:r>
              <a:r>
                <a:rPr lang="en-US" dirty="0"/>
                <a:t> </a:t>
              </a:r>
              <a:r>
                <a:rPr lang="en-US" dirty="0" err="1"/>
                <a:t>dengan</a:t>
              </a:r>
              <a:r>
                <a:rPr lang="en-US" dirty="0"/>
                <a:t> orang-orang di </a:t>
              </a:r>
              <a:r>
                <a:rPr lang="en-US" dirty="0" err="1"/>
                <a:t>sekitarnya</a:t>
              </a:r>
              <a:r>
                <a:rPr lang="en-US" dirty="0"/>
                <a:t>. </a:t>
              </a:r>
              <a:r>
                <a:rPr lang="en-US" dirty="0" err="1"/>
                <a:t>Fasilitator</a:t>
              </a:r>
              <a:r>
                <a:rPr lang="en-US" dirty="0"/>
                <a:t> </a:t>
              </a:r>
              <a:r>
                <a:rPr lang="en-US" dirty="0" err="1"/>
                <a:t>perlu</a:t>
              </a:r>
              <a:r>
                <a:rPr lang="en-US" dirty="0"/>
                <a:t> </a:t>
              </a:r>
              <a:r>
                <a:rPr lang="en-US" dirty="0" err="1"/>
                <a:t>memberikan</a:t>
              </a:r>
              <a:r>
                <a:rPr lang="en-US" dirty="0"/>
                <a:t> </a:t>
              </a:r>
              <a:r>
                <a:rPr lang="en-US" dirty="0" err="1"/>
                <a:t>contoh-contoh</a:t>
              </a:r>
              <a:r>
                <a:rPr lang="en-US" dirty="0"/>
                <a:t> </a:t>
              </a:r>
              <a:r>
                <a:rPr lang="en-US" dirty="0" err="1"/>
                <a:t>racun</a:t>
              </a:r>
              <a:r>
                <a:rPr lang="en-US" dirty="0"/>
                <a:t> </a:t>
              </a:r>
              <a:r>
                <a:rPr lang="en-US" dirty="0" err="1"/>
                <a:t>komunikasi</a:t>
              </a:r>
              <a:r>
                <a:rPr lang="en-US" dirty="0"/>
                <a:t> (</a:t>
              </a:r>
              <a:r>
                <a:rPr lang="en-US" dirty="0" err="1"/>
                <a:t>sikap</a:t>
              </a:r>
              <a:r>
                <a:rPr lang="en-US" dirty="0"/>
                <a:t> </a:t>
              </a:r>
              <a:r>
                <a:rPr lang="en-US" dirty="0" err="1"/>
                <a:t>menghakimi</a:t>
              </a:r>
              <a:r>
                <a:rPr lang="en-US" dirty="0"/>
                <a:t>, </a:t>
              </a:r>
              <a:r>
                <a:rPr lang="en-US" dirty="0" err="1"/>
                <a:t>sikap</a:t>
              </a:r>
              <a:r>
                <a:rPr lang="en-US" dirty="0"/>
                <a:t> </a:t>
              </a:r>
              <a:r>
                <a:rPr lang="en-US" dirty="0" err="1"/>
                <a:t>sinis</a:t>
              </a:r>
              <a:r>
                <a:rPr lang="en-US" dirty="0"/>
                <a:t>, </a:t>
              </a:r>
              <a:r>
                <a:rPr lang="en-US" dirty="0" err="1"/>
                <a:t>dan</a:t>
              </a:r>
              <a:r>
                <a:rPr lang="en-US" dirty="0"/>
                <a:t> rasa </a:t>
              </a:r>
              <a:r>
                <a:rPr lang="en-US" dirty="0" err="1"/>
                <a:t>takut</a:t>
              </a:r>
              <a:r>
                <a:rPr lang="en-US" dirty="0"/>
                <a:t>) </a:t>
              </a:r>
              <a:r>
                <a:rPr lang="en-US" dirty="0" err="1"/>
                <a:t>sekaligus</a:t>
              </a:r>
              <a:r>
                <a:rPr lang="en-US" dirty="0"/>
                <a:t> juga </a:t>
              </a:r>
              <a:r>
                <a:rPr lang="en-US" dirty="0" err="1"/>
                <a:t>penawar</a:t>
              </a:r>
              <a:r>
                <a:rPr lang="en-US" dirty="0"/>
                <a:t> </a:t>
              </a:r>
              <a:r>
                <a:rPr lang="en-US" dirty="0" err="1"/>
                <a:t>racun</a:t>
              </a:r>
              <a:r>
                <a:rPr lang="en-US" dirty="0"/>
                <a:t> (</a:t>
              </a:r>
              <a:r>
                <a:rPr lang="en-US" dirty="0" err="1"/>
                <a:t>buka</a:t>
              </a:r>
              <a:r>
                <a:rPr lang="en-US" dirty="0"/>
                <a:t> </a:t>
              </a:r>
              <a:r>
                <a:rPr lang="en-US" dirty="0" err="1"/>
                <a:t>pikiran</a:t>
              </a:r>
              <a:r>
                <a:rPr lang="en-US" dirty="0"/>
                <a:t>, </a:t>
              </a:r>
              <a:r>
                <a:rPr lang="en-US" dirty="0" err="1"/>
                <a:t>buka</a:t>
              </a:r>
              <a:r>
                <a:rPr lang="en-US" dirty="0"/>
                <a:t> </a:t>
              </a:r>
              <a:r>
                <a:rPr lang="en-US" dirty="0" err="1"/>
                <a:t>hati</a:t>
              </a:r>
              <a:r>
                <a:rPr lang="en-US" dirty="0"/>
                <a:t>, </a:t>
              </a:r>
              <a:r>
                <a:rPr lang="en-US" dirty="0" err="1"/>
                <a:t>dan</a:t>
              </a:r>
              <a:r>
                <a:rPr lang="en-US" dirty="0"/>
                <a:t> </a:t>
              </a:r>
              <a:r>
                <a:rPr lang="en-US" dirty="0" err="1"/>
                <a:t>buka</a:t>
              </a:r>
              <a:r>
                <a:rPr lang="en-US" dirty="0"/>
                <a:t> </a:t>
              </a:r>
              <a:r>
                <a:rPr lang="en-US" dirty="0" err="1"/>
                <a:t>tekad</a:t>
              </a:r>
              <a:r>
                <a:rPr lang="en-US" dirty="0"/>
                <a:t>).</a:t>
              </a:r>
              <a:endParaRPr lang="en-ID" dirty="0"/>
            </a:p>
            <a:p>
              <a:pPr marL="342900" lvl="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 err="1"/>
                <a:t>Fasilitator</a:t>
              </a:r>
              <a:r>
                <a:rPr lang="en-US" dirty="0"/>
                <a:t> </a:t>
              </a:r>
              <a:r>
                <a:rPr lang="en-US" dirty="0" err="1"/>
                <a:t>meminta</a:t>
              </a:r>
              <a:r>
                <a:rPr lang="en-US" dirty="0"/>
                <a:t> </a:t>
              </a:r>
              <a:r>
                <a:rPr lang="en-US" dirty="0" err="1"/>
                <a:t>peserta</a:t>
              </a:r>
              <a:r>
                <a:rPr lang="en-US" dirty="0"/>
                <a:t> </a:t>
              </a:r>
              <a:r>
                <a:rPr lang="en-US" dirty="0" err="1"/>
                <a:t>berpasangan</a:t>
              </a:r>
              <a:r>
                <a:rPr lang="en-US" dirty="0"/>
                <a:t> </a:t>
              </a:r>
              <a:r>
                <a:rPr lang="en-US" dirty="0" err="1"/>
                <a:t>mempraktekkan</a:t>
              </a:r>
              <a:r>
                <a:rPr lang="en-US" dirty="0"/>
                <a:t> </a:t>
              </a:r>
              <a:r>
                <a:rPr lang="en-US" dirty="0" err="1"/>
                <a:t>komunikasi</a:t>
              </a:r>
              <a:r>
                <a:rPr lang="en-US" dirty="0"/>
                <a:t> </a:t>
              </a:r>
              <a:r>
                <a:rPr lang="en-US" dirty="0" err="1"/>
                <a:t>bertingkat</a:t>
              </a:r>
              <a:r>
                <a:rPr lang="en-US" dirty="0"/>
                <a:t>, </a:t>
              </a:r>
              <a:r>
                <a:rPr lang="en-US" dirty="0" err="1"/>
                <a:t>dengan</a:t>
              </a:r>
              <a:r>
                <a:rPr lang="en-US" dirty="0"/>
                <a:t> </a:t>
              </a:r>
              <a:r>
                <a:rPr lang="en-US" dirty="0" err="1"/>
                <a:t>kasus-kasus</a:t>
              </a:r>
              <a:r>
                <a:rPr lang="en-US" dirty="0"/>
                <a:t> yang </a:t>
              </a:r>
              <a:r>
                <a:rPr lang="en-US" dirty="0" err="1"/>
                <a:t>biasa</a:t>
              </a:r>
              <a:r>
                <a:rPr lang="en-US" dirty="0"/>
                <a:t> </a:t>
              </a:r>
              <a:r>
                <a:rPr lang="en-US" dirty="0" err="1"/>
                <a:t>mereka</a:t>
              </a:r>
              <a:r>
                <a:rPr lang="en-US" dirty="0"/>
                <a:t> </a:t>
              </a:r>
              <a:r>
                <a:rPr lang="en-US" dirty="0" err="1"/>
                <a:t>temui</a:t>
              </a:r>
              <a:r>
                <a:rPr lang="en-US" dirty="0"/>
                <a:t>, </a:t>
              </a:r>
              <a:r>
                <a:rPr lang="en-US" dirty="0" err="1"/>
                <a:t>misalnya</a:t>
              </a:r>
              <a:r>
                <a:rPr lang="en-US" dirty="0"/>
                <a:t> </a:t>
              </a:r>
              <a:r>
                <a:rPr lang="en-US" dirty="0" err="1"/>
                <a:t>bertengkar</a:t>
              </a:r>
              <a:r>
                <a:rPr lang="en-US" dirty="0"/>
                <a:t> </a:t>
              </a:r>
              <a:r>
                <a:rPr lang="en-US" dirty="0" err="1"/>
                <a:t>dengan</a:t>
              </a:r>
              <a:r>
                <a:rPr lang="en-US" dirty="0"/>
                <a:t> </a:t>
              </a:r>
              <a:r>
                <a:rPr lang="en-US" dirty="0" err="1"/>
                <a:t>teman</a:t>
              </a:r>
              <a:r>
                <a:rPr lang="en-US" dirty="0"/>
                <a:t>, </a:t>
              </a:r>
              <a:r>
                <a:rPr lang="en-US" dirty="0" err="1"/>
                <a:t>berkonflik</a:t>
              </a:r>
              <a:r>
                <a:rPr lang="en-US" dirty="0"/>
                <a:t> </a:t>
              </a:r>
              <a:r>
                <a:rPr lang="en-US" dirty="0" err="1"/>
                <a:t>dengan</a:t>
              </a:r>
              <a:r>
                <a:rPr lang="en-US" dirty="0"/>
                <a:t> guru, </a:t>
              </a:r>
              <a:r>
                <a:rPr lang="en-US" dirty="0" err="1"/>
                <a:t>berkonflik</a:t>
              </a:r>
              <a:r>
                <a:rPr lang="en-US" dirty="0"/>
                <a:t> </a:t>
              </a:r>
              <a:r>
                <a:rPr lang="en-US" dirty="0" err="1"/>
                <a:t>dengan</a:t>
              </a:r>
              <a:r>
                <a:rPr lang="en-US" dirty="0"/>
                <a:t> </a:t>
              </a:r>
              <a:r>
                <a:rPr lang="en-US" dirty="0" err="1"/>
                <a:t>kakak</a:t>
              </a:r>
              <a:r>
                <a:rPr lang="en-US" dirty="0"/>
                <a:t>/</a:t>
              </a:r>
              <a:r>
                <a:rPr lang="en-US" dirty="0" err="1"/>
                <a:t>adik</a:t>
              </a:r>
              <a:r>
                <a:rPr lang="en-US" dirty="0"/>
                <a:t>, </a:t>
              </a:r>
              <a:r>
                <a:rPr lang="en-US" dirty="0" err="1"/>
                <a:t>atau</a:t>
              </a:r>
              <a:r>
                <a:rPr lang="en-US" dirty="0"/>
                <a:t> </a:t>
              </a:r>
              <a:r>
                <a:rPr lang="en-US" dirty="0" err="1"/>
                <a:t>berkonflik</a:t>
              </a:r>
              <a:r>
                <a:rPr lang="en-US" dirty="0"/>
                <a:t> </a:t>
              </a:r>
              <a:r>
                <a:rPr lang="en-US" dirty="0" err="1"/>
                <a:t>dengan</a:t>
              </a:r>
              <a:r>
                <a:rPr lang="en-US" dirty="0"/>
                <a:t> </a:t>
              </a:r>
              <a:r>
                <a:rPr lang="en-US" dirty="0" err="1"/>
                <a:t>orangtua</a:t>
              </a:r>
              <a:r>
                <a:rPr lang="en-US" dirty="0"/>
                <a:t>. </a:t>
              </a:r>
              <a:r>
                <a:rPr lang="en-US" dirty="0" err="1"/>
                <a:t>Tekankan</a:t>
              </a:r>
              <a:r>
                <a:rPr lang="en-US" dirty="0"/>
                <a:t> </a:t>
              </a:r>
              <a:r>
                <a:rPr lang="en-US" dirty="0" err="1"/>
                <a:t>kepada</a:t>
              </a:r>
              <a:r>
                <a:rPr lang="en-US" dirty="0"/>
                <a:t> </a:t>
              </a:r>
              <a:r>
                <a:rPr lang="en-US" dirty="0" err="1"/>
                <a:t>mereka</a:t>
              </a:r>
              <a:r>
                <a:rPr lang="en-US" dirty="0"/>
                <a:t> </a:t>
              </a:r>
              <a:r>
                <a:rPr lang="en-US" dirty="0" err="1"/>
                <a:t>untuk</a:t>
              </a:r>
              <a:r>
                <a:rPr lang="en-US" dirty="0"/>
                <a:t> </a:t>
              </a:r>
              <a:r>
                <a:rPr lang="en-US" dirty="0" err="1"/>
                <a:t>berlatih</a:t>
              </a:r>
              <a:r>
                <a:rPr lang="en-US" dirty="0"/>
                <a:t> </a:t>
              </a:r>
              <a:r>
                <a:rPr lang="en-US" dirty="0" err="1"/>
                <a:t>menggunakan</a:t>
              </a:r>
              <a:r>
                <a:rPr lang="en-US" dirty="0"/>
                <a:t> </a:t>
              </a:r>
              <a:r>
                <a:rPr lang="en-US" dirty="0" err="1"/>
                <a:t>penawar</a:t>
              </a:r>
              <a:r>
                <a:rPr lang="en-US" dirty="0"/>
                <a:t> </a:t>
              </a:r>
              <a:r>
                <a:rPr lang="en-US" dirty="0" err="1"/>
                <a:t>racun</a:t>
              </a:r>
              <a:r>
                <a:rPr lang="en-US" dirty="0"/>
                <a:t> </a:t>
              </a:r>
              <a:r>
                <a:rPr lang="en-US" dirty="0" err="1"/>
                <a:t>komunikasi</a:t>
              </a:r>
              <a:r>
                <a:rPr lang="en-US" dirty="0"/>
                <a:t>.</a:t>
              </a:r>
              <a:endParaRPr lang="en-ID" dirty="0"/>
            </a:p>
            <a:p>
              <a:pPr marL="342900" lvl="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 err="1"/>
                <a:t>Fasilitator</a:t>
              </a:r>
              <a:r>
                <a:rPr lang="en-US" dirty="0"/>
                <a:t> </a:t>
              </a:r>
              <a:r>
                <a:rPr lang="en-US" dirty="0" err="1"/>
                <a:t>membantu</a:t>
              </a:r>
              <a:r>
                <a:rPr lang="en-US" dirty="0"/>
                <a:t> </a:t>
              </a:r>
              <a:r>
                <a:rPr lang="en-US" dirty="0" err="1"/>
                <a:t>peserta</a:t>
              </a:r>
              <a:r>
                <a:rPr lang="en-US" dirty="0"/>
                <a:t> </a:t>
              </a:r>
              <a:r>
                <a:rPr lang="en-US" dirty="0" err="1"/>
                <a:t>menyimpulkan</a:t>
              </a:r>
              <a:r>
                <a:rPr lang="en-US" dirty="0"/>
                <a:t> </a:t>
              </a:r>
              <a:r>
                <a:rPr lang="en-US" dirty="0" err="1"/>
                <a:t>dari</a:t>
              </a:r>
              <a:r>
                <a:rPr lang="en-US" dirty="0"/>
                <a:t> </a:t>
              </a:r>
              <a:r>
                <a:rPr lang="en-US" dirty="0" err="1"/>
                <a:t>pengalaman</a:t>
              </a:r>
              <a:r>
                <a:rPr lang="en-US" dirty="0"/>
                <a:t> </a:t>
              </a:r>
              <a:r>
                <a:rPr lang="en-US" dirty="0" err="1"/>
                <a:t>latihan</a:t>
              </a:r>
              <a:r>
                <a:rPr lang="en-US" dirty="0"/>
                <a:t> </a:t>
              </a:r>
              <a:r>
                <a:rPr lang="en-US" dirty="0" err="1"/>
                <a:t>berkomunikasi</a:t>
              </a:r>
              <a:r>
                <a:rPr lang="en-US" dirty="0"/>
                <a:t> </a:t>
              </a:r>
              <a:r>
                <a:rPr lang="en-US" dirty="0" err="1"/>
                <a:t>dalam</a:t>
              </a:r>
              <a:r>
                <a:rPr lang="en-US" dirty="0"/>
                <a:t> </a:t>
              </a:r>
              <a:r>
                <a:rPr lang="en-US" dirty="0" err="1"/>
                <a:t>konflik</a:t>
              </a:r>
              <a:r>
                <a:rPr lang="en-US" dirty="0"/>
                <a:t>.</a:t>
              </a:r>
              <a:endParaRPr lang="en-ID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39762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1295400" y="1672166"/>
          <a:ext cx="3457576" cy="4357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/>
          <p:cNvGraphicFramePr/>
          <p:nvPr/>
        </p:nvGraphicFramePr>
        <p:xfrm>
          <a:off x="6305551" y="1123950"/>
          <a:ext cx="4429128" cy="5324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TextBox 3"/>
          <p:cNvSpPr txBox="1"/>
          <p:nvPr/>
        </p:nvSpPr>
        <p:spPr>
          <a:xfrm flipH="1">
            <a:off x="1457321" y="490150"/>
            <a:ext cx="2792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RACUN KOMUNIKASI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7123749" y="490150"/>
            <a:ext cx="2792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PENAWAR RACUN KOMUNIKASI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7496" y="4523874"/>
            <a:ext cx="4134144" cy="1764632"/>
          </a:xfrm>
        </p:spPr>
        <p:txBody>
          <a:bodyPr>
            <a:normAutofit fontScale="90000"/>
          </a:bodyPr>
          <a:lstStyle/>
          <a:p>
            <a:r>
              <a:rPr lang="en-US"/>
              <a:t>4 fase </a:t>
            </a:r>
            <a:br>
              <a:rPr lang="en-US"/>
            </a:br>
            <a:r>
              <a:rPr lang="en-US"/>
              <a:t>KOMUNIKASI </a:t>
            </a:r>
            <a:br>
              <a:rPr lang="en-US"/>
            </a:br>
            <a:r>
              <a:rPr lang="en-US"/>
              <a:t>dalam konflik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630360" y="385011"/>
          <a:ext cx="6532439" cy="6136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b="1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TERIMA   KASIH</a:t>
            </a:r>
          </a:p>
        </p:txBody>
      </p:sp>
      <p:pic>
        <p:nvPicPr>
          <p:cNvPr id="4" name="Content Placeholder 3" descr="MC900104786.WMF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5600" y="2133600"/>
            <a:ext cx="6781800" cy="3886200"/>
          </a:xfrm>
        </p:spPr>
      </p:pic>
    </p:spTree>
    <p:extLst>
      <p:ext uri="{BB962C8B-B14F-4D97-AF65-F5344CB8AC3E}">
        <p14:creationId xmlns:p14="http://schemas.microsoft.com/office/powerpoint/2010/main" val="1601202235"/>
      </p:ext>
    </p:extLst>
  </p:cSld>
  <p:clrMapOvr>
    <a:masterClrMapping/>
  </p:clrMapOvr>
  <p:transition>
    <p:pull dir="d"/>
    <p:sndAc>
      <p:stSnd>
        <p:snd r:embed="rId2" name="applause.wav"/>
      </p:stSnd>
    </p:sndAc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{74BC8ED6-9349-0B46-B73D-B41C944727E0}tf10001070</Template>
  <TotalTime>366</TotalTime>
  <Words>962</Words>
  <Application>Microsoft Macintosh PowerPoint</Application>
  <PresentationFormat>Widescreen</PresentationFormat>
  <Paragraphs>163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Nanum Brush Script</vt:lpstr>
      <vt:lpstr>Rockwell</vt:lpstr>
      <vt:lpstr>Rockwell Condensed</vt:lpstr>
      <vt:lpstr>Rockwell Extra Bold</vt:lpstr>
      <vt:lpstr>Wingdings</vt:lpstr>
      <vt:lpstr>Wood Type</vt:lpstr>
      <vt:lpstr>BIMBINGAN REMAJA USIA SEKOLAH</vt:lpstr>
      <vt:lpstr>TUJUAN </vt:lpstr>
      <vt:lpstr>materi </vt:lpstr>
      <vt:lpstr>PowerPoint Presentation</vt:lpstr>
      <vt:lpstr>PowerPoint Presentation</vt:lpstr>
      <vt:lpstr>prinsip-prinsip  yang mempengaruhi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 fase  KOMUNIKASI  dalam konflik</vt:lpstr>
      <vt:lpstr>TERIMA   KASIH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66</cp:revision>
  <dcterms:created xsi:type="dcterms:W3CDTF">2019-09-26T19:13:00Z</dcterms:created>
  <dcterms:modified xsi:type="dcterms:W3CDTF">2021-10-17T05:05:26Z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1033-11.2.0.9031</vt:lpwstr>
  </property>
</Properties>
</file>